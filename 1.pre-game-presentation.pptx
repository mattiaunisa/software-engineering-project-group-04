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7"/>
  </p:notesMasterIdLst>
  <p:sldIdLst>
    <p:sldId id="256" r:id="rId2"/>
    <p:sldId id="296" r:id="rId3"/>
    <p:sldId id="297" r:id="rId4"/>
    <p:sldId id="269" r:id="rId5"/>
    <p:sldId id="298" r:id="rId6"/>
  </p:sldIdLst>
  <p:sldSz cx="9144000" cy="5143500" type="screen16x9"/>
  <p:notesSz cx="6858000" cy="9144000"/>
  <p:embeddedFontLst>
    <p:embeddedFont>
      <p:font typeface="Barlow" panose="020F0502020204030204" pitchFamily="2" charset="0"/>
      <p:regular r:id="rId8"/>
      <p:bold r:id="rId9"/>
      <p:italic r:id="rId10"/>
      <p:boldItalic r:id="rId11"/>
    </p:embeddedFont>
    <p:embeddedFont>
      <p:font typeface="Outfit" panose="020B0604020202020204" charset="0"/>
      <p:regular r:id="rId12"/>
      <p:bold r:id="rId13"/>
    </p:embeddedFont>
    <p:embeddedFont>
      <p:font typeface="Raleway" panose="020F0502020204030204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EAB561-08F5-4D16-9630-0750F2F6AF40}">
  <a:tblStyle styleId="{06EAB561-08F5-4D16-9630-0750F2F6AF4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A14C27-C682-40E8-895F-49E0BDBB13E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b6f58ebae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b6f58ebaee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61279" y="-3665634"/>
            <a:ext cx="12368023" cy="9056236"/>
            <a:chOff x="-1961279" y="-3665634"/>
            <a:chExt cx="12368023" cy="9056236"/>
          </a:xfrm>
        </p:grpSpPr>
        <p:sp>
          <p:nvSpPr>
            <p:cNvPr id="10" name="Google Shape;10;p2"/>
            <p:cNvSpPr/>
            <p:nvPr/>
          </p:nvSpPr>
          <p:spPr>
            <a:xfrm>
              <a:off x="7865187" y="3256327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132792" y="1106388"/>
              <a:ext cx="3027155" cy="428421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066218" y="1028066"/>
              <a:ext cx="3031071" cy="4299878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10800000">
              <a:off x="-1350581" y="1955801"/>
              <a:ext cx="1683928" cy="2349660"/>
              <a:chOff x="-1107581" y="1955801"/>
              <a:chExt cx="1683928" cy="2349660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018798" y="-3665634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1350568" y="-1025151"/>
            <a:ext cx="12446464" cy="6788166"/>
            <a:chOff x="-1350568" y="-1025151"/>
            <a:chExt cx="12446464" cy="6788166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-1350568" y="4145665"/>
              <a:ext cx="4429121" cy="1617349"/>
              <a:chOff x="9431732" y="3526140"/>
              <a:chExt cx="4429121" cy="1617349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>
              <a:off x="1179442" y="-1025151"/>
              <a:ext cx="2901838" cy="1613433"/>
              <a:chOff x="11828392" y="-448701"/>
              <a:chExt cx="2901838" cy="1613433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" name="Google Shape;78;p2"/>
            <p:cNvGrpSpPr/>
            <p:nvPr/>
          </p:nvGrpSpPr>
          <p:grpSpPr>
            <a:xfrm>
              <a:off x="8186226" y="3667518"/>
              <a:ext cx="2909670" cy="1609517"/>
              <a:chOff x="16053876" y="2645018"/>
              <a:chExt cx="2909670" cy="1609517"/>
            </a:xfrm>
          </p:grpSpPr>
          <p:sp>
            <p:nvSpPr>
              <p:cNvPr id="79" name="Google Shape;79;p2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2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2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2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2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" name="Google Shape;91;p2"/>
          <p:cNvSpPr txBox="1">
            <a:spLocks noGrp="1"/>
          </p:cNvSpPr>
          <p:nvPr>
            <p:ph type="ctrTitle"/>
          </p:nvPr>
        </p:nvSpPr>
        <p:spPr>
          <a:xfrm>
            <a:off x="715165" y="1483025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subTitle" idx="1"/>
          </p:nvPr>
        </p:nvSpPr>
        <p:spPr>
          <a:xfrm>
            <a:off x="715100" y="3170300"/>
            <a:ext cx="4921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2"/>
          <p:cNvSpPr>
            <a:spLocks noGrp="1"/>
          </p:cNvSpPr>
          <p:nvPr>
            <p:ph type="pic" idx="2"/>
          </p:nvPr>
        </p:nvSpPr>
        <p:spPr>
          <a:xfrm>
            <a:off x="5830687" y="528651"/>
            <a:ext cx="3064200" cy="4080000"/>
          </a:xfrm>
          <a:prstGeom prst="parallelogram">
            <a:avLst>
              <a:gd name="adj" fmla="val 25000"/>
            </a:avLst>
          </a:prstGeom>
          <a:noFill/>
          <a:ln>
            <a:noFill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6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309" name="Google Shape;309;p6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6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6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6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6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6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6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6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6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6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6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6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322" name="Google Shape;322;p6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323" name="Google Shape;323;p6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6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5" name="Google Shape;325;p6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6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" name="Google Shape;32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0" name="Google Shape;400;p8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01" name="Google Shape;401;p8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02" name="Google Shape;402;p8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8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8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8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8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8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8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8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8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8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8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8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8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8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8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8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0" name="Google Shape;430;p8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8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8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8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8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8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8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8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8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8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8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8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8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447" name="Google Shape;447;p8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8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8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8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8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8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8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8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8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8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8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8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59" name="Google Shape;459;p8"/>
          <p:cNvGrpSpPr/>
          <p:nvPr/>
        </p:nvGrpSpPr>
        <p:grpSpPr>
          <a:xfrm>
            <a:off x="-1822531" y="-284152"/>
            <a:ext cx="12743129" cy="5333629"/>
            <a:chOff x="-1822531" y="-284152"/>
            <a:chExt cx="12743129" cy="5333629"/>
          </a:xfrm>
        </p:grpSpPr>
        <p:sp>
          <p:nvSpPr>
            <p:cNvPr id="460" name="Google Shape;460;p8"/>
            <p:cNvSpPr/>
            <p:nvPr/>
          </p:nvSpPr>
          <p:spPr>
            <a:xfrm>
              <a:off x="8607494" y="-284152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8"/>
            <p:cNvSpPr/>
            <p:nvPr/>
          </p:nvSpPr>
          <p:spPr>
            <a:xfrm>
              <a:off x="-1822529" y="-13175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8"/>
            <p:cNvSpPr/>
            <p:nvPr/>
          </p:nvSpPr>
          <p:spPr>
            <a:xfrm>
              <a:off x="8607730" y="351738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8"/>
            <p:cNvSpPr/>
            <p:nvPr/>
          </p:nvSpPr>
          <p:spPr>
            <a:xfrm>
              <a:off x="8479769" y="146147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8"/>
            <p:cNvSpPr/>
            <p:nvPr/>
          </p:nvSpPr>
          <p:spPr>
            <a:xfrm>
              <a:off x="8428898" y="14016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8"/>
            <p:cNvSpPr/>
            <p:nvPr/>
          </p:nvSpPr>
          <p:spPr>
            <a:xfrm>
              <a:off x="-1822531" y="934923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8" name="Google Shape;468;p9"/>
          <p:cNvGrpSpPr/>
          <p:nvPr/>
        </p:nvGrpSpPr>
        <p:grpSpPr>
          <a:xfrm>
            <a:off x="4298463" y="-1082360"/>
            <a:ext cx="5393953" cy="6920685"/>
            <a:chOff x="4298463" y="-1082360"/>
            <a:chExt cx="5393953" cy="6920685"/>
          </a:xfrm>
        </p:grpSpPr>
        <p:grpSp>
          <p:nvGrpSpPr>
            <p:cNvPr id="469" name="Google Shape;469;p9"/>
            <p:cNvGrpSpPr/>
            <p:nvPr/>
          </p:nvGrpSpPr>
          <p:grpSpPr>
            <a:xfrm>
              <a:off x="5263295" y="-1082360"/>
              <a:ext cx="4429121" cy="1617349"/>
              <a:chOff x="9431732" y="3526140"/>
              <a:chExt cx="4429121" cy="1617349"/>
            </a:xfrm>
          </p:grpSpPr>
          <p:sp>
            <p:nvSpPr>
              <p:cNvPr id="470" name="Google Shape;470;p9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9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9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9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9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9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9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9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9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9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9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9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9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9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9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9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9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9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9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9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9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9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9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9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9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9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9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9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9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9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9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9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4" name="Google Shape;514;p9"/>
            <p:cNvGrpSpPr/>
            <p:nvPr/>
          </p:nvGrpSpPr>
          <p:grpSpPr>
            <a:xfrm>
              <a:off x="4298463" y="4608493"/>
              <a:ext cx="2223279" cy="1229832"/>
              <a:chOff x="16053876" y="2645018"/>
              <a:chExt cx="2909670" cy="1609517"/>
            </a:xfrm>
          </p:grpSpPr>
          <p:sp>
            <p:nvSpPr>
              <p:cNvPr id="515" name="Google Shape;515;p9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9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9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9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9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27" name="Google Shape;527;p9"/>
          <p:cNvGrpSpPr/>
          <p:nvPr/>
        </p:nvGrpSpPr>
        <p:grpSpPr>
          <a:xfrm rot="10800000">
            <a:off x="-1845654" y="-2850054"/>
            <a:ext cx="12179898" cy="10865307"/>
            <a:chOff x="-1961279" y="-2850054"/>
            <a:chExt cx="12179898" cy="10865307"/>
          </a:xfrm>
        </p:grpSpPr>
        <p:sp>
          <p:nvSpPr>
            <p:cNvPr id="528" name="Google Shape;528;p9"/>
            <p:cNvSpPr/>
            <p:nvPr/>
          </p:nvSpPr>
          <p:spPr>
            <a:xfrm>
              <a:off x="7677062" y="150435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9" name="Google Shape;529;p9"/>
            <p:cNvGrpSpPr/>
            <p:nvPr/>
          </p:nvGrpSpPr>
          <p:grpSpPr>
            <a:xfrm>
              <a:off x="5815905" y="-1398759"/>
              <a:ext cx="3093729" cy="4362535"/>
              <a:chOff x="5815905" y="-1398759"/>
              <a:chExt cx="3093729" cy="4362535"/>
            </a:xfrm>
          </p:grpSpPr>
          <p:sp>
            <p:nvSpPr>
              <p:cNvPr id="530" name="Google Shape;530;p9"/>
              <p:cNvSpPr/>
              <p:nvPr/>
            </p:nvSpPr>
            <p:spPr>
              <a:xfrm>
                <a:off x="5882479" y="-13204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9"/>
              <p:cNvSpPr/>
              <p:nvPr/>
            </p:nvSpPr>
            <p:spPr>
              <a:xfrm>
                <a:off x="5815905" y="-13987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2" name="Google Shape;532;p9"/>
            <p:cNvSpPr/>
            <p:nvPr/>
          </p:nvSpPr>
          <p:spPr>
            <a:xfrm>
              <a:off x="5830673" y="2144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-1961279" y="78017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9"/>
            <p:cNvSpPr/>
            <p:nvPr/>
          </p:nvSpPr>
          <p:spPr>
            <a:xfrm>
              <a:off x="-422247" y="-2850054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5" name="Google Shape;535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6" name="Google Shape;536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13"/>
          <p:cNvGrpSpPr/>
          <p:nvPr/>
        </p:nvGrpSpPr>
        <p:grpSpPr>
          <a:xfrm>
            <a:off x="-1817629" y="-2162227"/>
            <a:ext cx="12738451" cy="5687513"/>
            <a:chOff x="-1817629" y="-2162227"/>
            <a:chExt cx="12738451" cy="5687513"/>
          </a:xfrm>
        </p:grpSpPr>
        <p:sp>
          <p:nvSpPr>
            <p:cNvPr id="612" name="Google Shape;612;p13"/>
            <p:cNvSpPr/>
            <p:nvPr/>
          </p:nvSpPr>
          <p:spPr>
            <a:xfrm>
              <a:off x="8607730" y="1417434"/>
              <a:ext cx="1942050" cy="153209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8479769" y="-49597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8428898" y="-555825"/>
              <a:ext cx="2316096" cy="3285622"/>
            </a:xfrm>
            <a:custGeom>
              <a:avLst/>
              <a:gdLst/>
              <a:ahLst/>
              <a:cxnLst/>
              <a:rect l="l" t="t" r="r" b="b"/>
              <a:pathLst>
                <a:path w="774" h="1098" extrusionOk="0">
                  <a:moveTo>
                    <a:pt x="0" y="1098"/>
                  </a:moveTo>
                  <a:lnTo>
                    <a:pt x="0" y="1095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774" y="0"/>
                  </a:lnTo>
                  <a:lnTo>
                    <a:pt x="773" y="1"/>
                  </a:lnTo>
                  <a:lnTo>
                    <a:pt x="628" y="688"/>
                  </a:lnTo>
                  <a:lnTo>
                    <a:pt x="628" y="688"/>
                  </a:lnTo>
                  <a:lnTo>
                    <a:pt x="0" y="1098"/>
                  </a:lnTo>
                  <a:close/>
                  <a:moveTo>
                    <a:pt x="147" y="411"/>
                  </a:moveTo>
                  <a:lnTo>
                    <a:pt x="1" y="1093"/>
                  </a:lnTo>
                  <a:lnTo>
                    <a:pt x="627" y="687"/>
                  </a:lnTo>
                  <a:lnTo>
                    <a:pt x="771" y="5"/>
                  </a:lnTo>
                  <a:lnTo>
                    <a:pt x="147" y="41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13"/>
            <p:cNvSpPr/>
            <p:nvPr/>
          </p:nvSpPr>
          <p:spPr>
            <a:xfrm>
              <a:off x="8607719" y="-2162227"/>
              <a:ext cx="2313104" cy="3273653"/>
            </a:xfrm>
            <a:custGeom>
              <a:avLst/>
              <a:gdLst/>
              <a:ahLst/>
              <a:cxnLst/>
              <a:rect l="l" t="t" r="r" b="b"/>
              <a:pathLst>
                <a:path w="773" h="1094" extrusionOk="0">
                  <a:moveTo>
                    <a:pt x="146" y="409"/>
                  </a:moveTo>
                  <a:lnTo>
                    <a:pt x="773" y="0"/>
                  </a:lnTo>
                  <a:lnTo>
                    <a:pt x="627" y="686"/>
                  </a:lnTo>
                  <a:lnTo>
                    <a:pt x="0" y="1094"/>
                  </a:lnTo>
                  <a:lnTo>
                    <a:pt x="146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6" name="Google Shape;616;p13"/>
            <p:cNvGrpSpPr/>
            <p:nvPr/>
          </p:nvGrpSpPr>
          <p:grpSpPr>
            <a:xfrm rot="10800000">
              <a:off x="-1206931" y="1175626"/>
              <a:ext cx="1683928" cy="2349660"/>
              <a:chOff x="-1107581" y="1955801"/>
              <a:chExt cx="1683928" cy="2349660"/>
            </a:xfrm>
          </p:grpSpPr>
          <p:sp>
            <p:nvSpPr>
              <p:cNvPr id="617" name="Google Shape;617;p13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13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9" name="Google Shape;619;p13"/>
            <p:cNvSpPr/>
            <p:nvPr/>
          </p:nvSpPr>
          <p:spPr>
            <a:xfrm>
              <a:off x="-1817629" y="-4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0" name="Google Shape;620;p13"/>
          <p:cNvGrpSpPr/>
          <p:nvPr/>
        </p:nvGrpSpPr>
        <p:grpSpPr>
          <a:xfrm>
            <a:off x="-1350568" y="1798780"/>
            <a:ext cx="12241098" cy="4427059"/>
            <a:chOff x="-1350568" y="1798780"/>
            <a:chExt cx="12241098" cy="4427059"/>
          </a:xfrm>
        </p:grpSpPr>
        <p:grpSp>
          <p:nvGrpSpPr>
            <p:cNvPr id="621" name="Google Shape;621;p13"/>
            <p:cNvGrpSpPr/>
            <p:nvPr/>
          </p:nvGrpSpPr>
          <p:grpSpPr>
            <a:xfrm>
              <a:off x="8667251" y="1798780"/>
              <a:ext cx="2223279" cy="1229832"/>
              <a:chOff x="16053876" y="2645018"/>
              <a:chExt cx="2909670" cy="1609517"/>
            </a:xfrm>
          </p:grpSpPr>
          <p:sp>
            <p:nvSpPr>
              <p:cNvPr id="622" name="Google Shape;622;p13"/>
              <p:cNvSpPr/>
              <p:nvPr/>
            </p:nvSpPr>
            <p:spPr>
              <a:xfrm>
                <a:off x="1648856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16559054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4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7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8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60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1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13"/>
              <p:cNvSpPr/>
              <p:nvPr/>
            </p:nvSpPr>
            <p:spPr>
              <a:xfrm>
                <a:off x="18943966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13"/>
              <p:cNvSpPr/>
              <p:nvPr/>
            </p:nvSpPr>
            <p:spPr>
              <a:xfrm>
                <a:off x="16347584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13"/>
              <p:cNvSpPr/>
              <p:nvPr/>
            </p:nvSpPr>
            <p:spPr>
              <a:xfrm>
                <a:off x="16414158" y="2688095"/>
                <a:ext cx="2334003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1" y="30"/>
                    </a:cubicBezTo>
                    <a:close/>
                    <a:moveTo>
                      <a:pt x="319" y="37"/>
                    </a:move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6" y="52"/>
                      <a:pt x="297" y="52"/>
                    </a:cubicBezTo>
                    <a:close/>
                    <a:moveTo>
                      <a:pt x="285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3" y="74"/>
                    </a:cubicBezTo>
                    <a:close/>
                    <a:moveTo>
                      <a:pt x="251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lose/>
                    <a:moveTo>
                      <a:pt x="138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5" y="170"/>
                      <a:pt x="116" y="170"/>
                    </a:cubicBezTo>
                    <a:close/>
                    <a:moveTo>
                      <a:pt x="104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13"/>
              <p:cNvSpPr/>
              <p:nvPr/>
            </p:nvSpPr>
            <p:spPr>
              <a:xfrm>
                <a:off x="18802986" y="2645018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13"/>
              <p:cNvSpPr/>
              <p:nvPr/>
            </p:nvSpPr>
            <p:spPr>
              <a:xfrm>
                <a:off x="16202688" y="423887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13"/>
              <p:cNvSpPr/>
              <p:nvPr/>
            </p:nvSpPr>
            <p:spPr>
              <a:xfrm>
                <a:off x="16273178" y="2688095"/>
                <a:ext cx="233008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5" y="1"/>
                    </a:move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4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1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9"/>
                    </a:cubicBezTo>
                    <a:cubicBezTo>
                      <a:pt x="362" y="9"/>
                      <a:pt x="362" y="9"/>
                      <a:pt x="362" y="9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8"/>
                      <a:pt x="364" y="8"/>
                    </a:cubicBezTo>
                    <a:close/>
                    <a:moveTo>
                      <a:pt x="353" y="15"/>
                    </a:move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8"/>
                      <a:pt x="351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8" y="32"/>
                      <a:pt x="328" y="31"/>
                    </a:cubicBezTo>
                    <a:cubicBezTo>
                      <a:pt x="328" y="31"/>
                      <a:pt x="328" y="31"/>
                      <a:pt x="328" y="31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29" y="29"/>
                      <a:pt x="329" y="29"/>
                      <a:pt x="329" y="29"/>
                    </a:cubicBezTo>
                    <a:cubicBezTo>
                      <a:pt x="330" y="29"/>
                      <a:pt x="330" y="30"/>
                      <a:pt x="330" y="30"/>
                    </a:cubicBezTo>
                    <a:close/>
                    <a:moveTo>
                      <a:pt x="319" y="37"/>
                    </a:move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40"/>
                      <a:pt x="317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7"/>
                    </a:cubicBezTo>
                    <a:close/>
                    <a:moveTo>
                      <a:pt x="308" y="45"/>
                    </a:moveTo>
                    <a:cubicBezTo>
                      <a:pt x="308" y="45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6"/>
                    </a:cubicBezTo>
                    <a:cubicBezTo>
                      <a:pt x="305" y="46"/>
                      <a:pt x="305" y="46"/>
                      <a:pt x="305" y="46"/>
                    </a:cubicBezTo>
                    <a:cubicBezTo>
                      <a:pt x="305" y="46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4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2"/>
                      <a:pt x="295" y="51"/>
                      <a:pt x="295" y="51"/>
                    </a:cubicBezTo>
                    <a:cubicBezTo>
                      <a:pt x="295" y="51"/>
                      <a:pt x="295" y="51"/>
                      <a:pt x="295" y="51"/>
                    </a:cubicBezTo>
                    <a:cubicBezTo>
                      <a:pt x="296" y="51"/>
                      <a:pt x="296" y="52"/>
                      <a:pt x="296" y="52"/>
                    </a:cubicBezTo>
                    <a:close/>
                    <a:moveTo>
                      <a:pt x="285" y="59"/>
                    </a:move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59"/>
                    </a:cubicBezTo>
                    <a:close/>
                    <a:moveTo>
                      <a:pt x="274" y="67"/>
                    </a:move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1" y="68"/>
                    </a:cubicBezTo>
                    <a:cubicBezTo>
                      <a:pt x="271" y="68"/>
                      <a:pt x="271" y="68"/>
                      <a:pt x="271" y="68"/>
                    </a:cubicBez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2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4" y="67"/>
                    </a:cubicBezTo>
                    <a:close/>
                    <a:moveTo>
                      <a:pt x="262" y="74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lose/>
                    <a:moveTo>
                      <a:pt x="251" y="82"/>
                    </a:move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8" y="82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49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8"/>
                      <a:pt x="238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9"/>
                      <a:pt x="240" y="89"/>
                    </a:cubicBezTo>
                    <a:close/>
                    <a:moveTo>
                      <a:pt x="228" y="96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9"/>
                      <a:pt x="227" y="98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lose/>
                    <a:moveTo>
                      <a:pt x="217" y="104"/>
                    </a:move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4" y="105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4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1"/>
                      <a:pt x="193" y="120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lose/>
                    <a:moveTo>
                      <a:pt x="183" y="126"/>
                    </a:move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ubicBezTo>
                      <a:pt x="181" y="127"/>
                      <a:pt x="181" y="127"/>
                      <a:pt x="181" y="127"/>
                    </a:cubicBez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0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0"/>
                    </a:move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lose/>
                    <a:moveTo>
                      <a:pt x="149" y="148"/>
                    </a:move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ubicBezTo>
                      <a:pt x="147" y="149"/>
                      <a:pt x="147" y="149"/>
                      <a:pt x="147" y="149"/>
                    </a:cubicBez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49" y="148"/>
                    </a:cubicBezTo>
                    <a:close/>
                    <a:moveTo>
                      <a:pt x="138" y="155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lose/>
                    <a:moveTo>
                      <a:pt x="127" y="163"/>
                    </a:move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5"/>
                      <a:pt x="125" y="165"/>
                      <a:pt x="124" y="164"/>
                    </a:cubicBezTo>
                    <a:cubicBezTo>
                      <a:pt x="124" y="164"/>
                      <a:pt x="124" y="164"/>
                      <a:pt x="124" y="164"/>
                    </a:cubicBezTo>
                    <a:cubicBezTo>
                      <a:pt x="124" y="163"/>
                      <a:pt x="124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ubicBezTo>
                      <a:pt x="113" y="171"/>
                      <a:pt x="113" y="171"/>
                      <a:pt x="113" y="171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70"/>
                      <a:pt x="115" y="170"/>
                    </a:cubicBezTo>
                    <a:close/>
                    <a:moveTo>
                      <a:pt x="104" y="177"/>
                    </a:move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2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7"/>
                    </a:cubicBezTo>
                    <a:close/>
                    <a:moveTo>
                      <a:pt x="93" y="185"/>
                    </a:moveTo>
                    <a:cubicBezTo>
                      <a:pt x="93" y="185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3" y="185"/>
                    </a:cubicBezTo>
                    <a:close/>
                    <a:moveTo>
                      <a:pt x="81" y="192"/>
                    </a:move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1"/>
                      <a:pt x="80" y="191"/>
                    </a:cubicBezTo>
                    <a:cubicBezTo>
                      <a:pt x="80" y="191"/>
                      <a:pt x="80" y="191"/>
                      <a:pt x="80" y="191"/>
                    </a:cubicBezTo>
                    <a:cubicBezTo>
                      <a:pt x="81" y="191"/>
                      <a:pt x="81" y="192"/>
                      <a:pt x="81" y="192"/>
                    </a:cubicBezTo>
                    <a:close/>
                    <a:moveTo>
                      <a:pt x="70" y="199"/>
                    </a:move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lose/>
                    <a:moveTo>
                      <a:pt x="59" y="207"/>
                    </a:move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7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2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3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lose/>
                    <a:moveTo>
                      <a:pt x="14" y="236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8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4" y="236"/>
                    </a:cubicBezTo>
                    <a:close/>
                    <a:moveTo>
                      <a:pt x="2" y="244"/>
                    </a:move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1" y="246"/>
                      <a:pt x="0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13"/>
              <p:cNvSpPr/>
              <p:nvPr/>
            </p:nvSpPr>
            <p:spPr>
              <a:xfrm>
                <a:off x="18654173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13"/>
              <p:cNvSpPr/>
              <p:nvPr/>
            </p:nvSpPr>
            <p:spPr>
              <a:xfrm>
                <a:off x="16053876" y="423887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13"/>
              <p:cNvSpPr/>
              <p:nvPr/>
            </p:nvSpPr>
            <p:spPr>
              <a:xfrm>
                <a:off x="16124366" y="2688095"/>
                <a:ext cx="2337917" cy="1523362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1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9"/>
                    </a:cubicBezTo>
                    <a:cubicBezTo>
                      <a:pt x="363" y="9"/>
                      <a:pt x="363" y="9"/>
                      <a:pt x="363" y="9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7"/>
                      <a:pt x="363" y="7"/>
                      <a:pt x="364" y="7"/>
                    </a:cubicBezTo>
                    <a:cubicBezTo>
                      <a:pt x="364" y="7"/>
                      <a:pt x="364" y="7"/>
                      <a:pt x="364" y="7"/>
                    </a:cubicBezTo>
                    <a:cubicBezTo>
                      <a:pt x="364" y="7"/>
                      <a:pt x="365" y="8"/>
                      <a:pt x="365" y="8"/>
                    </a:cubicBezTo>
                    <a:close/>
                    <a:moveTo>
                      <a:pt x="353" y="15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2" y="17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5"/>
                    </a:cubicBezTo>
                    <a:close/>
                    <a:moveTo>
                      <a:pt x="342" y="23"/>
                    </a:move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2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1"/>
                    </a:cubicBezTo>
                    <a:cubicBezTo>
                      <a:pt x="329" y="31"/>
                      <a:pt x="329" y="31"/>
                      <a:pt x="329" y="31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29"/>
                    </a:cubicBezTo>
                    <a:cubicBezTo>
                      <a:pt x="330" y="29"/>
                      <a:pt x="330" y="29"/>
                      <a:pt x="330" y="29"/>
                    </a:cubicBezTo>
                    <a:cubicBezTo>
                      <a:pt x="330" y="29"/>
                      <a:pt x="331" y="30"/>
                      <a:pt x="331" y="30"/>
                    </a:cubicBezTo>
                    <a:close/>
                    <a:moveTo>
                      <a:pt x="320" y="37"/>
                    </a:move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40"/>
                      <a:pt x="318" y="39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20" y="37"/>
                    </a:cubicBezTo>
                    <a:close/>
                    <a:moveTo>
                      <a:pt x="308" y="45"/>
                    </a:moveTo>
                    <a:cubicBezTo>
                      <a:pt x="309" y="45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6"/>
                    </a:cubicBezTo>
                    <a:cubicBezTo>
                      <a:pt x="306" y="46"/>
                      <a:pt x="306" y="46"/>
                      <a:pt x="306" y="46"/>
                    </a:cubicBezTo>
                    <a:cubicBezTo>
                      <a:pt x="306" y="46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4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1"/>
                      <a:pt x="296" y="51"/>
                    </a:cubicBezTo>
                    <a:cubicBezTo>
                      <a:pt x="296" y="51"/>
                      <a:pt x="296" y="51"/>
                      <a:pt x="296" y="51"/>
                    </a:cubicBezTo>
                    <a:cubicBezTo>
                      <a:pt x="296" y="51"/>
                      <a:pt x="297" y="52"/>
                      <a:pt x="297" y="52"/>
                    </a:cubicBezTo>
                    <a:close/>
                    <a:moveTo>
                      <a:pt x="286" y="59"/>
                    </a:move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59"/>
                    </a:cubicBezTo>
                    <a:close/>
                    <a:moveTo>
                      <a:pt x="274" y="67"/>
                    </a:move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8"/>
                    </a:cubicBezTo>
                    <a:cubicBezTo>
                      <a:pt x="272" y="68"/>
                      <a:pt x="272" y="68"/>
                      <a:pt x="272" y="68"/>
                    </a:cubicBez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3" y="66"/>
                      <a:pt x="273" y="66"/>
                      <a:pt x="273" y="66"/>
                    </a:cubicBezTo>
                    <a:cubicBezTo>
                      <a:pt x="274" y="66"/>
                      <a:pt x="274" y="66"/>
                      <a:pt x="274" y="67"/>
                    </a:cubicBezTo>
                    <a:close/>
                    <a:moveTo>
                      <a:pt x="263" y="74"/>
                    </a:move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4"/>
                    </a:cubicBezTo>
                    <a:close/>
                    <a:moveTo>
                      <a:pt x="252" y="82"/>
                    </a:move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2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8" y="90"/>
                    </a:cubicBezTo>
                    <a:cubicBezTo>
                      <a:pt x="238" y="90"/>
                      <a:pt x="238" y="90"/>
                      <a:pt x="238" y="90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40" y="88"/>
                      <a:pt x="240" y="89"/>
                      <a:pt x="240" y="89"/>
                    </a:cubicBezTo>
                    <a:close/>
                    <a:moveTo>
                      <a:pt x="229" y="96"/>
                    </a:move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6"/>
                    </a:cubicBezTo>
                    <a:close/>
                    <a:moveTo>
                      <a:pt x="218" y="104"/>
                    </a:move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3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ubicBezTo>
                      <a:pt x="204" y="112"/>
                      <a:pt x="204" y="112"/>
                      <a:pt x="204" y="112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5" y="110"/>
                      <a:pt x="205" y="110"/>
                      <a:pt x="205" y="110"/>
                    </a:cubicBezTo>
                    <a:cubicBezTo>
                      <a:pt x="206" y="110"/>
                      <a:pt x="206" y="111"/>
                      <a:pt x="206" y="111"/>
                    </a:cubicBezTo>
                    <a:close/>
                    <a:moveTo>
                      <a:pt x="195" y="118"/>
                    </a:move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1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lose/>
                    <a:moveTo>
                      <a:pt x="184" y="126"/>
                    </a:move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7"/>
                    </a:cubicBezTo>
                    <a:cubicBezTo>
                      <a:pt x="182" y="127"/>
                      <a:pt x="182" y="127"/>
                      <a:pt x="182" y="127"/>
                    </a:cubicBez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5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0"/>
                    </a:move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lose/>
                    <a:moveTo>
                      <a:pt x="150" y="148"/>
                    </a:move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49"/>
                    </a:cubicBezTo>
                    <a:cubicBezTo>
                      <a:pt x="148" y="149"/>
                      <a:pt x="148" y="149"/>
                      <a:pt x="148" y="149"/>
                    </a:cubicBez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7"/>
                    </a:cubicBezTo>
                    <a:cubicBezTo>
                      <a:pt x="149" y="147"/>
                      <a:pt x="149" y="147"/>
                      <a:pt x="149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lose/>
                    <a:moveTo>
                      <a:pt x="139" y="155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5"/>
                    </a:cubicBezTo>
                    <a:close/>
                    <a:moveTo>
                      <a:pt x="127" y="163"/>
                    </a:move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3"/>
                      <a:pt x="125" y="163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2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4" y="172"/>
                      <a:pt x="114" y="171"/>
                    </a:cubicBezTo>
                    <a:cubicBezTo>
                      <a:pt x="114" y="171"/>
                      <a:pt x="114" y="171"/>
                      <a:pt x="114" y="171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69"/>
                      <a:pt x="115" y="169"/>
                      <a:pt x="115" y="169"/>
                    </a:cubicBezTo>
                    <a:cubicBezTo>
                      <a:pt x="115" y="169"/>
                      <a:pt x="115" y="169"/>
                      <a:pt x="115" y="169"/>
                    </a:cubicBezTo>
                    <a:cubicBezTo>
                      <a:pt x="115" y="169"/>
                      <a:pt x="116" y="170"/>
                      <a:pt x="116" y="170"/>
                    </a:cubicBezTo>
                    <a:close/>
                    <a:moveTo>
                      <a:pt x="105" y="177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79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5" y="177"/>
                    </a:cubicBezTo>
                    <a:close/>
                    <a:moveTo>
                      <a:pt x="93" y="185"/>
                    </a:moveTo>
                    <a:cubicBezTo>
                      <a:pt x="94" y="185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4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1"/>
                      <a:pt x="81" y="191"/>
                    </a:cubicBezTo>
                    <a:cubicBezTo>
                      <a:pt x="81" y="191"/>
                      <a:pt x="81" y="191"/>
                      <a:pt x="81" y="191"/>
                    </a:cubicBezTo>
                    <a:cubicBezTo>
                      <a:pt x="81" y="191"/>
                      <a:pt x="82" y="192"/>
                      <a:pt x="82" y="192"/>
                    </a:cubicBezTo>
                    <a:close/>
                    <a:moveTo>
                      <a:pt x="71" y="199"/>
                    </a:move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199"/>
                    </a:cubicBezTo>
                    <a:close/>
                    <a:moveTo>
                      <a:pt x="59" y="207"/>
                    </a:move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7" y="208"/>
                    </a:cubicBezTo>
                    <a:cubicBezTo>
                      <a:pt x="57" y="208"/>
                      <a:pt x="57" y="208"/>
                      <a:pt x="57" y="208"/>
                    </a:cubicBez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6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2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0"/>
                    </a:cubicBezTo>
                    <a:cubicBezTo>
                      <a:pt x="23" y="230"/>
                      <a:pt x="23" y="230"/>
                      <a:pt x="23" y="230"/>
                    </a:cubicBez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5" y="228"/>
                      <a:pt x="25" y="228"/>
                      <a:pt x="26" y="229"/>
                    </a:cubicBezTo>
                    <a:close/>
                    <a:moveTo>
                      <a:pt x="14" y="236"/>
                    </a:move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6"/>
                    </a:cubicBezTo>
                    <a:close/>
                    <a:moveTo>
                      <a:pt x="3" y="244"/>
                    </a:move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3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13"/>
              <p:cNvSpPr/>
              <p:nvPr/>
            </p:nvSpPr>
            <p:spPr>
              <a:xfrm>
                <a:off x="18509277" y="2645018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4" name="Google Shape;634;p13"/>
            <p:cNvGrpSpPr/>
            <p:nvPr/>
          </p:nvGrpSpPr>
          <p:grpSpPr>
            <a:xfrm>
              <a:off x="-1350568" y="4608490"/>
              <a:ext cx="4429121" cy="1617349"/>
              <a:chOff x="9431732" y="3526140"/>
              <a:chExt cx="4429121" cy="1617349"/>
            </a:xfrm>
          </p:grpSpPr>
          <p:sp>
            <p:nvSpPr>
              <p:cNvPr id="635" name="Google Shape;635;p13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13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13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13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13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13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13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13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13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13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13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13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13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13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13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13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13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13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13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8" name="Google Shape;658;p13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9" name="Google Shape;659;p13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13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13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13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13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13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13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13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13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13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13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9" name="Google Shape;67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13"/>
          <p:cNvSpPr txBox="1">
            <a:spLocks noGrp="1"/>
          </p:cNvSpPr>
          <p:nvPr>
            <p:ph type="title" idx="2" hasCustomPrompt="1"/>
          </p:nvPr>
        </p:nvSpPr>
        <p:spPr>
          <a:xfrm>
            <a:off x="1087963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1" name="Google Shape;681;p13"/>
          <p:cNvSpPr txBox="1">
            <a:spLocks noGrp="1"/>
          </p:cNvSpPr>
          <p:nvPr>
            <p:ph type="title" idx="3" hasCustomPrompt="1"/>
          </p:nvPr>
        </p:nvSpPr>
        <p:spPr>
          <a:xfrm>
            <a:off x="1087963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2" name="Google Shape;682;p13"/>
          <p:cNvSpPr txBox="1">
            <a:spLocks noGrp="1"/>
          </p:cNvSpPr>
          <p:nvPr>
            <p:ph type="title" idx="4" hasCustomPrompt="1"/>
          </p:nvPr>
        </p:nvSpPr>
        <p:spPr>
          <a:xfrm>
            <a:off x="3684819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3" name="Google Shape;683;p13"/>
          <p:cNvSpPr txBox="1">
            <a:spLocks noGrp="1"/>
          </p:cNvSpPr>
          <p:nvPr>
            <p:ph type="title" idx="5" hasCustomPrompt="1"/>
          </p:nvPr>
        </p:nvSpPr>
        <p:spPr>
          <a:xfrm>
            <a:off x="3684819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4" name="Google Shape;684;p13"/>
          <p:cNvSpPr txBox="1">
            <a:spLocks noGrp="1"/>
          </p:cNvSpPr>
          <p:nvPr>
            <p:ph type="title" idx="6" hasCustomPrompt="1"/>
          </p:nvPr>
        </p:nvSpPr>
        <p:spPr>
          <a:xfrm>
            <a:off x="6296146" y="1595175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5" name="Google Shape;685;p13"/>
          <p:cNvSpPr txBox="1">
            <a:spLocks noGrp="1"/>
          </p:cNvSpPr>
          <p:nvPr>
            <p:ph type="title" idx="7" hasCustomPrompt="1"/>
          </p:nvPr>
        </p:nvSpPr>
        <p:spPr>
          <a:xfrm>
            <a:off x="6296146" y="3028588"/>
            <a:ext cx="708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6" name="Google Shape;686;p13"/>
          <p:cNvSpPr txBox="1">
            <a:spLocks noGrp="1"/>
          </p:cNvSpPr>
          <p:nvPr>
            <p:ph type="subTitle" idx="1"/>
          </p:nvPr>
        </p:nvSpPr>
        <p:spPr>
          <a:xfrm>
            <a:off x="993213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7" name="Google Shape;687;p13"/>
          <p:cNvSpPr txBox="1">
            <a:spLocks noGrp="1"/>
          </p:cNvSpPr>
          <p:nvPr>
            <p:ph type="subTitle" idx="8"/>
          </p:nvPr>
        </p:nvSpPr>
        <p:spPr>
          <a:xfrm>
            <a:off x="3590069" y="209876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8" name="Google Shape;688;p13"/>
          <p:cNvSpPr txBox="1">
            <a:spLocks noGrp="1"/>
          </p:cNvSpPr>
          <p:nvPr>
            <p:ph type="subTitle" idx="9"/>
          </p:nvPr>
        </p:nvSpPr>
        <p:spPr>
          <a:xfrm>
            <a:off x="6201396" y="209876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89" name="Google Shape;689;p13"/>
          <p:cNvSpPr txBox="1">
            <a:spLocks noGrp="1"/>
          </p:cNvSpPr>
          <p:nvPr>
            <p:ph type="subTitle" idx="13"/>
          </p:nvPr>
        </p:nvSpPr>
        <p:spPr>
          <a:xfrm>
            <a:off x="993213" y="3532248"/>
            <a:ext cx="1964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0" name="Google Shape;690;p13"/>
          <p:cNvSpPr txBox="1">
            <a:spLocks noGrp="1"/>
          </p:cNvSpPr>
          <p:nvPr>
            <p:ph type="subTitle" idx="14"/>
          </p:nvPr>
        </p:nvSpPr>
        <p:spPr>
          <a:xfrm>
            <a:off x="3590069" y="3532248"/>
            <a:ext cx="19461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91" name="Google Shape;691;p13"/>
          <p:cNvSpPr txBox="1">
            <a:spLocks noGrp="1"/>
          </p:cNvSpPr>
          <p:nvPr>
            <p:ph type="subTitle" idx="15"/>
          </p:nvPr>
        </p:nvSpPr>
        <p:spPr>
          <a:xfrm>
            <a:off x="6201396" y="3532248"/>
            <a:ext cx="19494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8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20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9" name="Google Shape;1189;p22"/>
          <p:cNvGrpSpPr/>
          <p:nvPr/>
        </p:nvGrpSpPr>
        <p:grpSpPr>
          <a:xfrm>
            <a:off x="-1696452" y="-2157534"/>
            <a:ext cx="12663109" cy="9410787"/>
            <a:chOff x="-1696452" y="-2157534"/>
            <a:chExt cx="12663109" cy="9410787"/>
          </a:xfrm>
        </p:grpSpPr>
        <p:sp>
          <p:nvSpPr>
            <p:cNvPr id="1190" name="Google Shape;1190;p22"/>
            <p:cNvSpPr/>
            <p:nvPr/>
          </p:nvSpPr>
          <p:spPr>
            <a:xfrm>
              <a:off x="-1088313" y="1695402"/>
              <a:ext cx="2541557" cy="2005043"/>
            </a:xfrm>
            <a:custGeom>
              <a:avLst/>
              <a:gdLst/>
              <a:ahLst/>
              <a:cxnLst/>
              <a:rect l="l" t="t" r="r" b="b"/>
              <a:pathLst>
                <a:path w="649" h="512" extrusionOk="0">
                  <a:moveTo>
                    <a:pt x="22" y="409"/>
                  </a:moveTo>
                  <a:lnTo>
                    <a:pt x="649" y="0"/>
                  </a:lnTo>
                  <a:lnTo>
                    <a:pt x="627" y="103"/>
                  </a:lnTo>
                  <a:lnTo>
                    <a:pt x="0" y="512"/>
                  </a:lnTo>
                  <a:lnTo>
                    <a:pt x="22" y="4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1" name="Google Shape;1191;p22"/>
            <p:cNvGrpSpPr/>
            <p:nvPr/>
          </p:nvGrpSpPr>
          <p:grpSpPr>
            <a:xfrm>
              <a:off x="-649032" y="-2157534"/>
              <a:ext cx="3093729" cy="4362535"/>
              <a:chOff x="-649032" y="-2157534"/>
              <a:chExt cx="3093729" cy="4362535"/>
            </a:xfrm>
          </p:grpSpPr>
          <p:sp>
            <p:nvSpPr>
              <p:cNvPr id="1192" name="Google Shape;1192;p22"/>
              <p:cNvSpPr/>
              <p:nvPr/>
            </p:nvSpPr>
            <p:spPr>
              <a:xfrm>
                <a:off x="-582458" y="-2079212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-649032" y="-2157534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4" name="Google Shape;1194;p22"/>
            <p:cNvSpPr/>
            <p:nvPr/>
          </p:nvSpPr>
          <p:spPr>
            <a:xfrm>
              <a:off x="-1696452" y="1382616"/>
              <a:ext cx="4141151" cy="5870637"/>
            </a:xfrm>
            <a:custGeom>
              <a:avLst/>
              <a:gdLst/>
              <a:ahLst/>
              <a:cxnLst/>
              <a:rect l="l" t="t" r="r" b="b"/>
              <a:pathLst>
                <a:path w="771" h="1093" extrusionOk="0">
                  <a:moveTo>
                    <a:pt x="144" y="408"/>
                  </a:moveTo>
                  <a:lnTo>
                    <a:pt x="771" y="0"/>
                  </a:lnTo>
                  <a:lnTo>
                    <a:pt x="625" y="685"/>
                  </a:lnTo>
                  <a:lnTo>
                    <a:pt x="0" y="1093"/>
                  </a:lnTo>
                  <a:lnTo>
                    <a:pt x="144" y="40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2"/>
            <p:cNvSpPr/>
            <p:nvPr/>
          </p:nvSpPr>
          <p:spPr>
            <a:xfrm>
              <a:off x="8119046" y="2666121"/>
              <a:ext cx="2537641" cy="2001127"/>
            </a:xfrm>
            <a:custGeom>
              <a:avLst/>
              <a:gdLst/>
              <a:ahLst/>
              <a:cxnLst/>
              <a:rect l="l" t="t" r="r" b="b"/>
              <a:pathLst>
                <a:path w="648" h="511" extrusionOk="0">
                  <a:moveTo>
                    <a:pt x="21" y="408"/>
                  </a:moveTo>
                  <a:lnTo>
                    <a:pt x="648" y="0"/>
                  </a:lnTo>
                  <a:lnTo>
                    <a:pt x="627" y="103"/>
                  </a:lnTo>
                  <a:lnTo>
                    <a:pt x="0" y="511"/>
                  </a:lnTo>
                  <a:lnTo>
                    <a:pt x="21" y="40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2"/>
            <p:cNvSpPr/>
            <p:nvPr/>
          </p:nvSpPr>
          <p:spPr>
            <a:xfrm>
              <a:off x="7939503" y="230721"/>
              <a:ext cx="3027155" cy="4280297"/>
            </a:xfrm>
            <a:custGeom>
              <a:avLst/>
              <a:gdLst/>
              <a:ahLst/>
              <a:cxnLst/>
              <a:rect l="l" t="t" r="r" b="b"/>
              <a:pathLst>
                <a:path w="773" h="1093" extrusionOk="0">
                  <a:moveTo>
                    <a:pt x="146" y="408"/>
                  </a:moveTo>
                  <a:lnTo>
                    <a:pt x="773" y="0"/>
                  </a:lnTo>
                  <a:lnTo>
                    <a:pt x="627" y="685"/>
                  </a:lnTo>
                  <a:lnTo>
                    <a:pt x="0" y="1093"/>
                  </a:lnTo>
                  <a:lnTo>
                    <a:pt x="146" y="40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7" name="Google Shape;1197;p22"/>
            <p:cNvGrpSpPr/>
            <p:nvPr/>
          </p:nvGrpSpPr>
          <p:grpSpPr>
            <a:xfrm>
              <a:off x="8164894" y="-207299"/>
              <a:ext cx="1683928" cy="2349660"/>
              <a:chOff x="-1107581" y="1955801"/>
              <a:chExt cx="1683928" cy="2349660"/>
            </a:xfrm>
          </p:grpSpPr>
          <p:sp>
            <p:nvSpPr>
              <p:cNvPr id="1198" name="Google Shape;1198;p22"/>
              <p:cNvSpPr/>
              <p:nvPr/>
            </p:nvSpPr>
            <p:spPr>
              <a:xfrm>
                <a:off x="-1052755" y="1994962"/>
                <a:ext cx="1629103" cy="2310499"/>
              </a:xfrm>
              <a:custGeom>
                <a:avLst/>
                <a:gdLst/>
                <a:ahLst/>
                <a:cxnLst/>
                <a:rect l="l" t="t" r="r" b="b"/>
                <a:pathLst>
                  <a:path w="416" h="590" extrusionOk="0">
                    <a:moveTo>
                      <a:pt x="79" y="219"/>
                    </a:moveTo>
                    <a:lnTo>
                      <a:pt x="416" y="0"/>
                    </a:lnTo>
                    <a:lnTo>
                      <a:pt x="413" y="321"/>
                    </a:lnTo>
                    <a:lnTo>
                      <a:pt x="0" y="590"/>
                    </a:lnTo>
                    <a:lnTo>
                      <a:pt x="79" y="21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-1107581" y="1955801"/>
                <a:ext cx="1640851" cy="2322247"/>
              </a:xfrm>
              <a:custGeom>
                <a:avLst/>
                <a:gdLst/>
                <a:ahLst/>
                <a:cxnLst/>
                <a:rect l="l" t="t" r="r" b="b"/>
                <a:pathLst>
                  <a:path w="419" h="593" extrusionOk="0">
                    <a:moveTo>
                      <a:pt x="0" y="593"/>
                    </a:moveTo>
                    <a:lnTo>
                      <a:pt x="1" y="592"/>
                    </a:lnTo>
                    <a:lnTo>
                      <a:pt x="79" y="222"/>
                    </a:lnTo>
                    <a:lnTo>
                      <a:pt x="419" y="0"/>
                    </a:lnTo>
                    <a:lnTo>
                      <a:pt x="419" y="2"/>
                    </a:lnTo>
                    <a:lnTo>
                      <a:pt x="416" y="323"/>
                    </a:lnTo>
                    <a:lnTo>
                      <a:pt x="416" y="324"/>
                    </a:lnTo>
                    <a:lnTo>
                      <a:pt x="0" y="593"/>
                    </a:lnTo>
                    <a:close/>
                    <a:moveTo>
                      <a:pt x="81" y="222"/>
                    </a:moveTo>
                    <a:lnTo>
                      <a:pt x="3" y="589"/>
                    </a:lnTo>
                    <a:lnTo>
                      <a:pt x="413" y="323"/>
                    </a:lnTo>
                    <a:lnTo>
                      <a:pt x="418" y="3"/>
                    </a:lnTo>
                    <a:lnTo>
                      <a:pt x="81" y="22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0" name="Google Shape;1200;p22"/>
          <p:cNvGrpSpPr/>
          <p:nvPr/>
        </p:nvGrpSpPr>
        <p:grpSpPr>
          <a:xfrm>
            <a:off x="1048105" y="-1082360"/>
            <a:ext cx="8221699" cy="7304442"/>
            <a:chOff x="1048105" y="-1082360"/>
            <a:chExt cx="8221699" cy="7304442"/>
          </a:xfrm>
        </p:grpSpPr>
        <p:grpSp>
          <p:nvGrpSpPr>
            <p:cNvPr id="1201" name="Google Shape;1201;p22"/>
            <p:cNvGrpSpPr/>
            <p:nvPr/>
          </p:nvGrpSpPr>
          <p:grpSpPr>
            <a:xfrm>
              <a:off x="4840682" y="-1082360"/>
              <a:ext cx="4429121" cy="1617349"/>
              <a:chOff x="9431732" y="3526140"/>
              <a:chExt cx="4429121" cy="1617349"/>
            </a:xfrm>
          </p:grpSpPr>
          <p:sp>
            <p:nvSpPr>
              <p:cNvPr id="1202" name="Google Shape;1202;p22"/>
              <p:cNvSpPr/>
              <p:nvPr/>
            </p:nvSpPr>
            <p:spPr>
              <a:xfrm>
                <a:off x="118127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9431732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11961540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9576628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9506138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1210643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9725441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1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7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79" y="192"/>
                    </a:cubicBezTo>
                    <a:cubicBezTo>
                      <a:pt x="79" y="192"/>
                      <a:pt x="79" y="192"/>
                      <a:pt x="79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1" y="187"/>
                    </a:cubicBezTo>
                    <a:cubicBezTo>
                      <a:pt x="91" y="187"/>
                      <a:pt x="91" y="187"/>
                      <a:pt x="91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1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5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8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3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6" y="96"/>
                    </a:cubicBezTo>
                    <a:cubicBezTo>
                      <a:pt x="226" y="96"/>
                      <a:pt x="226" y="96"/>
                      <a:pt x="226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8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7" y="45"/>
                    </a:cubicBezTo>
                    <a:cubicBezTo>
                      <a:pt x="307" y="45"/>
                      <a:pt x="307" y="45"/>
                      <a:pt x="307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0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0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3" y="0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4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9651034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12255248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9866420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9799847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12396228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22"/>
              <p:cNvSpPr/>
              <p:nvPr/>
            </p:nvSpPr>
            <p:spPr>
              <a:xfrm>
                <a:off x="100113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22"/>
              <p:cNvSpPr/>
              <p:nvPr/>
            </p:nvSpPr>
            <p:spPr>
              <a:xfrm>
                <a:off x="9940827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22"/>
              <p:cNvSpPr/>
              <p:nvPr/>
            </p:nvSpPr>
            <p:spPr>
              <a:xfrm>
                <a:off x="12541124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22"/>
              <p:cNvSpPr/>
              <p:nvPr/>
            </p:nvSpPr>
            <p:spPr>
              <a:xfrm>
                <a:off x="1016012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3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6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6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0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3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3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5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7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39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22"/>
              <p:cNvSpPr/>
              <p:nvPr/>
            </p:nvSpPr>
            <p:spPr>
              <a:xfrm>
                <a:off x="10085723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22"/>
              <p:cNvSpPr/>
              <p:nvPr/>
            </p:nvSpPr>
            <p:spPr>
              <a:xfrm>
                <a:off x="12689936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22"/>
              <p:cNvSpPr/>
              <p:nvPr/>
            </p:nvSpPr>
            <p:spPr>
              <a:xfrm>
                <a:off x="10301109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22"/>
              <p:cNvSpPr/>
              <p:nvPr/>
            </p:nvSpPr>
            <p:spPr>
              <a:xfrm>
                <a:off x="1023453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22"/>
              <p:cNvSpPr/>
              <p:nvPr/>
            </p:nvSpPr>
            <p:spPr>
              <a:xfrm>
                <a:off x="12830916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22"/>
              <p:cNvSpPr/>
              <p:nvPr/>
            </p:nvSpPr>
            <p:spPr>
              <a:xfrm>
                <a:off x="1044600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22"/>
              <p:cNvSpPr/>
              <p:nvPr/>
            </p:nvSpPr>
            <p:spPr>
              <a:xfrm>
                <a:off x="1037551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22"/>
              <p:cNvSpPr/>
              <p:nvPr/>
            </p:nvSpPr>
            <p:spPr>
              <a:xfrm>
                <a:off x="12975813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22"/>
              <p:cNvSpPr/>
              <p:nvPr/>
            </p:nvSpPr>
            <p:spPr>
              <a:xfrm>
                <a:off x="1059481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5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3" y="169"/>
                    </a:cubicBezTo>
                    <a:cubicBezTo>
                      <a:pt x="113" y="169"/>
                      <a:pt x="113" y="169"/>
                      <a:pt x="113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5" y="165"/>
                    </a:cubicBezTo>
                    <a:cubicBezTo>
                      <a:pt x="125" y="165"/>
                      <a:pt x="125" y="165"/>
                      <a:pt x="125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5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2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7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8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0" y="74"/>
                    </a:cubicBezTo>
                    <a:cubicBezTo>
                      <a:pt x="260" y="74"/>
                      <a:pt x="260" y="74"/>
                      <a:pt x="260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2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1" y="23"/>
                    </a:cubicBezTo>
                    <a:cubicBezTo>
                      <a:pt x="341" y="23"/>
                      <a:pt x="341" y="23"/>
                      <a:pt x="341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22"/>
              <p:cNvSpPr/>
              <p:nvPr/>
            </p:nvSpPr>
            <p:spPr>
              <a:xfrm>
                <a:off x="10520411" y="5123909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2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22"/>
              <p:cNvSpPr/>
              <p:nvPr/>
            </p:nvSpPr>
            <p:spPr>
              <a:xfrm>
                <a:off x="13124625" y="3526140"/>
                <a:ext cx="11748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22"/>
              <p:cNvSpPr/>
              <p:nvPr/>
            </p:nvSpPr>
            <p:spPr>
              <a:xfrm>
                <a:off x="10735797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22"/>
              <p:cNvSpPr/>
              <p:nvPr/>
            </p:nvSpPr>
            <p:spPr>
              <a:xfrm>
                <a:off x="10669223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22"/>
              <p:cNvSpPr/>
              <p:nvPr/>
            </p:nvSpPr>
            <p:spPr>
              <a:xfrm>
                <a:off x="1326560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22"/>
              <p:cNvSpPr/>
              <p:nvPr/>
            </p:nvSpPr>
            <p:spPr>
              <a:xfrm>
                <a:off x="10876777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49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22"/>
              <p:cNvSpPr/>
              <p:nvPr/>
            </p:nvSpPr>
            <p:spPr>
              <a:xfrm>
                <a:off x="10810203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22"/>
              <p:cNvSpPr/>
              <p:nvPr/>
            </p:nvSpPr>
            <p:spPr>
              <a:xfrm>
                <a:off x="13406585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22"/>
              <p:cNvSpPr/>
              <p:nvPr/>
            </p:nvSpPr>
            <p:spPr>
              <a:xfrm>
                <a:off x="11025589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2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7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0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1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0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49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1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4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7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7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49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1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6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1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3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22"/>
              <p:cNvSpPr/>
              <p:nvPr/>
            </p:nvSpPr>
            <p:spPr>
              <a:xfrm>
                <a:off x="10959015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22"/>
              <p:cNvSpPr/>
              <p:nvPr/>
            </p:nvSpPr>
            <p:spPr>
              <a:xfrm>
                <a:off x="13555397" y="3526140"/>
                <a:ext cx="15664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2"/>
              <p:cNvSpPr/>
              <p:nvPr/>
            </p:nvSpPr>
            <p:spPr>
              <a:xfrm>
                <a:off x="11170485" y="3573133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2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2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1" y="245"/>
                      <a:pt x="0" y="245"/>
                    </a:cubicBezTo>
                    <a:close/>
                    <a:moveTo>
                      <a:pt x="12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2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5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6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4" y="223"/>
                    </a:cubicBezTo>
                    <a:close/>
                    <a:moveTo>
                      <a:pt x="46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6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7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59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1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0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1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3" y="171"/>
                    </a:cubicBezTo>
                    <a:close/>
                    <a:moveTo>
                      <a:pt x="125" y="164"/>
                    </a:moveTo>
                    <a:cubicBezTo>
                      <a:pt x="124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8" y="147"/>
                      <a:pt x="149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7" y="149"/>
                    </a:cubicBezTo>
                    <a:close/>
                    <a:moveTo>
                      <a:pt x="159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3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2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1" y="127"/>
                    </a:cubicBezTo>
                    <a:close/>
                    <a:moveTo>
                      <a:pt x="193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6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8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7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8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0" y="76"/>
                    </a:cubicBezTo>
                    <a:close/>
                    <a:moveTo>
                      <a:pt x="272" y="68"/>
                    </a:moveTo>
                    <a:cubicBezTo>
                      <a:pt x="271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1"/>
                      <a:pt x="296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4" y="53"/>
                    </a:cubicBezTo>
                    <a:close/>
                    <a:moveTo>
                      <a:pt x="306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20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8" y="31"/>
                    </a:cubicBezTo>
                    <a:close/>
                    <a:moveTo>
                      <a:pt x="340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0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3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4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2"/>
              <p:cNvSpPr/>
              <p:nvPr/>
            </p:nvSpPr>
            <p:spPr>
              <a:xfrm>
                <a:off x="11099995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2"/>
                    </a:cubicBezTo>
                    <a:cubicBezTo>
                      <a:pt x="3" y="2"/>
                      <a:pt x="2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2"/>
              <p:cNvSpPr/>
              <p:nvPr/>
            </p:nvSpPr>
            <p:spPr>
              <a:xfrm>
                <a:off x="1370029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1" y="3"/>
                      <a:pt x="0" y="3"/>
                      <a:pt x="0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2"/>
              <p:cNvSpPr/>
              <p:nvPr/>
            </p:nvSpPr>
            <p:spPr>
              <a:xfrm>
                <a:off x="11311465" y="3573133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1" y="245"/>
                    </a:moveTo>
                    <a:cubicBezTo>
                      <a:pt x="0" y="244"/>
                      <a:pt x="0" y="244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3" y="243"/>
                      <a:pt x="3" y="244"/>
                    </a:cubicBezTo>
                    <a:cubicBezTo>
                      <a:pt x="3" y="244"/>
                      <a:pt x="3" y="244"/>
                      <a:pt x="3" y="244"/>
                    </a:cubicBezTo>
                    <a:cubicBezTo>
                      <a:pt x="3" y="244"/>
                      <a:pt x="3" y="245"/>
                      <a:pt x="3" y="245"/>
                    </a:cubicBezTo>
                    <a:cubicBezTo>
                      <a:pt x="3" y="245"/>
                      <a:pt x="3" y="245"/>
                      <a:pt x="3" y="245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5"/>
                      <a:pt x="1" y="245"/>
                    </a:cubicBezTo>
                    <a:close/>
                    <a:moveTo>
                      <a:pt x="12" y="238"/>
                    </a:moveTo>
                    <a:cubicBezTo>
                      <a:pt x="12" y="237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5"/>
                      <a:pt x="14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5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4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2" y="238"/>
                      <a:pt x="12" y="238"/>
                    </a:cubicBezTo>
                    <a:close/>
                    <a:moveTo>
                      <a:pt x="23" y="230"/>
                    </a:moveTo>
                    <a:cubicBezTo>
                      <a:pt x="23" y="230"/>
                      <a:pt x="23" y="229"/>
                      <a:pt x="24" y="228"/>
                    </a:cubicBezTo>
                    <a:cubicBezTo>
                      <a:pt x="24" y="228"/>
                      <a:pt x="24" y="228"/>
                      <a:pt x="24" y="228"/>
                    </a:cubicBezTo>
                    <a:cubicBezTo>
                      <a:pt x="24" y="228"/>
                      <a:pt x="25" y="228"/>
                      <a:pt x="26" y="229"/>
                    </a:cubicBezTo>
                    <a:cubicBezTo>
                      <a:pt x="26" y="229"/>
                      <a:pt x="26" y="229"/>
                      <a:pt x="26" y="229"/>
                    </a:cubicBezTo>
                    <a:cubicBezTo>
                      <a:pt x="26" y="229"/>
                      <a:pt x="26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3" y="230"/>
                    </a:cubicBezTo>
                    <a:close/>
                    <a:moveTo>
                      <a:pt x="35" y="223"/>
                    </a:moveTo>
                    <a:cubicBezTo>
                      <a:pt x="34" y="222"/>
                      <a:pt x="34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1"/>
                    </a:cubicBezTo>
                    <a:cubicBezTo>
                      <a:pt x="37" y="221"/>
                      <a:pt x="37" y="221"/>
                      <a:pt x="37" y="221"/>
                    </a:cubicBezTo>
                    <a:cubicBezTo>
                      <a:pt x="37" y="222"/>
                      <a:pt x="37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5" y="223"/>
                      <a:pt x="35" y="223"/>
                      <a:pt x="35" y="223"/>
                    </a:cubicBezTo>
                    <a:close/>
                    <a:moveTo>
                      <a:pt x="46" y="216"/>
                    </a:move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3"/>
                      <a:pt x="48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9" y="215"/>
                      <a:pt x="48" y="215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8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6" y="216"/>
                      <a:pt x="46" y="216"/>
                    </a:cubicBezTo>
                    <a:close/>
                    <a:moveTo>
                      <a:pt x="57" y="208"/>
                    </a:moveTo>
                    <a:cubicBezTo>
                      <a:pt x="57" y="208"/>
                      <a:pt x="57" y="207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60" y="207"/>
                      <a:pt x="60" y="208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7" y="209"/>
                      <a:pt x="57" y="208"/>
                    </a:cubicBezTo>
                    <a:close/>
                    <a:moveTo>
                      <a:pt x="69" y="201"/>
                    </a:moveTo>
                    <a:cubicBezTo>
                      <a:pt x="68" y="200"/>
                      <a:pt x="68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199"/>
                    </a:cubicBezTo>
                    <a:cubicBezTo>
                      <a:pt x="71" y="199"/>
                      <a:pt x="71" y="199"/>
                      <a:pt x="71" y="199"/>
                    </a:cubicBezTo>
                    <a:cubicBezTo>
                      <a:pt x="71" y="200"/>
                      <a:pt x="71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69" y="201"/>
                      <a:pt x="69" y="201"/>
                      <a:pt x="69" y="201"/>
                    </a:cubicBezTo>
                    <a:close/>
                    <a:moveTo>
                      <a:pt x="80" y="193"/>
                    </a:moveTo>
                    <a:cubicBezTo>
                      <a:pt x="79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1"/>
                      <a:pt x="82" y="191"/>
                      <a:pt x="82" y="192"/>
                    </a:cubicBezTo>
                    <a:cubicBezTo>
                      <a:pt x="82" y="192"/>
                      <a:pt x="82" y="192"/>
                      <a:pt x="82" y="192"/>
                    </a:cubicBezTo>
                    <a:cubicBezTo>
                      <a:pt x="83" y="193"/>
                      <a:pt x="82" y="193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0" y="194"/>
                      <a:pt x="80" y="193"/>
                    </a:cubicBezTo>
                    <a:close/>
                    <a:moveTo>
                      <a:pt x="91" y="186"/>
                    </a:moveTo>
                    <a:cubicBezTo>
                      <a:pt x="91" y="185"/>
                      <a:pt x="91" y="185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4" y="185"/>
                      <a:pt x="94" y="186"/>
                      <a:pt x="93" y="186"/>
                    </a:cubicBezTo>
                    <a:cubicBezTo>
                      <a:pt x="93" y="186"/>
                      <a:pt x="93" y="186"/>
                      <a:pt x="93" y="186"/>
                    </a:cubicBezTo>
                    <a:cubicBezTo>
                      <a:pt x="93" y="187"/>
                      <a:pt x="93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2" y="178"/>
                      <a:pt x="102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6"/>
                      <a:pt x="104" y="177"/>
                      <a:pt x="105" y="177"/>
                    </a:cubicBezTo>
                    <a:cubicBezTo>
                      <a:pt x="105" y="177"/>
                      <a:pt x="105" y="177"/>
                      <a:pt x="105" y="177"/>
                    </a:cubicBez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2" y="179"/>
                    </a:cubicBezTo>
                    <a:close/>
                    <a:moveTo>
                      <a:pt x="114" y="171"/>
                    </a:moveTo>
                    <a:cubicBezTo>
                      <a:pt x="113" y="171"/>
                      <a:pt x="114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5" y="169"/>
                      <a:pt x="116" y="169"/>
                      <a:pt x="116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16" y="170"/>
                      <a:pt x="116" y="171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2"/>
                      <a:pt x="114" y="172"/>
                      <a:pt x="114" y="171"/>
                    </a:cubicBezTo>
                    <a:close/>
                    <a:moveTo>
                      <a:pt x="125" y="164"/>
                    </a:moveTo>
                    <a:cubicBezTo>
                      <a:pt x="125" y="163"/>
                      <a:pt x="125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6" y="162"/>
                      <a:pt x="127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8" y="163"/>
                      <a:pt x="128" y="164"/>
                      <a:pt x="127" y="164"/>
                    </a:cubicBezTo>
                    <a:cubicBezTo>
                      <a:pt x="127" y="164"/>
                      <a:pt x="127" y="164"/>
                      <a:pt x="127" y="164"/>
                    </a:cubicBezTo>
                    <a:cubicBezTo>
                      <a:pt x="127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4"/>
                      <a:pt x="125" y="164"/>
                    </a:cubicBezTo>
                    <a:close/>
                    <a:moveTo>
                      <a:pt x="136" y="157"/>
                    </a:moveTo>
                    <a:cubicBezTo>
                      <a:pt x="136" y="156"/>
                      <a:pt x="136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4"/>
                      <a:pt x="138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6" y="157"/>
                    </a:cubicBezTo>
                    <a:close/>
                    <a:moveTo>
                      <a:pt x="148" y="149"/>
                    </a:moveTo>
                    <a:cubicBezTo>
                      <a:pt x="147" y="149"/>
                      <a:pt x="147" y="148"/>
                      <a:pt x="148" y="147"/>
                    </a:cubicBezTo>
                    <a:cubicBezTo>
                      <a:pt x="148" y="147"/>
                      <a:pt x="148" y="147"/>
                      <a:pt x="148" y="147"/>
                    </a:cubicBezTo>
                    <a:cubicBezTo>
                      <a:pt x="149" y="147"/>
                      <a:pt x="150" y="147"/>
                      <a:pt x="150" y="148"/>
                    </a:cubicBezTo>
                    <a:cubicBezTo>
                      <a:pt x="150" y="148"/>
                      <a:pt x="150" y="148"/>
                      <a:pt x="150" y="148"/>
                    </a:cubicBezTo>
                    <a:cubicBezTo>
                      <a:pt x="150" y="148"/>
                      <a:pt x="150" y="149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8" y="149"/>
                    </a:cubicBezTo>
                    <a:close/>
                    <a:moveTo>
                      <a:pt x="159" y="142"/>
                    </a:moveTo>
                    <a:cubicBezTo>
                      <a:pt x="159" y="141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1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2" y="141"/>
                      <a:pt x="161" y="142"/>
                      <a:pt x="161" y="142"/>
                    </a:cubicBezTo>
                    <a:cubicBezTo>
                      <a:pt x="161" y="142"/>
                      <a:pt x="161" y="142"/>
                      <a:pt x="161" y="142"/>
                    </a:cubicBezTo>
                    <a:cubicBezTo>
                      <a:pt x="161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59" y="142"/>
                      <a:pt x="159" y="142"/>
                    </a:cubicBezTo>
                    <a:close/>
                    <a:moveTo>
                      <a:pt x="170" y="134"/>
                    </a:move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2"/>
                      <a:pt x="172" y="132"/>
                      <a:pt x="173" y="133"/>
                    </a:cubicBezTo>
                    <a:cubicBezTo>
                      <a:pt x="173" y="133"/>
                      <a:pt x="173" y="133"/>
                      <a:pt x="173" y="133"/>
                    </a:cubicBezTo>
                    <a:cubicBezTo>
                      <a:pt x="173" y="134"/>
                      <a:pt x="173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0" y="134"/>
                    </a:cubicBezTo>
                    <a:close/>
                    <a:moveTo>
                      <a:pt x="182" y="127"/>
                    </a:moveTo>
                    <a:cubicBezTo>
                      <a:pt x="181" y="127"/>
                      <a:pt x="181" y="126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5"/>
                      <a:pt x="184" y="126"/>
                    </a:cubicBezTo>
                    <a:cubicBezTo>
                      <a:pt x="184" y="126"/>
                      <a:pt x="184" y="126"/>
                      <a:pt x="184" y="126"/>
                    </a:cubicBezTo>
                    <a:cubicBezTo>
                      <a:pt x="184" y="126"/>
                      <a:pt x="184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2" y="128"/>
                      <a:pt x="182" y="127"/>
                    </a:cubicBezTo>
                    <a:close/>
                    <a:moveTo>
                      <a:pt x="193" y="120"/>
                    </a:moveTo>
                    <a:cubicBezTo>
                      <a:pt x="193" y="119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5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6" y="119"/>
                      <a:pt x="195" y="120"/>
                      <a:pt x="195" y="120"/>
                    </a:cubicBezTo>
                    <a:cubicBezTo>
                      <a:pt x="195" y="120"/>
                      <a:pt x="195" y="120"/>
                      <a:pt x="195" y="120"/>
                    </a:cubicBezTo>
                    <a:cubicBezTo>
                      <a:pt x="195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3" y="120"/>
                      <a:pt x="193" y="120"/>
                    </a:cubicBezTo>
                    <a:close/>
                    <a:moveTo>
                      <a:pt x="204" y="112"/>
                    </a:move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0"/>
                      <a:pt x="206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7" y="112"/>
                      <a:pt x="207" y="112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4" y="112"/>
                    </a:cubicBezTo>
                    <a:close/>
                    <a:moveTo>
                      <a:pt x="216" y="105"/>
                    </a:moveTo>
                    <a:cubicBezTo>
                      <a:pt x="215" y="104"/>
                      <a:pt x="215" y="104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3"/>
                      <a:pt x="218" y="104"/>
                    </a:cubicBezTo>
                    <a:cubicBezTo>
                      <a:pt x="218" y="104"/>
                      <a:pt x="218" y="104"/>
                      <a:pt x="218" y="104"/>
                    </a:cubicBezTo>
                    <a:cubicBezTo>
                      <a:pt x="218" y="104"/>
                      <a:pt x="218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6" y="105"/>
                      <a:pt x="216" y="105"/>
                    </a:cubicBezTo>
                    <a:close/>
                    <a:moveTo>
                      <a:pt x="227" y="98"/>
                    </a:moveTo>
                    <a:cubicBezTo>
                      <a:pt x="226" y="97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5"/>
                      <a:pt x="229" y="96"/>
                      <a:pt x="229" y="96"/>
                    </a:cubicBezTo>
                    <a:cubicBezTo>
                      <a:pt x="229" y="96"/>
                      <a:pt x="229" y="96"/>
                      <a:pt x="229" y="96"/>
                    </a:cubicBez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7" y="98"/>
                      <a:pt x="227" y="98"/>
                    </a:cubicBezTo>
                    <a:close/>
                    <a:moveTo>
                      <a:pt x="238" y="90"/>
                    </a:moveTo>
                    <a:cubicBezTo>
                      <a:pt x="238" y="90"/>
                      <a:pt x="238" y="89"/>
                      <a:pt x="239" y="88"/>
                    </a:cubicBezTo>
                    <a:cubicBezTo>
                      <a:pt x="239" y="88"/>
                      <a:pt x="239" y="88"/>
                      <a:pt x="239" y="88"/>
                    </a:cubicBezTo>
                    <a:cubicBezTo>
                      <a:pt x="239" y="88"/>
                      <a:pt x="240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1" y="89"/>
                      <a:pt x="241" y="90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8" y="91"/>
                      <a:pt x="238" y="90"/>
                    </a:cubicBezTo>
                    <a:close/>
                    <a:moveTo>
                      <a:pt x="250" y="83"/>
                    </a:moveTo>
                    <a:cubicBezTo>
                      <a:pt x="249" y="82"/>
                      <a:pt x="249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2" y="81"/>
                    </a:cubicBezTo>
                    <a:cubicBezTo>
                      <a:pt x="252" y="81"/>
                      <a:pt x="252" y="81"/>
                      <a:pt x="252" y="81"/>
                    </a:cubicBezTo>
                    <a:cubicBezTo>
                      <a:pt x="252" y="82"/>
                      <a:pt x="252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1" y="83"/>
                      <a:pt x="251" y="84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3"/>
                      <a:pt x="250" y="83"/>
                    </a:cubicBezTo>
                    <a:close/>
                    <a:moveTo>
                      <a:pt x="261" y="76"/>
                    </a:moveTo>
                    <a:cubicBezTo>
                      <a:pt x="260" y="75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3"/>
                      <a:pt x="263" y="73"/>
                      <a:pt x="263" y="74"/>
                    </a:cubicBezTo>
                    <a:cubicBezTo>
                      <a:pt x="263" y="74"/>
                      <a:pt x="263" y="74"/>
                      <a:pt x="263" y="74"/>
                    </a:cubicBezTo>
                    <a:cubicBezTo>
                      <a:pt x="263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6"/>
                      <a:pt x="261" y="76"/>
                      <a:pt x="261" y="76"/>
                    </a:cubicBezTo>
                    <a:close/>
                    <a:moveTo>
                      <a:pt x="272" y="68"/>
                    </a:moveTo>
                    <a:cubicBezTo>
                      <a:pt x="272" y="68"/>
                      <a:pt x="272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3" y="66"/>
                      <a:pt x="274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5" y="67"/>
                      <a:pt x="275" y="68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4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8"/>
                    </a:cubicBezTo>
                    <a:close/>
                    <a:moveTo>
                      <a:pt x="283" y="61"/>
                    </a:moveTo>
                    <a:cubicBezTo>
                      <a:pt x="283" y="60"/>
                      <a:pt x="283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6" y="59"/>
                    </a:cubicBezTo>
                    <a:cubicBezTo>
                      <a:pt x="286" y="59"/>
                      <a:pt x="286" y="59"/>
                      <a:pt x="286" y="59"/>
                    </a:cubicBezTo>
                    <a:cubicBezTo>
                      <a:pt x="286" y="60"/>
                      <a:pt x="286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3" y="61"/>
                    </a:cubicBezTo>
                    <a:close/>
                    <a:moveTo>
                      <a:pt x="295" y="53"/>
                    </a:move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1"/>
                      <a:pt x="297" y="51"/>
                      <a:pt x="297" y="52"/>
                    </a:cubicBezTo>
                    <a:cubicBezTo>
                      <a:pt x="297" y="52"/>
                      <a:pt x="297" y="52"/>
                      <a:pt x="297" y="52"/>
                    </a:cubicBezTo>
                    <a:cubicBezTo>
                      <a:pt x="297" y="53"/>
                      <a:pt x="297" y="53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4"/>
                      <a:pt x="295" y="54"/>
                      <a:pt x="295" y="53"/>
                    </a:cubicBezTo>
                    <a:close/>
                    <a:moveTo>
                      <a:pt x="306" y="46"/>
                    </a:moveTo>
                    <a:cubicBezTo>
                      <a:pt x="306" y="45"/>
                      <a:pt x="306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7" y="44"/>
                      <a:pt x="308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9" y="45"/>
                      <a:pt x="308" y="46"/>
                      <a:pt x="308" y="46"/>
                    </a:cubicBezTo>
                    <a:cubicBezTo>
                      <a:pt x="308" y="46"/>
                      <a:pt x="308" y="46"/>
                      <a:pt x="308" y="46"/>
                    </a:cubicBezTo>
                    <a:cubicBezTo>
                      <a:pt x="308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6"/>
                      <a:pt x="306" y="46"/>
                    </a:cubicBezTo>
                    <a:close/>
                    <a:moveTo>
                      <a:pt x="317" y="39"/>
                    </a:moveTo>
                    <a:cubicBezTo>
                      <a:pt x="317" y="38"/>
                      <a:pt x="317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6"/>
                      <a:pt x="319" y="37"/>
                      <a:pt x="320" y="37"/>
                    </a:cubicBezTo>
                    <a:cubicBezTo>
                      <a:pt x="320" y="37"/>
                      <a:pt x="320" y="37"/>
                      <a:pt x="320" y="37"/>
                    </a:cubicBezTo>
                    <a:cubicBezTo>
                      <a:pt x="320" y="38"/>
                      <a:pt x="320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7" y="39"/>
                    </a:cubicBezTo>
                    <a:close/>
                    <a:moveTo>
                      <a:pt x="329" y="31"/>
                    </a:move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29"/>
                      <a:pt x="330" y="29"/>
                      <a:pt x="331" y="30"/>
                    </a:cubicBezTo>
                    <a:cubicBezTo>
                      <a:pt x="331" y="30"/>
                      <a:pt x="331" y="30"/>
                      <a:pt x="331" y="30"/>
                    </a:cubicBezTo>
                    <a:cubicBezTo>
                      <a:pt x="331" y="31"/>
                      <a:pt x="331" y="31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2"/>
                      <a:pt x="329" y="32"/>
                      <a:pt x="329" y="31"/>
                    </a:cubicBezTo>
                    <a:close/>
                    <a:moveTo>
                      <a:pt x="340" y="24"/>
                    </a:moveTo>
                    <a:cubicBezTo>
                      <a:pt x="340" y="23"/>
                      <a:pt x="340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1" y="22"/>
                      <a:pt x="342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3" y="23"/>
                      <a:pt x="342" y="24"/>
                      <a:pt x="342" y="24"/>
                    </a:cubicBezTo>
                    <a:cubicBezTo>
                      <a:pt x="342" y="24"/>
                      <a:pt x="342" y="24"/>
                      <a:pt x="342" y="24"/>
                    </a:cubicBezTo>
                    <a:cubicBezTo>
                      <a:pt x="342" y="25"/>
                      <a:pt x="341" y="25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4"/>
                      <a:pt x="340" y="24"/>
                    </a:cubicBezTo>
                    <a:close/>
                    <a:moveTo>
                      <a:pt x="351" y="17"/>
                    </a:moveTo>
                    <a:cubicBezTo>
                      <a:pt x="351" y="16"/>
                      <a:pt x="351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4"/>
                      <a:pt x="353" y="15"/>
                      <a:pt x="354" y="15"/>
                    </a:cubicBezTo>
                    <a:cubicBezTo>
                      <a:pt x="354" y="15"/>
                      <a:pt x="354" y="15"/>
                      <a:pt x="354" y="15"/>
                    </a:cubicBez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1" y="17"/>
                    </a:cubicBezTo>
                    <a:close/>
                    <a:moveTo>
                      <a:pt x="363" y="9"/>
                    </a:moveTo>
                    <a:cubicBezTo>
                      <a:pt x="362" y="9"/>
                      <a:pt x="362" y="8"/>
                      <a:pt x="363" y="7"/>
                    </a:cubicBezTo>
                    <a:cubicBezTo>
                      <a:pt x="363" y="7"/>
                      <a:pt x="363" y="7"/>
                      <a:pt x="363" y="7"/>
                    </a:cubicBezTo>
                    <a:cubicBezTo>
                      <a:pt x="364" y="7"/>
                      <a:pt x="364" y="7"/>
                      <a:pt x="365" y="8"/>
                    </a:cubicBezTo>
                    <a:cubicBezTo>
                      <a:pt x="365" y="8"/>
                      <a:pt x="365" y="8"/>
                      <a:pt x="365" y="8"/>
                    </a:cubicBezTo>
                    <a:cubicBezTo>
                      <a:pt x="365" y="8"/>
                      <a:pt x="365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3" y="10"/>
                      <a:pt x="363" y="9"/>
                    </a:cubicBezTo>
                    <a:close/>
                    <a:moveTo>
                      <a:pt x="374" y="2"/>
                    </a:moveTo>
                    <a:cubicBezTo>
                      <a:pt x="373" y="1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6" y="0"/>
                      <a:pt x="376" y="0"/>
                    </a:cubicBezTo>
                    <a:cubicBezTo>
                      <a:pt x="376" y="0"/>
                      <a:pt x="376" y="0"/>
                      <a:pt x="376" y="0"/>
                    </a:cubicBezTo>
                    <a:cubicBezTo>
                      <a:pt x="377" y="1"/>
                      <a:pt x="376" y="2"/>
                      <a:pt x="376" y="2"/>
                    </a:cubicBezTo>
                    <a:cubicBezTo>
                      <a:pt x="376" y="2"/>
                      <a:pt x="376" y="2"/>
                      <a:pt x="376" y="2"/>
                    </a:cubicBezTo>
                    <a:cubicBezTo>
                      <a:pt x="376" y="2"/>
                      <a:pt x="375" y="3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2"/>
                      <a:pt x="374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2"/>
              <p:cNvSpPr/>
              <p:nvPr/>
            </p:nvSpPr>
            <p:spPr>
              <a:xfrm>
                <a:off x="11244892" y="5123909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2"/>
              <p:cNvSpPr/>
              <p:nvPr/>
            </p:nvSpPr>
            <p:spPr>
              <a:xfrm>
                <a:off x="13841273" y="3526140"/>
                <a:ext cx="19581" cy="15664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3"/>
                    </a:move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2" y="0"/>
                      <a:pt x="2" y="0"/>
                      <a:pt x="3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3" y="3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2"/>
              <p:cNvSpPr/>
              <p:nvPr/>
            </p:nvSpPr>
            <p:spPr>
              <a:xfrm>
                <a:off x="11460278" y="3573133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0" y="245"/>
                    </a:moveTo>
                    <a:cubicBezTo>
                      <a:pt x="0" y="244"/>
                      <a:pt x="0" y="244"/>
                      <a:pt x="0" y="243"/>
                    </a:cubicBezTo>
                    <a:cubicBezTo>
                      <a:pt x="0" y="243"/>
                      <a:pt x="0" y="243"/>
                      <a:pt x="0" y="243"/>
                    </a:cubicBezTo>
                    <a:cubicBezTo>
                      <a:pt x="1" y="243"/>
                      <a:pt x="2" y="243"/>
                      <a:pt x="2" y="244"/>
                    </a:cubicBezTo>
                    <a:cubicBezTo>
                      <a:pt x="2" y="244"/>
                      <a:pt x="2" y="244"/>
                      <a:pt x="2" y="244"/>
                    </a:cubicBezTo>
                    <a:cubicBezTo>
                      <a:pt x="3" y="244"/>
                      <a:pt x="3" y="245"/>
                      <a:pt x="2" y="245"/>
                    </a:cubicBezTo>
                    <a:cubicBezTo>
                      <a:pt x="2" y="245"/>
                      <a:pt x="2" y="245"/>
                      <a:pt x="2" y="245"/>
                    </a:cubicBezTo>
                    <a:cubicBezTo>
                      <a:pt x="2" y="246"/>
                      <a:pt x="1" y="246"/>
                      <a:pt x="1" y="246"/>
                    </a:cubicBezTo>
                    <a:cubicBezTo>
                      <a:pt x="1" y="246"/>
                      <a:pt x="1" y="246"/>
                      <a:pt x="1" y="246"/>
                    </a:cubicBezTo>
                    <a:cubicBezTo>
                      <a:pt x="1" y="246"/>
                      <a:pt x="0" y="245"/>
                      <a:pt x="0" y="245"/>
                    </a:cubicBezTo>
                    <a:close/>
                    <a:moveTo>
                      <a:pt x="11" y="238"/>
                    </a:moveTo>
                    <a:cubicBezTo>
                      <a:pt x="11" y="237"/>
                      <a:pt x="11" y="236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5"/>
                      <a:pt x="13" y="236"/>
                      <a:pt x="14" y="236"/>
                    </a:cubicBezTo>
                    <a:cubicBezTo>
                      <a:pt x="14" y="236"/>
                      <a:pt x="14" y="236"/>
                      <a:pt x="14" y="236"/>
                    </a:cubicBez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8"/>
                      <a:pt x="13" y="238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8"/>
                      <a:pt x="12" y="238"/>
                      <a:pt x="11" y="238"/>
                    </a:cubicBezTo>
                    <a:close/>
                    <a:moveTo>
                      <a:pt x="23" y="230"/>
                    </a:moveTo>
                    <a:cubicBezTo>
                      <a:pt x="22" y="230"/>
                      <a:pt x="22" y="229"/>
                      <a:pt x="23" y="228"/>
                    </a:cubicBezTo>
                    <a:cubicBezTo>
                      <a:pt x="23" y="228"/>
                      <a:pt x="23" y="228"/>
                      <a:pt x="23" y="228"/>
                    </a:cubicBezTo>
                    <a:cubicBezTo>
                      <a:pt x="24" y="228"/>
                      <a:pt x="24" y="228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30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4" y="231"/>
                      <a:pt x="24" y="231"/>
                      <a:pt x="24" y="231"/>
                    </a:cubicBezTo>
                    <a:cubicBezTo>
                      <a:pt x="23" y="231"/>
                      <a:pt x="23" y="231"/>
                      <a:pt x="23" y="230"/>
                    </a:cubicBezTo>
                    <a:close/>
                    <a:moveTo>
                      <a:pt x="34" y="223"/>
                    </a:moveTo>
                    <a:cubicBezTo>
                      <a:pt x="34" y="222"/>
                      <a:pt x="34" y="221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7" y="222"/>
                      <a:pt x="36" y="223"/>
                      <a:pt x="36" y="223"/>
                    </a:cubicBezTo>
                    <a:cubicBezTo>
                      <a:pt x="36" y="223"/>
                      <a:pt x="36" y="223"/>
                      <a:pt x="36" y="223"/>
                    </a:cubicBezTo>
                    <a:cubicBezTo>
                      <a:pt x="36" y="223"/>
                      <a:pt x="35" y="223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5" y="223"/>
                      <a:pt x="34" y="223"/>
                      <a:pt x="34" y="223"/>
                    </a:cubicBezTo>
                    <a:close/>
                    <a:moveTo>
                      <a:pt x="45" y="216"/>
                    </a:move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3"/>
                      <a:pt x="47" y="213"/>
                      <a:pt x="48" y="214"/>
                    </a:cubicBezTo>
                    <a:cubicBezTo>
                      <a:pt x="48" y="214"/>
                      <a:pt x="48" y="214"/>
                      <a:pt x="48" y="214"/>
                    </a:cubicBezTo>
                    <a:cubicBezTo>
                      <a:pt x="48" y="215"/>
                      <a:pt x="48" y="215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6"/>
                      <a:pt x="47" y="216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6"/>
                      <a:pt x="46" y="216"/>
                      <a:pt x="45" y="216"/>
                    </a:cubicBezTo>
                    <a:close/>
                    <a:moveTo>
                      <a:pt x="57" y="208"/>
                    </a:moveTo>
                    <a:cubicBezTo>
                      <a:pt x="56" y="208"/>
                      <a:pt x="56" y="207"/>
                      <a:pt x="57" y="206"/>
                    </a:cubicBezTo>
                    <a:cubicBezTo>
                      <a:pt x="57" y="206"/>
                      <a:pt x="57" y="206"/>
                      <a:pt x="57" y="206"/>
                    </a:cubicBezTo>
                    <a:cubicBezTo>
                      <a:pt x="58" y="206"/>
                      <a:pt x="58" y="206"/>
                      <a:pt x="59" y="207"/>
                    </a:cubicBezTo>
                    <a:cubicBezTo>
                      <a:pt x="59" y="207"/>
                      <a:pt x="59" y="207"/>
                      <a:pt x="59" y="207"/>
                    </a:cubicBezTo>
                    <a:cubicBezTo>
                      <a:pt x="59" y="207"/>
                      <a:pt x="59" y="208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8" y="209"/>
                      <a:pt x="58" y="209"/>
                      <a:pt x="58" y="209"/>
                    </a:cubicBezTo>
                    <a:cubicBezTo>
                      <a:pt x="57" y="209"/>
                      <a:pt x="57" y="209"/>
                      <a:pt x="57" y="208"/>
                    </a:cubicBezTo>
                    <a:close/>
                    <a:moveTo>
                      <a:pt x="68" y="201"/>
                    </a:moveTo>
                    <a:cubicBezTo>
                      <a:pt x="68" y="200"/>
                      <a:pt x="68" y="199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70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1" y="200"/>
                      <a:pt x="70" y="201"/>
                      <a:pt x="70" y="201"/>
                    </a:cubicBezTo>
                    <a:cubicBezTo>
                      <a:pt x="70" y="201"/>
                      <a:pt x="70" y="201"/>
                      <a:pt x="70" y="201"/>
                    </a:cubicBezTo>
                    <a:cubicBezTo>
                      <a:pt x="70" y="201"/>
                      <a:pt x="69" y="201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9" y="201"/>
                      <a:pt x="68" y="201"/>
                      <a:pt x="68" y="201"/>
                    </a:cubicBezTo>
                    <a:close/>
                    <a:moveTo>
                      <a:pt x="79" y="193"/>
                    </a:move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1"/>
                      <a:pt x="81" y="191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3"/>
                      <a:pt x="82" y="193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4"/>
                      <a:pt x="81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4"/>
                      <a:pt x="79" y="194"/>
                      <a:pt x="79" y="193"/>
                    </a:cubicBezTo>
                    <a:close/>
                    <a:moveTo>
                      <a:pt x="91" y="186"/>
                    </a:moveTo>
                    <a:cubicBezTo>
                      <a:pt x="90" y="185"/>
                      <a:pt x="90" y="185"/>
                      <a:pt x="91" y="184"/>
                    </a:cubicBezTo>
                    <a:cubicBezTo>
                      <a:pt x="91" y="184"/>
                      <a:pt x="91" y="184"/>
                      <a:pt x="91" y="184"/>
                    </a:cubicBezTo>
                    <a:cubicBezTo>
                      <a:pt x="92" y="184"/>
                      <a:pt x="92" y="184"/>
                      <a:pt x="93" y="185"/>
                    </a:cubicBezTo>
                    <a:cubicBezTo>
                      <a:pt x="93" y="185"/>
                      <a:pt x="93" y="185"/>
                      <a:pt x="93" y="185"/>
                    </a:cubicBezTo>
                    <a:cubicBezTo>
                      <a:pt x="93" y="185"/>
                      <a:pt x="93" y="186"/>
                      <a:pt x="92" y="186"/>
                    </a:cubicBezTo>
                    <a:cubicBezTo>
                      <a:pt x="92" y="186"/>
                      <a:pt x="92" y="186"/>
                      <a:pt x="92" y="186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1" y="187"/>
                      <a:pt x="91" y="186"/>
                      <a:pt x="91" y="186"/>
                    </a:cubicBezTo>
                    <a:close/>
                    <a:moveTo>
                      <a:pt x="102" y="179"/>
                    </a:moveTo>
                    <a:cubicBezTo>
                      <a:pt x="101" y="178"/>
                      <a:pt x="102" y="177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6"/>
                      <a:pt x="104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3" y="179"/>
                      <a:pt x="102" y="179"/>
                      <a:pt x="102" y="179"/>
                    </a:cubicBezTo>
                    <a:close/>
                    <a:moveTo>
                      <a:pt x="113" y="171"/>
                    </a:moveTo>
                    <a:cubicBezTo>
                      <a:pt x="113" y="171"/>
                      <a:pt x="113" y="170"/>
                      <a:pt x="114" y="169"/>
                    </a:cubicBezTo>
                    <a:cubicBezTo>
                      <a:pt x="114" y="169"/>
                      <a:pt x="114" y="169"/>
                      <a:pt x="114" y="169"/>
                    </a:cubicBezTo>
                    <a:cubicBezTo>
                      <a:pt x="114" y="169"/>
                      <a:pt x="115" y="169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6" y="170"/>
                      <a:pt x="116" y="171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2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4" y="172"/>
                      <a:pt x="113" y="172"/>
                      <a:pt x="113" y="171"/>
                    </a:cubicBezTo>
                    <a:close/>
                    <a:moveTo>
                      <a:pt x="124" y="164"/>
                    </a:moveTo>
                    <a:cubicBezTo>
                      <a:pt x="124" y="163"/>
                      <a:pt x="124" y="162"/>
                      <a:pt x="125" y="162"/>
                    </a:cubicBezTo>
                    <a:cubicBezTo>
                      <a:pt x="125" y="162"/>
                      <a:pt x="125" y="162"/>
                      <a:pt x="125" y="162"/>
                    </a:cubicBezTo>
                    <a:cubicBezTo>
                      <a:pt x="125" y="162"/>
                      <a:pt x="126" y="162"/>
                      <a:pt x="127" y="162"/>
                    </a:cubicBezTo>
                    <a:cubicBezTo>
                      <a:pt x="127" y="162"/>
                      <a:pt x="127" y="162"/>
                      <a:pt x="127" y="162"/>
                    </a:cubicBezTo>
                    <a:cubicBezTo>
                      <a:pt x="127" y="163"/>
                      <a:pt x="127" y="164"/>
                      <a:pt x="126" y="164"/>
                    </a:cubicBezTo>
                    <a:cubicBezTo>
                      <a:pt x="126" y="164"/>
                      <a:pt x="126" y="164"/>
                      <a:pt x="126" y="164"/>
                    </a:cubicBezTo>
                    <a:cubicBezTo>
                      <a:pt x="126" y="164"/>
                      <a:pt x="126" y="165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5" y="165"/>
                      <a:pt x="125" y="164"/>
                      <a:pt x="124" y="164"/>
                    </a:cubicBezTo>
                    <a:close/>
                    <a:moveTo>
                      <a:pt x="136" y="157"/>
                    </a:moveTo>
                    <a:cubicBezTo>
                      <a:pt x="135" y="156"/>
                      <a:pt x="136" y="155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7" y="154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7" y="157"/>
                      <a:pt x="137" y="157"/>
                      <a:pt x="137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lose/>
                    <a:moveTo>
                      <a:pt x="147" y="149"/>
                    </a:moveTo>
                    <a:cubicBezTo>
                      <a:pt x="147" y="149"/>
                      <a:pt x="147" y="148"/>
                      <a:pt x="147" y="147"/>
                    </a:cubicBezTo>
                    <a:cubicBezTo>
                      <a:pt x="147" y="147"/>
                      <a:pt x="147" y="147"/>
                      <a:pt x="147" y="147"/>
                    </a:cubicBezTo>
                    <a:cubicBezTo>
                      <a:pt x="148" y="147"/>
                      <a:pt x="149" y="147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50" y="148"/>
                      <a:pt x="150" y="149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8" y="150"/>
                      <a:pt x="147" y="150"/>
                      <a:pt x="147" y="149"/>
                    </a:cubicBezTo>
                    <a:close/>
                    <a:moveTo>
                      <a:pt x="158" y="142"/>
                    </a:moveTo>
                    <a:cubicBezTo>
                      <a:pt x="158" y="141"/>
                      <a:pt x="158" y="140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1" y="140"/>
                    </a:cubicBezTo>
                    <a:cubicBezTo>
                      <a:pt x="161" y="140"/>
                      <a:pt x="161" y="140"/>
                      <a:pt x="161" y="140"/>
                    </a:cubicBezTo>
                    <a:cubicBezTo>
                      <a:pt x="161" y="141"/>
                      <a:pt x="161" y="142"/>
                      <a:pt x="160" y="142"/>
                    </a:cubicBezTo>
                    <a:cubicBezTo>
                      <a:pt x="160" y="142"/>
                      <a:pt x="160" y="142"/>
                      <a:pt x="160" y="142"/>
                    </a:cubicBezTo>
                    <a:cubicBezTo>
                      <a:pt x="160" y="142"/>
                      <a:pt x="160" y="142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2"/>
                      <a:pt x="158" y="142"/>
                    </a:cubicBezTo>
                    <a:close/>
                    <a:moveTo>
                      <a:pt x="170" y="134"/>
                    </a:moveTo>
                    <a:cubicBezTo>
                      <a:pt x="169" y="134"/>
                      <a:pt x="169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2"/>
                      <a:pt x="172" y="132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4"/>
                      <a:pt x="172" y="134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1" y="135"/>
                      <a:pt x="171" y="135"/>
                      <a:pt x="171" y="135"/>
                    </a:cubicBezTo>
                    <a:cubicBezTo>
                      <a:pt x="170" y="135"/>
                      <a:pt x="170" y="135"/>
                      <a:pt x="170" y="134"/>
                    </a:cubicBezTo>
                    <a:close/>
                    <a:moveTo>
                      <a:pt x="181" y="127"/>
                    </a:moveTo>
                    <a:cubicBezTo>
                      <a:pt x="181" y="127"/>
                      <a:pt x="181" y="126"/>
                      <a:pt x="181" y="125"/>
                    </a:cubicBezTo>
                    <a:cubicBezTo>
                      <a:pt x="181" y="125"/>
                      <a:pt x="181" y="125"/>
                      <a:pt x="181" y="125"/>
                    </a:cubicBezTo>
                    <a:cubicBezTo>
                      <a:pt x="182" y="125"/>
                      <a:pt x="183" y="125"/>
                      <a:pt x="183" y="126"/>
                    </a:cubicBezTo>
                    <a:cubicBezTo>
                      <a:pt x="183" y="126"/>
                      <a:pt x="183" y="126"/>
                      <a:pt x="183" y="126"/>
                    </a:cubicBezTo>
                    <a:cubicBezTo>
                      <a:pt x="184" y="126"/>
                      <a:pt x="183" y="127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2" y="128"/>
                      <a:pt x="181" y="128"/>
                      <a:pt x="181" y="127"/>
                    </a:cubicBezTo>
                    <a:close/>
                    <a:moveTo>
                      <a:pt x="192" y="120"/>
                    </a:moveTo>
                    <a:cubicBezTo>
                      <a:pt x="192" y="119"/>
                      <a:pt x="192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5" y="118"/>
                    </a:cubicBezTo>
                    <a:cubicBezTo>
                      <a:pt x="195" y="118"/>
                      <a:pt x="195" y="118"/>
                      <a:pt x="195" y="118"/>
                    </a:cubicBezTo>
                    <a:cubicBezTo>
                      <a:pt x="195" y="119"/>
                      <a:pt x="195" y="120"/>
                      <a:pt x="194" y="120"/>
                    </a:cubicBezTo>
                    <a:cubicBezTo>
                      <a:pt x="194" y="120"/>
                      <a:pt x="194" y="120"/>
                      <a:pt x="194" y="120"/>
                    </a:cubicBezTo>
                    <a:cubicBezTo>
                      <a:pt x="194" y="120"/>
                      <a:pt x="194" y="120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20"/>
                      <a:pt x="192" y="120"/>
                    </a:cubicBezTo>
                    <a:close/>
                    <a:moveTo>
                      <a:pt x="204" y="112"/>
                    </a:move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0"/>
                      <a:pt x="205" y="110"/>
                      <a:pt x="206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ubicBezTo>
                      <a:pt x="206" y="112"/>
                      <a:pt x="206" y="112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5" y="113"/>
                      <a:pt x="205" y="113"/>
                      <a:pt x="205" y="113"/>
                    </a:cubicBezTo>
                    <a:cubicBezTo>
                      <a:pt x="204" y="113"/>
                      <a:pt x="204" y="113"/>
                      <a:pt x="204" y="112"/>
                    </a:cubicBezTo>
                    <a:close/>
                    <a:moveTo>
                      <a:pt x="215" y="105"/>
                    </a:moveTo>
                    <a:cubicBezTo>
                      <a:pt x="215" y="104"/>
                      <a:pt x="215" y="104"/>
                      <a:pt x="215" y="103"/>
                    </a:cubicBezTo>
                    <a:cubicBezTo>
                      <a:pt x="215" y="103"/>
                      <a:pt x="215" y="103"/>
                      <a:pt x="215" y="103"/>
                    </a:cubicBezTo>
                    <a:cubicBezTo>
                      <a:pt x="216" y="103"/>
                      <a:pt x="217" y="103"/>
                      <a:pt x="217" y="104"/>
                    </a:cubicBezTo>
                    <a:cubicBezTo>
                      <a:pt x="217" y="104"/>
                      <a:pt x="217" y="104"/>
                      <a:pt x="217" y="104"/>
                    </a:cubicBezTo>
                    <a:cubicBezTo>
                      <a:pt x="218" y="104"/>
                      <a:pt x="217" y="105"/>
                      <a:pt x="217" y="105"/>
                    </a:cubicBezTo>
                    <a:cubicBezTo>
                      <a:pt x="217" y="105"/>
                      <a:pt x="217" y="105"/>
                      <a:pt x="217" y="105"/>
                    </a:cubicBezTo>
                    <a:cubicBezTo>
                      <a:pt x="217" y="106"/>
                      <a:pt x="216" y="106"/>
                      <a:pt x="216" y="106"/>
                    </a:cubicBezTo>
                    <a:cubicBezTo>
                      <a:pt x="216" y="106"/>
                      <a:pt x="216" y="106"/>
                      <a:pt x="216" y="106"/>
                    </a:cubicBezTo>
                    <a:cubicBezTo>
                      <a:pt x="216" y="106"/>
                      <a:pt x="215" y="105"/>
                      <a:pt x="215" y="105"/>
                    </a:cubicBezTo>
                    <a:close/>
                    <a:moveTo>
                      <a:pt x="226" y="98"/>
                    </a:moveTo>
                    <a:cubicBezTo>
                      <a:pt x="226" y="97"/>
                      <a:pt x="226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5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8"/>
                      <a:pt x="228" y="98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8"/>
                      <a:pt x="226" y="98"/>
                      <a:pt x="226" y="98"/>
                    </a:cubicBezTo>
                    <a:close/>
                    <a:moveTo>
                      <a:pt x="238" y="90"/>
                    </a:moveTo>
                    <a:cubicBezTo>
                      <a:pt x="237" y="90"/>
                      <a:pt x="237" y="89"/>
                      <a:pt x="238" y="88"/>
                    </a:cubicBezTo>
                    <a:cubicBezTo>
                      <a:pt x="238" y="88"/>
                      <a:pt x="238" y="88"/>
                      <a:pt x="238" y="88"/>
                    </a:cubicBezTo>
                    <a:cubicBezTo>
                      <a:pt x="239" y="88"/>
                      <a:pt x="239" y="88"/>
                      <a:pt x="240" y="89"/>
                    </a:cubicBezTo>
                    <a:cubicBezTo>
                      <a:pt x="240" y="89"/>
                      <a:pt x="240" y="89"/>
                      <a:pt x="240" y="89"/>
                    </a:cubicBezTo>
                    <a:cubicBezTo>
                      <a:pt x="240" y="89"/>
                      <a:pt x="240" y="90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8" y="91"/>
                      <a:pt x="238" y="91"/>
                      <a:pt x="238" y="90"/>
                    </a:cubicBezTo>
                    <a:close/>
                    <a:moveTo>
                      <a:pt x="249" y="83"/>
                    </a:moveTo>
                    <a:cubicBezTo>
                      <a:pt x="248" y="82"/>
                      <a:pt x="249" y="81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1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2"/>
                      <a:pt x="251" y="83"/>
                      <a:pt x="251" y="83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50" y="83"/>
                      <a:pt x="250" y="84"/>
                      <a:pt x="250" y="84"/>
                    </a:cubicBezTo>
                    <a:cubicBezTo>
                      <a:pt x="250" y="84"/>
                      <a:pt x="250" y="84"/>
                      <a:pt x="250" y="84"/>
                    </a:cubicBezTo>
                    <a:cubicBezTo>
                      <a:pt x="250" y="84"/>
                      <a:pt x="249" y="83"/>
                      <a:pt x="249" y="83"/>
                    </a:cubicBezTo>
                    <a:close/>
                    <a:moveTo>
                      <a:pt x="260" y="76"/>
                    </a:moveTo>
                    <a:cubicBezTo>
                      <a:pt x="260" y="75"/>
                      <a:pt x="260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3"/>
                      <a:pt x="262" y="73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6"/>
                      <a:pt x="262" y="76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1" y="76"/>
                      <a:pt x="260" y="76"/>
                      <a:pt x="260" y="76"/>
                    </a:cubicBezTo>
                    <a:close/>
                    <a:moveTo>
                      <a:pt x="271" y="68"/>
                    </a:moveTo>
                    <a:cubicBezTo>
                      <a:pt x="271" y="68"/>
                      <a:pt x="271" y="67"/>
                      <a:pt x="272" y="66"/>
                    </a:cubicBezTo>
                    <a:cubicBezTo>
                      <a:pt x="272" y="66"/>
                      <a:pt x="272" y="66"/>
                      <a:pt x="272" y="66"/>
                    </a:cubicBezTo>
                    <a:cubicBezTo>
                      <a:pt x="272" y="66"/>
                      <a:pt x="273" y="66"/>
                      <a:pt x="274" y="67"/>
                    </a:cubicBezTo>
                    <a:cubicBezTo>
                      <a:pt x="274" y="67"/>
                      <a:pt x="274" y="67"/>
                      <a:pt x="274" y="67"/>
                    </a:cubicBezTo>
                    <a:cubicBezTo>
                      <a:pt x="274" y="67"/>
                      <a:pt x="274" y="68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2" y="69"/>
                      <a:pt x="272" y="69"/>
                      <a:pt x="271" y="68"/>
                    </a:cubicBezTo>
                    <a:close/>
                    <a:moveTo>
                      <a:pt x="283" y="61"/>
                    </a:moveTo>
                    <a:cubicBezTo>
                      <a:pt x="282" y="60"/>
                      <a:pt x="283" y="59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4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60"/>
                      <a:pt x="285" y="61"/>
                      <a:pt x="285" y="61"/>
                    </a:cubicBezTo>
                    <a:cubicBezTo>
                      <a:pt x="285" y="61"/>
                      <a:pt x="285" y="61"/>
                      <a:pt x="285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1"/>
                      <a:pt x="283" y="61"/>
                    </a:cubicBezTo>
                    <a:close/>
                    <a:moveTo>
                      <a:pt x="294" y="53"/>
                    </a:moveTo>
                    <a:cubicBezTo>
                      <a:pt x="294" y="53"/>
                      <a:pt x="294" y="52"/>
                      <a:pt x="294" y="52"/>
                    </a:cubicBezTo>
                    <a:cubicBezTo>
                      <a:pt x="294" y="52"/>
                      <a:pt x="294" y="52"/>
                      <a:pt x="294" y="52"/>
                    </a:cubicBezTo>
                    <a:cubicBezTo>
                      <a:pt x="295" y="51"/>
                      <a:pt x="296" y="51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7" y="53"/>
                      <a:pt x="297" y="53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4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5" y="54"/>
                      <a:pt x="294" y="54"/>
                      <a:pt x="294" y="53"/>
                    </a:cubicBezTo>
                    <a:close/>
                    <a:moveTo>
                      <a:pt x="305" y="46"/>
                    </a:moveTo>
                    <a:cubicBezTo>
                      <a:pt x="305" y="45"/>
                      <a:pt x="305" y="45"/>
                      <a:pt x="306" y="44"/>
                    </a:cubicBezTo>
                    <a:cubicBezTo>
                      <a:pt x="306" y="44"/>
                      <a:pt x="306" y="44"/>
                      <a:pt x="306" y="44"/>
                    </a:cubicBezTo>
                    <a:cubicBezTo>
                      <a:pt x="306" y="44"/>
                      <a:pt x="307" y="44"/>
                      <a:pt x="308" y="45"/>
                    </a:cubicBezTo>
                    <a:cubicBezTo>
                      <a:pt x="308" y="45"/>
                      <a:pt x="308" y="45"/>
                      <a:pt x="308" y="45"/>
                    </a:cubicBezTo>
                    <a:cubicBezTo>
                      <a:pt x="308" y="45"/>
                      <a:pt x="308" y="46"/>
                      <a:pt x="307" y="46"/>
                    </a:cubicBezTo>
                    <a:cubicBezTo>
                      <a:pt x="307" y="46"/>
                      <a:pt x="307" y="46"/>
                      <a:pt x="307" y="46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6" y="47"/>
                      <a:pt x="306" y="46"/>
                      <a:pt x="305" y="46"/>
                    </a:cubicBezTo>
                    <a:close/>
                    <a:moveTo>
                      <a:pt x="317" y="39"/>
                    </a:moveTo>
                    <a:cubicBezTo>
                      <a:pt x="316" y="38"/>
                      <a:pt x="316" y="37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6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8"/>
                      <a:pt x="319" y="39"/>
                      <a:pt x="319" y="39"/>
                    </a:cubicBezTo>
                    <a:cubicBezTo>
                      <a:pt x="319" y="39"/>
                      <a:pt x="319" y="39"/>
                      <a:pt x="319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8" y="39"/>
                      <a:pt x="318" y="39"/>
                      <a:pt x="318" y="39"/>
                    </a:cubicBezTo>
                    <a:cubicBezTo>
                      <a:pt x="317" y="39"/>
                      <a:pt x="317" y="39"/>
                      <a:pt x="317" y="39"/>
                    </a:cubicBezTo>
                    <a:close/>
                    <a:moveTo>
                      <a:pt x="328" y="31"/>
                    </a:move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29"/>
                      <a:pt x="330" y="29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1" y="31"/>
                      <a:pt x="330" y="31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2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9" y="32"/>
                      <a:pt x="328" y="32"/>
                      <a:pt x="328" y="31"/>
                    </a:cubicBezTo>
                    <a:close/>
                    <a:moveTo>
                      <a:pt x="339" y="24"/>
                    </a:moveTo>
                    <a:cubicBezTo>
                      <a:pt x="339" y="23"/>
                      <a:pt x="339" y="23"/>
                      <a:pt x="340" y="22"/>
                    </a:cubicBezTo>
                    <a:cubicBezTo>
                      <a:pt x="340" y="22"/>
                      <a:pt x="340" y="22"/>
                      <a:pt x="340" y="22"/>
                    </a:cubicBezTo>
                    <a:cubicBezTo>
                      <a:pt x="340" y="22"/>
                      <a:pt x="341" y="22"/>
                      <a:pt x="342" y="23"/>
                    </a:cubicBezTo>
                    <a:cubicBezTo>
                      <a:pt x="342" y="23"/>
                      <a:pt x="342" y="23"/>
                      <a:pt x="342" y="23"/>
                    </a:cubicBezTo>
                    <a:cubicBezTo>
                      <a:pt x="342" y="23"/>
                      <a:pt x="342" y="24"/>
                      <a:pt x="341" y="24"/>
                    </a:cubicBezTo>
                    <a:cubicBezTo>
                      <a:pt x="341" y="24"/>
                      <a:pt x="341" y="24"/>
                      <a:pt x="341" y="24"/>
                    </a:cubicBezTo>
                    <a:cubicBezTo>
                      <a:pt x="341" y="25"/>
                      <a:pt x="341" y="25"/>
                      <a:pt x="340" y="25"/>
                    </a:cubicBezTo>
                    <a:cubicBezTo>
                      <a:pt x="340" y="25"/>
                      <a:pt x="340" y="25"/>
                      <a:pt x="340" y="25"/>
                    </a:cubicBezTo>
                    <a:cubicBezTo>
                      <a:pt x="340" y="25"/>
                      <a:pt x="340" y="24"/>
                      <a:pt x="339" y="24"/>
                    </a:cubicBezTo>
                    <a:close/>
                    <a:moveTo>
                      <a:pt x="351" y="17"/>
                    </a:moveTo>
                    <a:cubicBezTo>
                      <a:pt x="350" y="16"/>
                      <a:pt x="350" y="15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4"/>
                      <a:pt x="352" y="15"/>
                      <a:pt x="353" y="15"/>
                    </a:cubicBezTo>
                    <a:cubicBezTo>
                      <a:pt x="353" y="15"/>
                      <a:pt x="353" y="15"/>
                      <a:pt x="353" y="15"/>
                    </a:cubicBezTo>
                    <a:cubicBezTo>
                      <a:pt x="353" y="16"/>
                      <a:pt x="353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2" y="17"/>
                      <a:pt x="352" y="17"/>
                      <a:pt x="352" y="17"/>
                    </a:cubicBezTo>
                    <a:cubicBezTo>
                      <a:pt x="351" y="17"/>
                      <a:pt x="351" y="17"/>
                      <a:pt x="351" y="17"/>
                    </a:cubicBezTo>
                    <a:close/>
                    <a:moveTo>
                      <a:pt x="362" y="9"/>
                    </a:moveTo>
                    <a:cubicBezTo>
                      <a:pt x="362" y="9"/>
                      <a:pt x="362" y="8"/>
                      <a:pt x="362" y="7"/>
                    </a:cubicBezTo>
                    <a:cubicBezTo>
                      <a:pt x="362" y="7"/>
                      <a:pt x="362" y="7"/>
                      <a:pt x="362" y="7"/>
                    </a:cubicBezTo>
                    <a:cubicBezTo>
                      <a:pt x="363" y="7"/>
                      <a:pt x="364" y="7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5" y="8"/>
                      <a:pt x="364" y="9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3" y="10"/>
                      <a:pt x="362" y="10"/>
                      <a:pt x="362" y="9"/>
                    </a:cubicBezTo>
                    <a:close/>
                    <a:moveTo>
                      <a:pt x="373" y="2"/>
                    </a:moveTo>
                    <a:cubicBezTo>
                      <a:pt x="373" y="1"/>
                      <a:pt x="373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1"/>
                      <a:pt x="376" y="2"/>
                      <a:pt x="375" y="2"/>
                    </a:cubicBezTo>
                    <a:cubicBezTo>
                      <a:pt x="375" y="2"/>
                      <a:pt x="375" y="2"/>
                      <a:pt x="375" y="2"/>
                    </a:cubicBezTo>
                    <a:cubicBezTo>
                      <a:pt x="375" y="2"/>
                      <a:pt x="375" y="3"/>
                      <a:pt x="374" y="3"/>
                    </a:cubicBezTo>
                    <a:cubicBezTo>
                      <a:pt x="374" y="3"/>
                      <a:pt x="374" y="3"/>
                      <a:pt x="374" y="3"/>
                    </a:cubicBezTo>
                    <a:cubicBezTo>
                      <a:pt x="374" y="3"/>
                      <a:pt x="374" y="2"/>
                      <a:pt x="373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22"/>
              <p:cNvSpPr/>
              <p:nvPr/>
            </p:nvSpPr>
            <p:spPr>
              <a:xfrm>
                <a:off x="11393704" y="5123909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3"/>
                    </a:moveTo>
                    <a:cubicBezTo>
                      <a:pt x="1" y="3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1"/>
                      <a:pt x="2" y="2"/>
                    </a:cubicBezTo>
                    <a:cubicBezTo>
                      <a:pt x="2" y="2"/>
                      <a:pt x="2" y="2"/>
                      <a:pt x="2" y="3"/>
                    </a:cubicBezTo>
                    <a:cubicBezTo>
                      <a:pt x="2" y="3"/>
                      <a:pt x="1" y="3"/>
                      <a:pt x="1" y="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6" name="Google Shape;1246;p22"/>
            <p:cNvGrpSpPr/>
            <p:nvPr/>
          </p:nvGrpSpPr>
          <p:grpSpPr>
            <a:xfrm>
              <a:off x="1048105" y="4608649"/>
              <a:ext cx="2901838" cy="1613433"/>
              <a:chOff x="11828392" y="-448701"/>
              <a:chExt cx="2901838" cy="1613433"/>
            </a:xfrm>
          </p:grpSpPr>
          <p:sp>
            <p:nvSpPr>
              <p:cNvPr id="1247" name="Google Shape;1247;p22"/>
              <p:cNvSpPr/>
              <p:nvPr/>
            </p:nvSpPr>
            <p:spPr>
              <a:xfrm>
                <a:off x="12259164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2"/>
              <p:cNvSpPr/>
              <p:nvPr/>
            </p:nvSpPr>
            <p:spPr>
              <a:xfrm>
                <a:off x="12329654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2"/>
              <p:cNvSpPr/>
              <p:nvPr/>
            </p:nvSpPr>
            <p:spPr>
              <a:xfrm>
                <a:off x="14714566" y="-448701"/>
                <a:ext cx="15664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2"/>
              <p:cNvSpPr/>
              <p:nvPr/>
            </p:nvSpPr>
            <p:spPr>
              <a:xfrm>
                <a:off x="12118184" y="1152983"/>
                <a:ext cx="11748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2" h="2" extrusionOk="0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2"/>
              <p:cNvSpPr/>
              <p:nvPr/>
            </p:nvSpPr>
            <p:spPr>
              <a:xfrm>
                <a:off x="12184758" y="-405624"/>
                <a:ext cx="2334003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3" y="2"/>
                    </a:cubicBezTo>
                    <a:cubicBezTo>
                      <a:pt x="373" y="2"/>
                      <a:pt x="373" y="2"/>
                      <a:pt x="373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6" y="1"/>
                    </a:cubicBezTo>
                    <a:close/>
                    <a:moveTo>
                      <a:pt x="364" y="8"/>
                    </a:moveTo>
                    <a:cubicBezTo>
                      <a:pt x="365" y="9"/>
                      <a:pt x="364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3" y="10"/>
                      <a:pt x="362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2" y="8"/>
                    </a:cubicBezTo>
                    <a:cubicBezTo>
                      <a:pt x="362" y="8"/>
                      <a:pt x="362" y="8"/>
                      <a:pt x="362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4" y="8"/>
                    </a:cubicBezTo>
                    <a:close/>
                    <a:moveTo>
                      <a:pt x="353" y="16"/>
                    </a:moveTo>
                    <a:cubicBezTo>
                      <a:pt x="353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0" y="16"/>
                      <a:pt x="350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1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1" y="25"/>
                    </a:cubicBezTo>
                    <a:cubicBezTo>
                      <a:pt x="341" y="25"/>
                      <a:pt x="341" y="25"/>
                      <a:pt x="341" y="25"/>
                    </a:cubicBezTo>
                    <a:cubicBezTo>
                      <a:pt x="341" y="25"/>
                      <a:pt x="340" y="25"/>
                      <a:pt x="339" y="24"/>
                    </a:cubicBezTo>
                    <a:cubicBezTo>
                      <a:pt x="339" y="24"/>
                      <a:pt x="339" y="24"/>
                      <a:pt x="339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0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3"/>
                      <a:pt x="342" y="23"/>
                    </a:cubicBezTo>
                    <a:close/>
                    <a:moveTo>
                      <a:pt x="330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29" y="33"/>
                      <a:pt x="328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8" y="30"/>
                    </a:cubicBezTo>
                    <a:cubicBezTo>
                      <a:pt x="328" y="30"/>
                      <a:pt x="328" y="30"/>
                      <a:pt x="328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0" y="30"/>
                    </a:cubicBezTo>
                    <a:close/>
                    <a:moveTo>
                      <a:pt x="319" y="38"/>
                    </a:moveTo>
                    <a:cubicBezTo>
                      <a:pt x="319" y="38"/>
                      <a:pt x="319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6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7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7" y="47"/>
                    </a:cubicBezTo>
                    <a:cubicBezTo>
                      <a:pt x="307" y="47"/>
                      <a:pt x="307" y="47"/>
                      <a:pt x="307" y="47"/>
                    </a:cubicBezTo>
                    <a:cubicBezTo>
                      <a:pt x="307" y="47"/>
                      <a:pt x="306" y="47"/>
                      <a:pt x="305" y="47"/>
                    </a:cubicBezTo>
                    <a:cubicBezTo>
                      <a:pt x="305" y="47"/>
                      <a:pt x="305" y="47"/>
                      <a:pt x="305" y="47"/>
                    </a:cubicBezTo>
                    <a:cubicBezTo>
                      <a:pt x="305" y="46"/>
                      <a:pt x="305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6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7" y="45"/>
                      <a:pt x="308" y="45"/>
                    </a:cubicBezTo>
                    <a:close/>
                    <a:moveTo>
                      <a:pt x="296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5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6" y="52"/>
                      <a:pt x="296" y="52"/>
                      <a:pt x="296" y="52"/>
                    </a:cubicBezTo>
                    <a:close/>
                    <a:moveTo>
                      <a:pt x="285" y="60"/>
                    </a:moveTo>
                    <a:cubicBezTo>
                      <a:pt x="285" y="60"/>
                      <a:pt x="285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3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2" y="61"/>
                      <a:pt x="283" y="60"/>
                      <a:pt x="283" y="59"/>
                    </a:cubicBezTo>
                    <a:cubicBezTo>
                      <a:pt x="283" y="59"/>
                      <a:pt x="283" y="59"/>
                      <a:pt x="283" y="59"/>
                    </a:cubicBezTo>
                    <a:cubicBezTo>
                      <a:pt x="283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3" y="69"/>
                    </a:cubicBezTo>
                    <a:cubicBezTo>
                      <a:pt x="273" y="69"/>
                      <a:pt x="273" y="69"/>
                      <a:pt x="273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1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2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1" y="77"/>
                      <a:pt x="261" y="77"/>
                      <a:pt x="260" y="76"/>
                    </a:cubicBezTo>
                    <a:cubicBezTo>
                      <a:pt x="260" y="76"/>
                      <a:pt x="260" y="76"/>
                      <a:pt x="260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1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49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49" y="81"/>
                    </a:cubicBezTo>
                    <a:cubicBezTo>
                      <a:pt x="249" y="81"/>
                      <a:pt x="249" y="81"/>
                      <a:pt x="249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0" y="90"/>
                      <a:pt x="240" y="91"/>
                      <a:pt x="239" y="91"/>
                    </a:cubicBezTo>
                    <a:cubicBezTo>
                      <a:pt x="239" y="91"/>
                      <a:pt x="239" y="91"/>
                      <a:pt x="239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7" y="90"/>
                      <a:pt x="237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6" y="98"/>
                    </a:cubicBezTo>
                    <a:cubicBezTo>
                      <a:pt x="226" y="98"/>
                      <a:pt x="226" y="98"/>
                      <a:pt x="226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9" y="97"/>
                    </a:cubicBezTo>
                    <a:close/>
                    <a:moveTo>
                      <a:pt x="217" y="104"/>
                    </a:moveTo>
                    <a:cubicBezTo>
                      <a:pt x="218" y="105"/>
                      <a:pt x="217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6" y="106"/>
                      <a:pt x="215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5" y="104"/>
                    </a:cubicBezTo>
                    <a:cubicBezTo>
                      <a:pt x="215" y="104"/>
                      <a:pt x="215" y="104"/>
                      <a:pt x="215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7" y="104"/>
                    </a:cubicBezTo>
                    <a:close/>
                    <a:moveTo>
                      <a:pt x="206" y="111"/>
                    </a:moveTo>
                    <a:cubicBezTo>
                      <a:pt x="206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3" y="112"/>
                      <a:pt x="203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4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4" y="121"/>
                    </a:cubicBezTo>
                    <a:cubicBezTo>
                      <a:pt x="194" y="121"/>
                      <a:pt x="194" y="121"/>
                      <a:pt x="194" y="121"/>
                    </a:cubicBezTo>
                    <a:cubicBezTo>
                      <a:pt x="194" y="121"/>
                      <a:pt x="193" y="121"/>
                      <a:pt x="192" y="120"/>
                    </a:cubicBezTo>
                    <a:cubicBezTo>
                      <a:pt x="192" y="120"/>
                      <a:pt x="192" y="120"/>
                      <a:pt x="192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5" y="119"/>
                    </a:cubicBezTo>
                    <a:close/>
                    <a:moveTo>
                      <a:pt x="183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2" y="128"/>
                      <a:pt x="181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1" y="126"/>
                    </a:cubicBezTo>
                    <a:cubicBezTo>
                      <a:pt x="181" y="126"/>
                      <a:pt x="181" y="126"/>
                      <a:pt x="181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3" y="126"/>
                    </a:cubicBezTo>
                    <a:close/>
                    <a:moveTo>
                      <a:pt x="172" y="133"/>
                    </a:moveTo>
                    <a:cubicBezTo>
                      <a:pt x="172" y="134"/>
                      <a:pt x="172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69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0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0" y="143"/>
                    </a:cubicBezTo>
                    <a:cubicBezTo>
                      <a:pt x="160" y="143"/>
                      <a:pt x="160" y="143"/>
                      <a:pt x="160" y="143"/>
                    </a:cubicBezTo>
                    <a:cubicBezTo>
                      <a:pt x="160" y="143"/>
                      <a:pt x="159" y="143"/>
                      <a:pt x="158" y="142"/>
                    </a:cubicBezTo>
                    <a:cubicBezTo>
                      <a:pt x="158" y="142"/>
                      <a:pt x="158" y="142"/>
                      <a:pt x="158" y="142"/>
                    </a:cubicBezTo>
                    <a:cubicBezTo>
                      <a:pt x="158" y="142"/>
                      <a:pt x="158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59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1" y="141"/>
                    </a:cubicBezTo>
                    <a:close/>
                    <a:moveTo>
                      <a:pt x="149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8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lose/>
                    <a:moveTo>
                      <a:pt x="138" y="156"/>
                    </a:moveTo>
                    <a:cubicBezTo>
                      <a:pt x="138" y="156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6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5" y="156"/>
                      <a:pt x="136" y="156"/>
                      <a:pt x="136" y="155"/>
                    </a:cubicBezTo>
                    <a:cubicBezTo>
                      <a:pt x="136" y="155"/>
                      <a:pt x="136" y="155"/>
                      <a:pt x="136" y="155"/>
                    </a:cubicBezTo>
                    <a:cubicBezTo>
                      <a:pt x="136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6" y="165"/>
                    </a:cubicBezTo>
                    <a:cubicBezTo>
                      <a:pt x="126" y="165"/>
                      <a:pt x="126" y="165"/>
                      <a:pt x="126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4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5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3"/>
                      <a:pt x="127" y="163"/>
                    </a:cubicBezTo>
                    <a:close/>
                    <a:moveTo>
                      <a:pt x="115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4" y="173"/>
                      <a:pt x="114" y="172"/>
                      <a:pt x="113" y="172"/>
                    </a:cubicBezTo>
                    <a:cubicBezTo>
                      <a:pt x="113" y="172"/>
                      <a:pt x="113" y="172"/>
                      <a:pt x="113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4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2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2" y="177"/>
                    </a:cubicBezTo>
                    <a:cubicBezTo>
                      <a:pt x="102" y="177"/>
                      <a:pt x="102" y="177"/>
                      <a:pt x="102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3" y="186"/>
                      <a:pt x="93" y="186"/>
                      <a:pt x="92" y="187"/>
                    </a:cubicBezTo>
                    <a:cubicBezTo>
                      <a:pt x="92" y="187"/>
                      <a:pt x="92" y="187"/>
                      <a:pt x="92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0" y="186"/>
                      <a:pt x="90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1" y="184"/>
                      <a:pt x="91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79" y="194"/>
                    </a:cubicBezTo>
                    <a:cubicBezTo>
                      <a:pt x="79" y="194"/>
                      <a:pt x="79" y="194"/>
                      <a:pt x="79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2" y="192"/>
                    </a:cubicBezTo>
                    <a:close/>
                    <a:moveTo>
                      <a:pt x="70" y="200"/>
                    </a:moveTo>
                    <a:cubicBezTo>
                      <a:pt x="71" y="200"/>
                      <a:pt x="70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69" y="202"/>
                      <a:pt x="68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8" y="199"/>
                    </a:cubicBezTo>
                    <a:cubicBezTo>
                      <a:pt x="68" y="199"/>
                      <a:pt x="68" y="199"/>
                      <a:pt x="68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0" y="200"/>
                    </a:cubicBezTo>
                    <a:close/>
                    <a:moveTo>
                      <a:pt x="59" y="207"/>
                    </a:moveTo>
                    <a:cubicBezTo>
                      <a:pt x="59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6" y="208"/>
                      <a:pt x="56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7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8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7" y="216"/>
                    </a:cubicBezTo>
                    <a:cubicBezTo>
                      <a:pt x="47" y="216"/>
                      <a:pt x="47" y="216"/>
                      <a:pt x="47" y="216"/>
                    </a:cubicBezTo>
                    <a:cubicBezTo>
                      <a:pt x="47" y="217"/>
                      <a:pt x="46" y="217"/>
                      <a:pt x="45" y="216"/>
                    </a:cubicBezTo>
                    <a:cubicBezTo>
                      <a:pt x="45" y="216"/>
                      <a:pt x="45" y="216"/>
                      <a:pt x="45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8" y="214"/>
                    </a:cubicBezTo>
                    <a:close/>
                    <a:moveTo>
                      <a:pt x="36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5" y="224"/>
                      <a:pt x="34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4" y="221"/>
                    </a:cubicBezTo>
                    <a:cubicBezTo>
                      <a:pt x="34" y="221"/>
                      <a:pt x="34" y="221"/>
                      <a:pt x="34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6" y="222"/>
                    </a:cubicBezTo>
                    <a:close/>
                    <a:moveTo>
                      <a:pt x="25" y="229"/>
                    </a:moveTo>
                    <a:cubicBezTo>
                      <a:pt x="25" y="230"/>
                      <a:pt x="25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2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3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3" y="238"/>
                    </a:cubicBezTo>
                    <a:cubicBezTo>
                      <a:pt x="13" y="238"/>
                      <a:pt x="13" y="238"/>
                      <a:pt x="13" y="238"/>
                    </a:cubicBezTo>
                    <a:cubicBezTo>
                      <a:pt x="13" y="239"/>
                      <a:pt x="12" y="239"/>
                      <a:pt x="11" y="238"/>
                    </a:cubicBezTo>
                    <a:cubicBezTo>
                      <a:pt x="11" y="238"/>
                      <a:pt x="11" y="238"/>
                      <a:pt x="11" y="238"/>
                    </a:cubicBezTo>
                    <a:cubicBezTo>
                      <a:pt x="11" y="237"/>
                      <a:pt x="11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2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4" y="237"/>
                    </a:cubicBezTo>
                    <a:close/>
                    <a:moveTo>
                      <a:pt x="2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1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1" y="243"/>
                      <a:pt x="1" y="243"/>
                      <a:pt x="1" y="243"/>
                    </a:cubicBezTo>
                    <a:cubicBezTo>
                      <a:pt x="2" y="243"/>
                      <a:pt x="2" y="244"/>
                      <a:pt x="2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2"/>
              <p:cNvSpPr/>
              <p:nvPr/>
            </p:nvSpPr>
            <p:spPr>
              <a:xfrm>
                <a:off x="1456575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2" y="0"/>
                    </a:moveTo>
                    <a:cubicBezTo>
                      <a:pt x="2" y="0"/>
                      <a:pt x="2" y="0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2" y="3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0" y="2"/>
                      <a:pt x="0" y="1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2"/>
              <p:cNvSpPr/>
              <p:nvPr/>
            </p:nvSpPr>
            <p:spPr>
              <a:xfrm>
                <a:off x="11969372" y="1152983"/>
                <a:ext cx="19581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3" y="0"/>
                      <a:pt x="3" y="1"/>
                      <a:pt x="3" y="1"/>
                    </a:cubicBezTo>
                    <a:cubicBezTo>
                      <a:pt x="3" y="1"/>
                      <a:pt x="3" y="2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2"/>
              <p:cNvSpPr/>
              <p:nvPr/>
            </p:nvSpPr>
            <p:spPr>
              <a:xfrm>
                <a:off x="12035946" y="-405624"/>
                <a:ext cx="233791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246" extrusionOk="0">
                    <a:moveTo>
                      <a:pt x="376" y="1"/>
                    </a:moveTo>
                    <a:cubicBezTo>
                      <a:pt x="377" y="1"/>
                      <a:pt x="376" y="2"/>
                      <a:pt x="376" y="3"/>
                    </a:cubicBezTo>
                    <a:cubicBezTo>
                      <a:pt x="376" y="3"/>
                      <a:pt x="376" y="3"/>
                      <a:pt x="376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4" y="2"/>
                      <a:pt x="374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6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5" y="10"/>
                    </a:cubicBezTo>
                    <a:cubicBezTo>
                      <a:pt x="365" y="10"/>
                      <a:pt x="365" y="10"/>
                      <a:pt x="365" y="10"/>
                    </a:cubicBezTo>
                    <a:cubicBezTo>
                      <a:pt x="364" y="10"/>
                      <a:pt x="363" y="10"/>
                      <a:pt x="363" y="10"/>
                    </a:cubicBezTo>
                    <a:cubicBezTo>
                      <a:pt x="363" y="10"/>
                      <a:pt x="363" y="10"/>
                      <a:pt x="363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4" y="8"/>
                      <a:pt x="364" y="8"/>
                    </a:cubicBezTo>
                    <a:cubicBezTo>
                      <a:pt x="364" y="8"/>
                      <a:pt x="364" y="8"/>
                      <a:pt x="364" y="8"/>
                    </a:cubicBezTo>
                    <a:cubicBezTo>
                      <a:pt x="364" y="8"/>
                      <a:pt x="365" y="8"/>
                      <a:pt x="365" y="8"/>
                    </a:cubicBezTo>
                    <a:close/>
                    <a:moveTo>
                      <a:pt x="354" y="16"/>
                    </a:moveTo>
                    <a:cubicBezTo>
                      <a:pt x="354" y="16"/>
                      <a:pt x="354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3" y="18"/>
                      <a:pt x="352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4" y="16"/>
                    </a:cubicBezTo>
                    <a:close/>
                    <a:moveTo>
                      <a:pt x="342" y="23"/>
                    </a:moveTo>
                    <a:cubicBezTo>
                      <a:pt x="343" y="24"/>
                      <a:pt x="343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40" y="24"/>
                      <a:pt x="340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2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1" y="32"/>
                    </a:cubicBezTo>
                    <a:cubicBezTo>
                      <a:pt x="331" y="32"/>
                      <a:pt x="331" y="32"/>
                      <a:pt x="331" y="32"/>
                    </a:cubicBezTo>
                    <a:cubicBezTo>
                      <a:pt x="330" y="33"/>
                      <a:pt x="329" y="32"/>
                      <a:pt x="329" y="32"/>
                    </a:cubicBezTo>
                    <a:cubicBezTo>
                      <a:pt x="329" y="32"/>
                      <a:pt x="329" y="32"/>
                      <a:pt x="329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30" y="30"/>
                      <a:pt x="330" y="30"/>
                    </a:cubicBezTo>
                    <a:cubicBezTo>
                      <a:pt x="330" y="30"/>
                      <a:pt x="330" y="30"/>
                      <a:pt x="330" y="30"/>
                    </a:cubicBezTo>
                    <a:cubicBezTo>
                      <a:pt x="330" y="30"/>
                      <a:pt x="331" y="30"/>
                      <a:pt x="331" y="30"/>
                    </a:cubicBezTo>
                    <a:close/>
                    <a:moveTo>
                      <a:pt x="320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9" y="40"/>
                      <a:pt x="318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9" y="37"/>
                    </a:cubicBezTo>
                    <a:cubicBezTo>
                      <a:pt x="319" y="37"/>
                      <a:pt x="319" y="37"/>
                      <a:pt x="319" y="37"/>
                    </a:cubicBezTo>
                    <a:cubicBezTo>
                      <a:pt x="319" y="37"/>
                      <a:pt x="319" y="37"/>
                      <a:pt x="320" y="38"/>
                    </a:cubicBezTo>
                    <a:close/>
                    <a:moveTo>
                      <a:pt x="308" y="45"/>
                    </a:moveTo>
                    <a:cubicBezTo>
                      <a:pt x="309" y="46"/>
                      <a:pt x="309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7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6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7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8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7" y="54"/>
                    </a:cubicBezTo>
                    <a:cubicBezTo>
                      <a:pt x="297" y="54"/>
                      <a:pt x="297" y="54"/>
                      <a:pt x="297" y="54"/>
                    </a:cubicBezTo>
                    <a:cubicBezTo>
                      <a:pt x="296" y="55"/>
                      <a:pt x="295" y="54"/>
                      <a:pt x="295" y="54"/>
                    </a:cubicBezTo>
                    <a:cubicBezTo>
                      <a:pt x="295" y="54"/>
                      <a:pt x="295" y="54"/>
                      <a:pt x="295" y="54"/>
                    </a:cubicBezTo>
                    <a:cubicBezTo>
                      <a:pt x="294" y="53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7" y="52"/>
                      <a:pt x="297" y="52"/>
                    </a:cubicBezTo>
                    <a:close/>
                    <a:moveTo>
                      <a:pt x="286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5" y="62"/>
                      <a:pt x="284" y="62"/>
                      <a:pt x="284" y="61"/>
                    </a:cubicBezTo>
                    <a:cubicBezTo>
                      <a:pt x="284" y="61"/>
                      <a:pt x="284" y="61"/>
                      <a:pt x="284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5" y="59"/>
                    </a:cubicBezTo>
                    <a:cubicBezTo>
                      <a:pt x="285" y="59"/>
                      <a:pt x="285" y="59"/>
                      <a:pt x="285" y="59"/>
                    </a:cubicBezTo>
                    <a:cubicBezTo>
                      <a:pt x="285" y="59"/>
                      <a:pt x="285" y="59"/>
                      <a:pt x="286" y="60"/>
                    </a:cubicBezTo>
                    <a:close/>
                    <a:moveTo>
                      <a:pt x="274" y="67"/>
                    </a:moveTo>
                    <a:cubicBezTo>
                      <a:pt x="275" y="68"/>
                      <a:pt x="275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3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2" y="68"/>
                      <a:pt x="272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4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4" y="75"/>
                      <a:pt x="263" y="76"/>
                      <a:pt x="263" y="76"/>
                    </a:cubicBezTo>
                    <a:cubicBezTo>
                      <a:pt x="263" y="76"/>
                      <a:pt x="263" y="76"/>
                      <a:pt x="263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1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2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1" y="84"/>
                      <a:pt x="250" y="84"/>
                      <a:pt x="250" y="83"/>
                    </a:cubicBezTo>
                    <a:cubicBezTo>
                      <a:pt x="250" y="83"/>
                      <a:pt x="250" y="83"/>
                      <a:pt x="250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1" y="81"/>
                    </a:cubicBezTo>
                    <a:cubicBezTo>
                      <a:pt x="251" y="81"/>
                      <a:pt x="251" y="81"/>
                      <a:pt x="251" y="81"/>
                    </a:cubicBezTo>
                    <a:cubicBezTo>
                      <a:pt x="251" y="81"/>
                      <a:pt x="252" y="81"/>
                      <a:pt x="252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1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40" y="92"/>
                      <a:pt x="239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40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30" y="97"/>
                      <a:pt x="229" y="98"/>
                      <a:pt x="229" y="98"/>
                    </a:cubicBezTo>
                    <a:cubicBezTo>
                      <a:pt x="229" y="98"/>
                      <a:pt x="229" y="98"/>
                      <a:pt x="229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7" y="97"/>
                      <a:pt x="227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9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6" y="105"/>
                    </a:cubicBezTo>
                    <a:cubicBezTo>
                      <a:pt x="216" y="105"/>
                      <a:pt x="216" y="105"/>
                      <a:pt x="216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7" y="103"/>
                      <a:pt x="217" y="103"/>
                    </a:cubicBezTo>
                    <a:cubicBezTo>
                      <a:pt x="217" y="103"/>
                      <a:pt x="217" y="103"/>
                      <a:pt x="217" y="103"/>
                    </a:cubicBezTo>
                    <a:cubicBezTo>
                      <a:pt x="217" y="103"/>
                      <a:pt x="218" y="104"/>
                      <a:pt x="218" y="104"/>
                    </a:cubicBezTo>
                    <a:close/>
                    <a:moveTo>
                      <a:pt x="207" y="111"/>
                    </a:moveTo>
                    <a:cubicBezTo>
                      <a:pt x="207" y="112"/>
                      <a:pt x="207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6" y="114"/>
                      <a:pt x="205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7" y="111"/>
                    </a:cubicBezTo>
                    <a:close/>
                    <a:moveTo>
                      <a:pt x="195" y="119"/>
                    </a:moveTo>
                    <a:cubicBezTo>
                      <a:pt x="196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3" y="120"/>
                      <a:pt x="193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5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4" y="128"/>
                    </a:cubicBezTo>
                    <a:cubicBezTo>
                      <a:pt x="184" y="128"/>
                      <a:pt x="184" y="128"/>
                      <a:pt x="184" y="128"/>
                    </a:cubicBezTo>
                    <a:cubicBezTo>
                      <a:pt x="183" y="128"/>
                      <a:pt x="182" y="128"/>
                      <a:pt x="182" y="128"/>
                    </a:cubicBezTo>
                    <a:cubicBezTo>
                      <a:pt x="182" y="128"/>
                      <a:pt x="182" y="128"/>
                      <a:pt x="182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3" y="125"/>
                      <a:pt x="183" y="125"/>
                    </a:cubicBezTo>
                    <a:cubicBezTo>
                      <a:pt x="183" y="125"/>
                      <a:pt x="183" y="125"/>
                      <a:pt x="183" y="125"/>
                    </a:cubicBezTo>
                    <a:cubicBezTo>
                      <a:pt x="183" y="125"/>
                      <a:pt x="184" y="126"/>
                      <a:pt x="184" y="126"/>
                    </a:cubicBezTo>
                    <a:close/>
                    <a:moveTo>
                      <a:pt x="173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2" y="136"/>
                      <a:pt x="171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2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ubicBezTo>
                      <a:pt x="172" y="133"/>
                      <a:pt x="172" y="133"/>
                      <a:pt x="173" y="133"/>
                    </a:cubicBezTo>
                    <a:close/>
                    <a:moveTo>
                      <a:pt x="161" y="141"/>
                    </a:moveTo>
                    <a:cubicBezTo>
                      <a:pt x="162" y="141"/>
                      <a:pt x="162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60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9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1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50" y="150"/>
                    </a:cubicBezTo>
                    <a:cubicBezTo>
                      <a:pt x="150" y="150"/>
                      <a:pt x="150" y="150"/>
                      <a:pt x="150" y="150"/>
                    </a:cubicBezTo>
                    <a:cubicBezTo>
                      <a:pt x="149" y="150"/>
                      <a:pt x="148" y="150"/>
                      <a:pt x="148" y="150"/>
                    </a:cubicBezTo>
                    <a:cubicBezTo>
                      <a:pt x="148" y="150"/>
                      <a:pt x="148" y="150"/>
                      <a:pt x="148" y="150"/>
                    </a:cubicBezTo>
                    <a:cubicBezTo>
                      <a:pt x="147" y="149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50" y="148"/>
                      <a:pt x="150" y="148"/>
                    </a:cubicBezTo>
                    <a:close/>
                    <a:moveTo>
                      <a:pt x="139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9" y="156"/>
                    </a:cubicBezTo>
                    <a:close/>
                    <a:moveTo>
                      <a:pt x="127" y="163"/>
                    </a:moveTo>
                    <a:cubicBezTo>
                      <a:pt x="128" y="164"/>
                      <a:pt x="128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6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5" y="164"/>
                      <a:pt x="125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7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7" y="171"/>
                      <a:pt x="116" y="172"/>
                      <a:pt x="116" y="172"/>
                    </a:cubicBezTo>
                    <a:cubicBezTo>
                      <a:pt x="116" y="172"/>
                      <a:pt x="116" y="172"/>
                      <a:pt x="116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5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5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4" y="180"/>
                      <a:pt x="103" y="180"/>
                      <a:pt x="103" y="179"/>
                    </a:cubicBezTo>
                    <a:cubicBezTo>
                      <a:pt x="103" y="179"/>
                      <a:pt x="103" y="179"/>
                      <a:pt x="103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4" y="177"/>
                    </a:cubicBezTo>
                    <a:cubicBezTo>
                      <a:pt x="104" y="177"/>
                      <a:pt x="104" y="177"/>
                      <a:pt x="104" y="177"/>
                    </a:cubicBezTo>
                    <a:cubicBezTo>
                      <a:pt x="104" y="177"/>
                      <a:pt x="105" y="177"/>
                      <a:pt x="105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4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2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2" y="185"/>
                    </a:cubicBezTo>
                    <a:cubicBezTo>
                      <a:pt x="92" y="185"/>
                      <a:pt x="92" y="185"/>
                      <a:pt x="92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3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3" y="193"/>
                      <a:pt x="82" y="194"/>
                      <a:pt x="82" y="194"/>
                    </a:cubicBezTo>
                    <a:cubicBezTo>
                      <a:pt x="82" y="194"/>
                      <a:pt x="82" y="194"/>
                      <a:pt x="82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80" y="193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2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9" y="201"/>
                    </a:cubicBezTo>
                    <a:cubicBezTo>
                      <a:pt x="69" y="201"/>
                      <a:pt x="69" y="201"/>
                      <a:pt x="69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70" y="199"/>
                    </a:cubicBezTo>
                    <a:cubicBezTo>
                      <a:pt x="70" y="199"/>
                      <a:pt x="70" y="199"/>
                      <a:pt x="70" y="199"/>
                    </a:cubicBezTo>
                    <a:cubicBezTo>
                      <a:pt x="70" y="199"/>
                      <a:pt x="71" y="199"/>
                      <a:pt x="71" y="200"/>
                    </a:cubicBezTo>
                    <a:close/>
                    <a:moveTo>
                      <a:pt x="60" y="207"/>
                    </a:moveTo>
                    <a:cubicBezTo>
                      <a:pt x="60" y="208"/>
                      <a:pt x="60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9" y="209"/>
                      <a:pt x="58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8" y="207"/>
                    </a:cubicBezTo>
                    <a:cubicBezTo>
                      <a:pt x="58" y="207"/>
                      <a:pt x="58" y="207"/>
                      <a:pt x="58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60" y="207"/>
                    </a:cubicBezTo>
                    <a:close/>
                    <a:moveTo>
                      <a:pt x="48" y="214"/>
                    </a:moveTo>
                    <a:cubicBezTo>
                      <a:pt x="49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6" y="215"/>
                      <a:pt x="46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8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7" y="224"/>
                    </a:cubicBezTo>
                    <a:cubicBezTo>
                      <a:pt x="37" y="224"/>
                      <a:pt x="37" y="224"/>
                      <a:pt x="37" y="224"/>
                    </a:cubicBezTo>
                    <a:cubicBezTo>
                      <a:pt x="36" y="224"/>
                      <a:pt x="35" y="224"/>
                      <a:pt x="35" y="223"/>
                    </a:cubicBezTo>
                    <a:cubicBezTo>
                      <a:pt x="35" y="223"/>
                      <a:pt x="35" y="223"/>
                      <a:pt x="35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6" y="221"/>
                      <a:pt x="36" y="221"/>
                    </a:cubicBezTo>
                    <a:cubicBezTo>
                      <a:pt x="36" y="221"/>
                      <a:pt x="36" y="221"/>
                      <a:pt x="36" y="221"/>
                    </a:cubicBezTo>
                    <a:cubicBezTo>
                      <a:pt x="36" y="221"/>
                      <a:pt x="37" y="221"/>
                      <a:pt x="37" y="222"/>
                    </a:cubicBezTo>
                    <a:close/>
                    <a:moveTo>
                      <a:pt x="26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5" y="231"/>
                      <a:pt x="24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5" y="229"/>
                    </a:cubicBezTo>
                    <a:cubicBezTo>
                      <a:pt x="25" y="229"/>
                      <a:pt x="25" y="229"/>
                      <a:pt x="25" y="229"/>
                    </a:cubicBezTo>
                    <a:cubicBezTo>
                      <a:pt x="25" y="229"/>
                      <a:pt x="25" y="229"/>
                      <a:pt x="26" y="229"/>
                    </a:cubicBezTo>
                    <a:close/>
                    <a:moveTo>
                      <a:pt x="14" y="237"/>
                    </a:moveTo>
                    <a:cubicBezTo>
                      <a:pt x="15" y="237"/>
                      <a:pt x="15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2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4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3" y="246"/>
                    </a:cubicBezTo>
                    <a:cubicBezTo>
                      <a:pt x="3" y="246"/>
                      <a:pt x="3" y="246"/>
                      <a:pt x="3" y="246"/>
                    </a:cubicBezTo>
                    <a:cubicBezTo>
                      <a:pt x="2" y="246"/>
                      <a:pt x="1" y="246"/>
                      <a:pt x="1" y="245"/>
                    </a:cubicBezTo>
                    <a:cubicBezTo>
                      <a:pt x="1" y="245"/>
                      <a:pt x="1" y="245"/>
                      <a:pt x="1" y="245"/>
                    </a:cubicBezTo>
                    <a:cubicBezTo>
                      <a:pt x="0" y="245"/>
                      <a:pt x="1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2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3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2"/>
              <p:cNvSpPr/>
              <p:nvPr/>
            </p:nvSpPr>
            <p:spPr>
              <a:xfrm>
                <a:off x="14424774" y="-448701"/>
                <a:ext cx="19581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3" h="3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2"/>
              <p:cNvSpPr/>
              <p:nvPr/>
            </p:nvSpPr>
            <p:spPr>
              <a:xfrm>
                <a:off x="11828392" y="1152983"/>
                <a:ext cx="15664" cy="1174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1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2" y="0"/>
                      <a:pt x="3" y="1"/>
                      <a:pt x="3" y="1"/>
                    </a:cubicBezTo>
                    <a:cubicBezTo>
                      <a:pt x="3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1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22"/>
              <p:cNvSpPr/>
              <p:nvPr/>
            </p:nvSpPr>
            <p:spPr>
              <a:xfrm>
                <a:off x="11894966" y="-405624"/>
                <a:ext cx="2330087" cy="1527278"/>
              </a:xfrm>
              <a:custGeom>
                <a:avLst/>
                <a:gdLst/>
                <a:ahLst/>
                <a:cxnLst/>
                <a:rect l="l" t="t" r="r" b="b"/>
                <a:pathLst>
                  <a:path w="376" h="246" extrusionOk="0">
                    <a:moveTo>
                      <a:pt x="376" y="1"/>
                    </a:moveTo>
                    <a:cubicBezTo>
                      <a:pt x="376" y="1"/>
                      <a:pt x="376" y="2"/>
                      <a:pt x="375" y="3"/>
                    </a:cubicBezTo>
                    <a:cubicBezTo>
                      <a:pt x="375" y="3"/>
                      <a:pt x="375" y="3"/>
                      <a:pt x="375" y="3"/>
                    </a:cubicBezTo>
                    <a:cubicBezTo>
                      <a:pt x="375" y="3"/>
                      <a:pt x="374" y="3"/>
                      <a:pt x="374" y="2"/>
                    </a:cubicBezTo>
                    <a:cubicBezTo>
                      <a:pt x="374" y="2"/>
                      <a:pt x="374" y="2"/>
                      <a:pt x="374" y="2"/>
                    </a:cubicBezTo>
                    <a:cubicBezTo>
                      <a:pt x="373" y="2"/>
                      <a:pt x="373" y="1"/>
                      <a:pt x="374" y="0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4" y="0"/>
                      <a:pt x="374" y="0"/>
                      <a:pt x="375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5" y="0"/>
                      <a:pt x="376" y="0"/>
                      <a:pt x="376" y="1"/>
                    </a:cubicBezTo>
                    <a:close/>
                    <a:moveTo>
                      <a:pt x="365" y="8"/>
                    </a:moveTo>
                    <a:cubicBezTo>
                      <a:pt x="365" y="9"/>
                      <a:pt x="365" y="10"/>
                      <a:pt x="364" y="10"/>
                    </a:cubicBezTo>
                    <a:cubicBezTo>
                      <a:pt x="364" y="10"/>
                      <a:pt x="364" y="10"/>
                      <a:pt x="364" y="10"/>
                    </a:cubicBezTo>
                    <a:cubicBezTo>
                      <a:pt x="364" y="10"/>
                      <a:pt x="363" y="10"/>
                      <a:pt x="362" y="10"/>
                    </a:cubicBezTo>
                    <a:cubicBezTo>
                      <a:pt x="362" y="10"/>
                      <a:pt x="362" y="10"/>
                      <a:pt x="362" y="10"/>
                    </a:cubicBezTo>
                    <a:cubicBezTo>
                      <a:pt x="362" y="9"/>
                      <a:pt x="362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3" y="8"/>
                      <a:pt x="363" y="8"/>
                      <a:pt x="363" y="8"/>
                    </a:cubicBezTo>
                    <a:cubicBezTo>
                      <a:pt x="364" y="8"/>
                      <a:pt x="364" y="8"/>
                      <a:pt x="365" y="8"/>
                    </a:cubicBezTo>
                    <a:close/>
                    <a:moveTo>
                      <a:pt x="353" y="16"/>
                    </a:moveTo>
                    <a:cubicBezTo>
                      <a:pt x="354" y="16"/>
                      <a:pt x="353" y="17"/>
                      <a:pt x="353" y="17"/>
                    </a:cubicBezTo>
                    <a:cubicBezTo>
                      <a:pt x="353" y="17"/>
                      <a:pt x="353" y="17"/>
                      <a:pt x="353" y="17"/>
                    </a:cubicBezTo>
                    <a:cubicBezTo>
                      <a:pt x="352" y="18"/>
                      <a:pt x="351" y="18"/>
                      <a:pt x="351" y="17"/>
                    </a:cubicBezTo>
                    <a:cubicBezTo>
                      <a:pt x="351" y="17"/>
                      <a:pt x="351" y="17"/>
                      <a:pt x="351" y="17"/>
                    </a:cubicBezTo>
                    <a:cubicBezTo>
                      <a:pt x="351" y="16"/>
                      <a:pt x="351" y="16"/>
                      <a:pt x="351" y="15"/>
                    </a:cubicBezTo>
                    <a:cubicBezTo>
                      <a:pt x="351" y="15"/>
                      <a:pt x="351" y="15"/>
                      <a:pt x="351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2" y="15"/>
                      <a:pt x="352" y="15"/>
                      <a:pt x="352" y="15"/>
                    </a:cubicBezTo>
                    <a:cubicBezTo>
                      <a:pt x="353" y="15"/>
                      <a:pt x="353" y="15"/>
                      <a:pt x="353" y="16"/>
                    </a:cubicBezTo>
                    <a:close/>
                    <a:moveTo>
                      <a:pt x="342" y="23"/>
                    </a:moveTo>
                    <a:cubicBezTo>
                      <a:pt x="342" y="24"/>
                      <a:pt x="342" y="24"/>
                      <a:pt x="342" y="25"/>
                    </a:cubicBezTo>
                    <a:cubicBezTo>
                      <a:pt x="342" y="25"/>
                      <a:pt x="342" y="25"/>
                      <a:pt x="342" y="25"/>
                    </a:cubicBezTo>
                    <a:cubicBezTo>
                      <a:pt x="341" y="25"/>
                      <a:pt x="340" y="25"/>
                      <a:pt x="340" y="24"/>
                    </a:cubicBezTo>
                    <a:cubicBezTo>
                      <a:pt x="340" y="24"/>
                      <a:pt x="340" y="24"/>
                      <a:pt x="340" y="24"/>
                    </a:cubicBezTo>
                    <a:cubicBezTo>
                      <a:pt x="339" y="24"/>
                      <a:pt x="339" y="23"/>
                      <a:pt x="340" y="23"/>
                    </a:cubicBezTo>
                    <a:cubicBezTo>
                      <a:pt x="340" y="23"/>
                      <a:pt x="340" y="23"/>
                      <a:pt x="340" y="23"/>
                    </a:cubicBezTo>
                    <a:cubicBezTo>
                      <a:pt x="340" y="22"/>
                      <a:pt x="341" y="22"/>
                      <a:pt x="341" y="22"/>
                    </a:cubicBezTo>
                    <a:cubicBezTo>
                      <a:pt x="341" y="22"/>
                      <a:pt x="341" y="22"/>
                      <a:pt x="341" y="22"/>
                    </a:cubicBezTo>
                    <a:cubicBezTo>
                      <a:pt x="341" y="22"/>
                      <a:pt x="342" y="23"/>
                      <a:pt x="342" y="23"/>
                    </a:cubicBezTo>
                    <a:close/>
                    <a:moveTo>
                      <a:pt x="331" y="30"/>
                    </a:moveTo>
                    <a:cubicBezTo>
                      <a:pt x="331" y="31"/>
                      <a:pt x="331" y="32"/>
                      <a:pt x="330" y="32"/>
                    </a:cubicBezTo>
                    <a:cubicBezTo>
                      <a:pt x="330" y="32"/>
                      <a:pt x="330" y="32"/>
                      <a:pt x="330" y="32"/>
                    </a:cubicBezTo>
                    <a:cubicBezTo>
                      <a:pt x="330" y="33"/>
                      <a:pt x="329" y="32"/>
                      <a:pt x="328" y="32"/>
                    </a:cubicBezTo>
                    <a:cubicBezTo>
                      <a:pt x="328" y="32"/>
                      <a:pt x="328" y="32"/>
                      <a:pt x="328" y="32"/>
                    </a:cubicBezTo>
                    <a:cubicBezTo>
                      <a:pt x="328" y="31"/>
                      <a:pt x="328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29" y="30"/>
                      <a:pt x="329" y="30"/>
                      <a:pt x="329" y="30"/>
                    </a:cubicBezTo>
                    <a:cubicBezTo>
                      <a:pt x="330" y="30"/>
                      <a:pt x="330" y="30"/>
                      <a:pt x="331" y="30"/>
                    </a:cubicBezTo>
                    <a:close/>
                    <a:moveTo>
                      <a:pt x="319" y="38"/>
                    </a:moveTo>
                    <a:cubicBezTo>
                      <a:pt x="320" y="38"/>
                      <a:pt x="320" y="39"/>
                      <a:pt x="319" y="40"/>
                    </a:cubicBezTo>
                    <a:cubicBezTo>
                      <a:pt x="319" y="40"/>
                      <a:pt x="319" y="40"/>
                      <a:pt x="319" y="40"/>
                    </a:cubicBezTo>
                    <a:cubicBezTo>
                      <a:pt x="318" y="40"/>
                      <a:pt x="317" y="40"/>
                      <a:pt x="317" y="39"/>
                    </a:cubicBezTo>
                    <a:cubicBezTo>
                      <a:pt x="317" y="39"/>
                      <a:pt x="317" y="39"/>
                      <a:pt x="317" y="39"/>
                    </a:cubicBezTo>
                    <a:cubicBezTo>
                      <a:pt x="317" y="39"/>
                      <a:pt x="317" y="38"/>
                      <a:pt x="317" y="37"/>
                    </a:cubicBezTo>
                    <a:cubicBezTo>
                      <a:pt x="317" y="37"/>
                      <a:pt x="317" y="37"/>
                      <a:pt x="317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8" y="37"/>
                      <a:pt x="318" y="37"/>
                      <a:pt x="318" y="37"/>
                    </a:cubicBezTo>
                    <a:cubicBezTo>
                      <a:pt x="319" y="37"/>
                      <a:pt x="319" y="37"/>
                      <a:pt x="319" y="38"/>
                    </a:cubicBezTo>
                    <a:close/>
                    <a:moveTo>
                      <a:pt x="308" y="45"/>
                    </a:moveTo>
                    <a:cubicBezTo>
                      <a:pt x="308" y="46"/>
                      <a:pt x="308" y="46"/>
                      <a:pt x="308" y="47"/>
                    </a:cubicBezTo>
                    <a:cubicBezTo>
                      <a:pt x="308" y="47"/>
                      <a:pt x="308" y="47"/>
                      <a:pt x="308" y="47"/>
                    </a:cubicBezTo>
                    <a:cubicBezTo>
                      <a:pt x="307" y="47"/>
                      <a:pt x="306" y="47"/>
                      <a:pt x="306" y="47"/>
                    </a:cubicBezTo>
                    <a:cubicBezTo>
                      <a:pt x="306" y="47"/>
                      <a:pt x="306" y="47"/>
                      <a:pt x="306" y="47"/>
                    </a:cubicBezTo>
                    <a:cubicBezTo>
                      <a:pt x="305" y="46"/>
                      <a:pt x="306" y="45"/>
                      <a:pt x="306" y="45"/>
                    </a:cubicBezTo>
                    <a:cubicBezTo>
                      <a:pt x="306" y="45"/>
                      <a:pt x="306" y="45"/>
                      <a:pt x="306" y="45"/>
                    </a:cubicBezTo>
                    <a:cubicBezTo>
                      <a:pt x="306" y="45"/>
                      <a:pt x="307" y="44"/>
                      <a:pt x="307" y="44"/>
                    </a:cubicBezTo>
                    <a:cubicBezTo>
                      <a:pt x="307" y="44"/>
                      <a:pt x="307" y="44"/>
                      <a:pt x="307" y="44"/>
                    </a:cubicBezTo>
                    <a:cubicBezTo>
                      <a:pt x="307" y="44"/>
                      <a:pt x="308" y="45"/>
                      <a:pt x="308" y="45"/>
                    </a:cubicBezTo>
                    <a:close/>
                    <a:moveTo>
                      <a:pt x="297" y="52"/>
                    </a:moveTo>
                    <a:cubicBezTo>
                      <a:pt x="297" y="53"/>
                      <a:pt x="297" y="54"/>
                      <a:pt x="296" y="54"/>
                    </a:cubicBezTo>
                    <a:cubicBezTo>
                      <a:pt x="296" y="54"/>
                      <a:pt x="296" y="54"/>
                      <a:pt x="296" y="54"/>
                    </a:cubicBezTo>
                    <a:cubicBezTo>
                      <a:pt x="296" y="55"/>
                      <a:pt x="295" y="54"/>
                      <a:pt x="294" y="54"/>
                    </a:cubicBezTo>
                    <a:cubicBezTo>
                      <a:pt x="294" y="54"/>
                      <a:pt x="294" y="54"/>
                      <a:pt x="294" y="54"/>
                    </a:cubicBezTo>
                    <a:cubicBezTo>
                      <a:pt x="294" y="53"/>
                      <a:pt x="294" y="52"/>
                      <a:pt x="295" y="52"/>
                    </a:cubicBezTo>
                    <a:cubicBezTo>
                      <a:pt x="295" y="52"/>
                      <a:pt x="295" y="52"/>
                      <a:pt x="295" y="52"/>
                    </a:cubicBezTo>
                    <a:cubicBezTo>
                      <a:pt x="295" y="52"/>
                      <a:pt x="295" y="52"/>
                      <a:pt x="296" y="52"/>
                    </a:cubicBezTo>
                    <a:cubicBezTo>
                      <a:pt x="296" y="52"/>
                      <a:pt x="296" y="52"/>
                      <a:pt x="296" y="52"/>
                    </a:cubicBezTo>
                    <a:cubicBezTo>
                      <a:pt x="296" y="52"/>
                      <a:pt x="296" y="52"/>
                      <a:pt x="297" y="52"/>
                    </a:cubicBezTo>
                    <a:close/>
                    <a:moveTo>
                      <a:pt x="285" y="60"/>
                    </a:moveTo>
                    <a:cubicBezTo>
                      <a:pt x="286" y="60"/>
                      <a:pt x="286" y="61"/>
                      <a:pt x="285" y="62"/>
                    </a:cubicBezTo>
                    <a:cubicBezTo>
                      <a:pt x="285" y="62"/>
                      <a:pt x="285" y="62"/>
                      <a:pt x="285" y="62"/>
                    </a:cubicBezTo>
                    <a:cubicBezTo>
                      <a:pt x="284" y="62"/>
                      <a:pt x="284" y="62"/>
                      <a:pt x="283" y="61"/>
                    </a:cubicBezTo>
                    <a:cubicBezTo>
                      <a:pt x="283" y="61"/>
                      <a:pt x="283" y="61"/>
                      <a:pt x="283" y="61"/>
                    </a:cubicBezTo>
                    <a:cubicBezTo>
                      <a:pt x="283" y="61"/>
                      <a:pt x="283" y="60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4" y="59"/>
                      <a:pt x="284" y="59"/>
                      <a:pt x="284" y="59"/>
                    </a:cubicBezTo>
                    <a:cubicBezTo>
                      <a:pt x="285" y="59"/>
                      <a:pt x="285" y="59"/>
                      <a:pt x="285" y="60"/>
                    </a:cubicBezTo>
                    <a:close/>
                    <a:moveTo>
                      <a:pt x="274" y="67"/>
                    </a:moveTo>
                    <a:cubicBezTo>
                      <a:pt x="274" y="68"/>
                      <a:pt x="274" y="69"/>
                      <a:pt x="274" y="69"/>
                    </a:cubicBezTo>
                    <a:cubicBezTo>
                      <a:pt x="274" y="69"/>
                      <a:pt x="274" y="69"/>
                      <a:pt x="274" y="69"/>
                    </a:cubicBezTo>
                    <a:cubicBezTo>
                      <a:pt x="273" y="69"/>
                      <a:pt x="272" y="69"/>
                      <a:pt x="272" y="69"/>
                    </a:cubicBezTo>
                    <a:cubicBezTo>
                      <a:pt x="272" y="69"/>
                      <a:pt x="272" y="69"/>
                      <a:pt x="272" y="69"/>
                    </a:cubicBezTo>
                    <a:cubicBezTo>
                      <a:pt x="271" y="68"/>
                      <a:pt x="272" y="67"/>
                      <a:pt x="272" y="67"/>
                    </a:cubicBezTo>
                    <a:cubicBezTo>
                      <a:pt x="272" y="67"/>
                      <a:pt x="272" y="67"/>
                      <a:pt x="272" y="67"/>
                    </a:cubicBezTo>
                    <a:cubicBezTo>
                      <a:pt x="272" y="67"/>
                      <a:pt x="273" y="67"/>
                      <a:pt x="273" y="67"/>
                    </a:cubicBezTo>
                    <a:cubicBezTo>
                      <a:pt x="273" y="67"/>
                      <a:pt x="273" y="67"/>
                      <a:pt x="273" y="67"/>
                    </a:cubicBezTo>
                    <a:cubicBezTo>
                      <a:pt x="273" y="67"/>
                      <a:pt x="274" y="67"/>
                      <a:pt x="274" y="67"/>
                    </a:cubicBezTo>
                    <a:close/>
                    <a:moveTo>
                      <a:pt x="263" y="75"/>
                    </a:moveTo>
                    <a:cubicBezTo>
                      <a:pt x="263" y="75"/>
                      <a:pt x="263" y="76"/>
                      <a:pt x="262" y="76"/>
                    </a:cubicBezTo>
                    <a:cubicBezTo>
                      <a:pt x="262" y="76"/>
                      <a:pt x="262" y="76"/>
                      <a:pt x="262" y="76"/>
                    </a:cubicBezTo>
                    <a:cubicBezTo>
                      <a:pt x="262" y="77"/>
                      <a:pt x="261" y="77"/>
                      <a:pt x="261" y="76"/>
                    </a:cubicBezTo>
                    <a:cubicBezTo>
                      <a:pt x="261" y="76"/>
                      <a:pt x="261" y="76"/>
                      <a:pt x="261" y="76"/>
                    </a:cubicBezTo>
                    <a:cubicBezTo>
                      <a:pt x="260" y="75"/>
                      <a:pt x="260" y="75"/>
                      <a:pt x="261" y="74"/>
                    </a:cubicBezTo>
                    <a:cubicBezTo>
                      <a:pt x="261" y="74"/>
                      <a:pt x="261" y="74"/>
                      <a:pt x="261" y="74"/>
                    </a:cubicBezTo>
                    <a:cubicBezTo>
                      <a:pt x="261" y="74"/>
                      <a:pt x="261" y="74"/>
                      <a:pt x="262" y="74"/>
                    </a:cubicBezTo>
                    <a:cubicBezTo>
                      <a:pt x="262" y="74"/>
                      <a:pt x="262" y="74"/>
                      <a:pt x="262" y="74"/>
                    </a:cubicBezTo>
                    <a:cubicBezTo>
                      <a:pt x="262" y="74"/>
                      <a:pt x="263" y="74"/>
                      <a:pt x="263" y="75"/>
                    </a:cubicBezTo>
                    <a:close/>
                    <a:moveTo>
                      <a:pt x="251" y="82"/>
                    </a:moveTo>
                    <a:cubicBezTo>
                      <a:pt x="252" y="83"/>
                      <a:pt x="252" y="83"/>
                      <a:pt x="251" y="84"/>
                    </a:cubicBezTo>
                    <a:cubicBezTo>
                      <a:pt x="251" y="84"/>
                      <a:pt x="251" y="84"/>
                      <a:pt x="251" y="84"/>
                    </a:cubicBezTo>
                    <a:cubicBezTo>
                      <a:pt x="250" y="84"/>
                      <a:pt x="250" y="84"/>
                      <a:pt x="249" y="83"/>
                    </a:cubicBezTo>
                    <a:cubicBezTo>
                      <a:pt x="249" y="83"/>
                      <a:pt x="249" y="83"/>
                      <a:pt x="249" y="83"/>
                    </a:cubicBezTo>
                    <a:cubicBezTo>
                      <a:pt x="249" y="83"/>
                      <a:pt x="249" y="82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0" y="81"/>
                      <a:pt x="250" y="81"/>
                      <a:pt x="250" y="81"/>
                    </a:cubicBezTo>
                    <a:cubicBezTo>
                      <a:pt x="251" y="81"/>
                      <a:pt x="251" y="81"/>
                      <a:pt x="251" y="82"/>
                    </a:cubicBezTo>
                    <a:close/>
                    <a:moveTo>
                      <a:pt x="240" y="89"/>
                    </a:moveTo>
                    <a:cubicBezTo>
                      <a:pt x="241" y="90"/>
                      <a:pt x="240" y="91"/>
                      <a:pt x="240" y="91"/>
                    </a:cubicBezTo>
                    <a:cubicBezTo>
                      <a:pt x="240" y="91"/>
                      <a:pt x="240" y="91"/>
                      <a:pt x="240" y="91"/>
                    </a:cubicBezTo>
                    <a:cubicBezTo>
                      <a:pt x="239" y="92"/>
                      <a:pt x="238" y="91"/>
                      <a:pt x="238" y="91"/>
                    </a:cubicBezTo>
                    <a:cubicBezTo>
                      <a:pt x="238" y="91"/>
                      <a:pt x="238" y="91"/>
                      <a:pt x="238" y="91"/>
                    </a:cubicBezTo>
                    <a:cubicBezTo>
                      <a:pt x="238" y="90"/>
                      <a:pt x="238" y="89"/>
                      <a:pt x="238" y="89"/>
                    </a:cubicBezTo>
                    <a:cubicBezTo>
                      <a:pt x="238" y="89"/>
                      <a:pt x="238" y="89"/>
                      <a:pt x="238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9" y="89"/>
                      <a:pt x="240" y="89"/>
                      <a:pt x="240" y="89"/>
                    </a:cubicBezTo>
                    <a:close/>
                    <a:moveTo>
                      <a:pt x="229" y="97"/>
                    </a:moveTo>
                    <a:cubicBezTo>
                      <a:pt x="229" y="97"/>
                      <a:pt x="229" y="98"/>
                      <a:pt x="228" y="98"/>
                    </a:cubicBezTo>
                    <a:cubicBezTo>
                      <a:pt x="228" y="98"/>
                      <a:pt x="228" y="98"/>
                      <a:pt x="228" y="98"/>
                    </a:cubicBezTo>
                    <a:cubicBezTo>
                      <a:pt x="228" y="99"/>
                      <a:pt x="227" y="99"/>
                      <a:pt x="227" y="98"/>
                    </a:cubicBezTo>
                    <a:cubicBezTo>
                      <a:pt x="227" y="98"/>
                      <a:pt x="227" y="98"/>
                      <a:pt x="227" y="98"/>
                    </a:cubicBezTo>
                    <a:cubicBezTo>
                      <a:pt x="226" y="97"/>
                      <a:pt x="226" y="97"/>
                      <a:pt x="227" y="96"/>
                    </a:cubicBezTo>
                    <a:cubicBezTo>
                      <a:pt x="227" y="96"/>
                      <a:pt x="227" y="96"/>
                      <a:pt x="227" y="96"/>
                    </a:cubicBezTo>
                    <a:cubicBezTo>
                      <a:pt x="227" y="96"/>
                      <a:pt x="227" y="96"/>
                      <a:pt x="228" y="96"/>
                    </a:cubicBezTo>
                    <a:cubicBezTo>
                      <a:pt x="228" y="96"/>
                      <a:pt x="228" y="96"/>
                      <a:pt x="228" y="96"/>
                    </a:cubicBezTo>
                    <a:cubicBezTo>
                      <a:pt x="228" y="96"/>
                      <a:pt x="229" y="96"/>
                      <a:pt x="229" y="97"/>
                    </a:cubicBezTo>
                    <a:close/>
                    <a:moveTo>
                      <a:pt x="218" y="104"/>
                    </a:moveTo>
                    <a:cubicBezTo>
                      <a:pt x="218" y="105"/>
                      <a:pt x="218" y="105"/>
                      <a:pt x="217" y="106"/>
                    </a:cubicBezTo>
                    <a:cubicBezTo>
                      <a:pt x="217" y="106"/>
                      <a:pt x="217" y="106"/>
                      <a:pt x="217" y="106"/>
                    </a:cubicBezTo>
                    <a:cubicBezTo>
                      <a:pt x="217" y="106"/>
                      <a:pt x="216" y="106"/>
                      <a:pt x="215" y="105"/>
                    </a:cubicBezTo>
                    <a:cubicBezTo>
                      <a:pt x="215" y="105"/>
                      <a:pt x="215" y="105"/>
                      <a:pt x="215" y="105"/>
                    </a:cubicBezTo>
                    <a:cubicBezTo>
                      <a:pt x="215" y="105"/>
                      <a:pt x="215" y="104"/>
                      <a:pt x="216" y="104"/>
                    </a:cubicBezTo>
                    <a:cubicBezTo>
                      <a:pt x="216" y="104"/>
                      <a:pt x="216" y="104"/>
                      <a:pt x="216" y="104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6" y="103"/>
                      <a:pt x="216" y="103"/>
                      <a:pt x="216" y="103"/>
                    </a:cubicBezTo>
                    <a:cubicBezTo>
                      <a:pt x="217" y="103"/>
                      <a:pt x="217" y="104"/>
                      <a:pt x="218" y="104"/>
                    </a:cubicBezTo>
                    <a:close/>
                    <a:moveTo>
                      <a:pt x="206" y="111"/>
                    </a:moveTo>
                    <a:cubicBezTo>
                      <a:pt x="207" y="112"/>
                      <a:pt x="206" y="113"/>
                      <a:pt x="206" y="113"/>
                    </a:cubicBezTo>
                    <a:cubicBezTo>
                      <a:pt x="206" y="113"/>
                      <a:pt x="206" y="113"/>
                      <a:pt x="206" y="113"/>
                    </a:cubicBezTo>
                    <a:cubicBezTo>
                      <a:pt x="205" y="114"/>
                      <a:pt x="204" y="113"/>
                      <a:pt x="204" y="113"/>
                    </a:cubicBezTo>
                    <a:cubicBezTo>
                      <a:pt x="204" y="113"/>
                      <a:pt x="204" y="113"/>
                      <a:pt x="204" y="113"/>
                    </a:cubicBezTo>
                    <a:cubicBezTo>
                      <a:pt x="204" y="112"/>
                      <a:pt x="204" y="111"/>
                      <a:pt x="204" y="111"/>
                    </a:cubicBezTo>
                    <a:cubicBezTo>
                      <a:pt x="204" y="111"/>
                      <a:pt x="204" y="111"/>
                      <a:pt x="204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5" y="111"/>
                      <a:pt x="205" y="111"/>
                      <a:pt x="205" y="111"/>
                    </a:cubicBezTo>
                    <a:cubicBezTo>
                      <a:pt x="206" y="111"/>
                      <a:pt x="206" y="111"/>
                      <a:pt x="206" y="111"/>
                    </a:cubicBezTo>
                    <a:close/>
                    <a:moveTo>
                      <a:pt x="195" y="119"/>
                    </a:moveTo>
                    <a:cubicBezTo>
                      <a:pt x="195" y="119"/>
                      <a:pt x="195" y="120"/>
                      <a:pt x="195" y="121"/>
                    </a:cubicBezTo>
                    <a:cubicBezTo>
                      <a:pt x="195" y="121"/>
                      <a:pt x="195" y="121"/>
                      <a:pt x="195" y="121"/>
                    </a:cubicBezTo>
                    <a:cubicBezTo>
                      <a:pt x="194" y="121"/>
                      <a:pt x="193" y="121"/>
                      <a:pt x="193" y="120"/>
                    </a:cubicBezTo>
                    <a:cubicBezTo>
                      <a:pt x="193" y="120"/>
                      <a:pt x="193" y="120"/>
                      <a:pt x="193" y="120"/>
                    </a:cubicBezTo>
                    <a:cubicBezTo>
                      <a:pt x="192" y="120"/>
                      <a:pt x="192" y="119"/>
                      <a:pt x="193" y="118"/>
                    </a:cubicBezTo>
                    <a:cubicBezTo>
                      <a:pt x="193" y="118"/>
                      <a:pt x="193" y="118"/>
                      <a:pt x="193" y="118"/>
                    </a:cubicBezTo>
                    <a:cubicBezTo>
                      <a:pt x="193" y="118"/>
                      <a:pt x="194" y="118"/>
                      <a:pt x="194" y="118"/>
                    </a:cubicBezTo>
                    <a:cubicBezTo>
                      <a:pt x="194" y="118"/>
                      <a:pt x="194" y="118"/>
                      <a:pt x="194" y="118"/>
                    </a:cubicBezTo>
                    <a:cubicBezTo>
                      <a:pt x="194" y="118"/>
                      <a:pt x="195" y="118"/>
                      <a:pt x="195" y="119"/>
                    </a:cubicBezTo>
                    <a:close/>
                    <a:moveTo>
                      <a:pt x="184" y="126"/>
                    </a:moveTo>
                    <a:cubicBezTo>
                      <a:pt x="184" y="127"/>
                      <a:pt x="184" y="128"/>
                      <a:pt x="183" y="128"/>
                    </a:cubicBezTo>
                    <a:cubicBezTo>
                      <a:pt x="183" y="128"/>
                      <a:pt x="183" y="128"/>
                      <a:pt x="183" y="128"/>
                    </a:cubicBezTo>
                    <a:cubicBezTo>
                      <a:pt x="183" y="128"/>
                      <a:pt x="182" y="128"/>
                      <a:pt x="181" y="128"/>
                    </a:cubicBezTo>
                    <a:cubicBezTo>
                      <a:pt x="181" y="128"/>
                      <a:pt x="181" y="128"/>
                      <a:pt x="181" y="128"/>
                    </a:cubicBezTo>
                    <a:cubicBezTo>
                      <a:pt x="181" y="127"/>
                      <a:pt x="181" y="126"/>
                      <a:pt x="182" y="126"/>
                    </a:cubicBezTo>
                    <a:cubicBezTo>
                      <a:pt x="182" y="126"/>
                      <a:pt x="182" y="126"/>
                      <a:pt x="182" y="126"/>
                    </a:cubicBezTo>
                    <a:cubicBezTo>
                      <a:pt x="182" y="126"/>
                      <a:pt x="182" y="125"/>
                      <a:pt x="182" y="125"/>
                    </a:cubicBezTo>
                    <a:cubicBezTo>
                      <a:pt x="182" y="125"/>
                      <a:pt x="182" y="125"/>
                      <a:pt x="182" y="125"/>
                    </a:cubicBezTo>
                    <a:cubicBezTo>
                      <a:pt x="183" y="125"/>
                      <a:pt x="183" y="126"/>
                      <a:pt x="184" y="126"/>
                    </a:cubicBezTo>
                    <a:close/>
                    <a:moveTo>
                      <a:pt x="172" y="133"/>
                    </a:moveTo>
                    <a:cubicBezTo>
                      <a:pt x="173" y="134"/>
                      <a:pt x="173" y="135"/>
                      <a:pt x="172" y="135"/>
                    </a:cubicBezTo>
                    <a:cubicBezTo>
                      <a:pt x="172" y="135"/>
                      <a:pt x="172" y="135"/>
                      <a:pt x="172" y="135"/>
                    </a:cubicBezTo>
                    <a:cubicBezTo>
                      <a:pt x="171" y="136"/>
                      <a:pt x="170" y="136"/>
                      <a:pt x="170" y="135"/>
                    </a:cubicBezTo>
                    <a:cubicBezTo>
                      <a:pt x="170" y="135"/>
                      <a:pt x="170" y="135"/>
                      <a:pt x="170" y="135"/>
                    </a:cubicBezTo>
                    <a:cubicBezTo>
                      <a:pt x="170" y="134"/>
                      <a:pt x="170" y="133"/>
                      <a:pt x="170" y="133"/>
                    </a:cubicBezTo>
                    <a:cubicBezTo>
                      <a:pt x="170" y="133"/>
                      <a:pt x="170" y="133"/>
                      <a:pt x="170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1" y="133"/>
                      <a:pt x="171" y="133"/>
                      <a:pt x="171" y="133"/>
                    </a:cubicBezTo>
                    <a:cubicBezTo>
                      <a:pt x="172" y="133"/>
                      <a:pt x="172" y="133"/>
                      <a:pt x="172" y="133"/>
                    </a:cubicBezTo>
                    <a:close/>
                    <a:moveTo>
                      <a:pt x="161" y="141"/>
                    </a:moveTo>
                    <a:cubicBezTo>
                      <a:pt x="161" y="141"/>
                      <a:pt x="161" y="142"/>
                      <a:pt x="161" y="143"/>
                    </a:cubicBezTo>
                    <a:cubicBezTo>
                      <a:pt x="161" y="143"/>
                      <a:pt x="161" y="143"/>
                      <a:pt x="161" y="143"/>
                    </a:cubicBezTo>
                    <a:cubicBezTo>
                      <a:pt x="160" y="143"/>
                      <a:pt x="159" y="143"/>
                      <a:pt x="159" y="142"/>
                    </a:cubicBezTo>
                    <a:cubicBezTo>
                      <a:pt x="159" y="142"/>
                      <a:pt x="159" y="142"/>
                      <a:pt x="159" y="142"/>
                    </a:cubicBezTo>
                    <a:cubicBezTo>
                      <a:pt x="158" y="142"/>
                      <a:pt x="159" y="141"/>
                      <a:pt x="159" y="140"/>
                    </a:cubicBezTo>
                    <a:cubicBezTo>
                      <a:pt x="159" y="140"/>
                      <a:pt x="159" y="140"/>
                      <a:pt x="159" y="140"/>
                    </a:cubicBezTo>
                    <a:cubicBezTo>
                      <a:pt x="159" y="140"/>
                      <a:pt x="160" y="140"/>
                      <a:pt x="160" y="140"/>
                    </a:cubicBezTo>
                    <a:cubicBezTo>
                      <a:pt x="160" y="140"/>
                      <a:pt x="160" y="140"/>
                      <a:pt x="160" y="140"/>
                    </a:cubicBezTo>
                    <a:cubicBezTo>
                      <a:pt x="160" y="140"/>
                      <a:pt x="161" y="140"/>
                      <a:pt x="161" y="141"/>
                    </a:cubicBezTo>
                    <a:close/>
                    <a:moveTo>
                      <a:pt x="150" y="148"/>
                    </a:moveTo>
                    <a:cubicBezTo>
                      <a:pt x="150" y="149"/>
                      <a:pt x="150" y="150"/>
                      <a:pt x="149" y="150"/>
                    </a:cubicBezTo>
                    <a:cubicBezTo>
                      <a:pt x="149" y="150"/>
                      <a:pt x="149" y="150"/>
                      <a:pt x="149" y="150"/>
                    </a:cubicBezTo>
                    <a:cubicBezTo>
                      <a:pt x="149" y="150"/>
                      <a:pt x="148" y="150"/>
                      <a:pt x="147" y="150"/>
                    </a:cubicBezTo>
                    <a:cubicBezTo>
                      <a:pt x="147" y="150"/>
                      <a:pt x="147" y="150"/>
                      <a:pt x="147" y="150"/>
                    </a:cubicBezTo>
                    <a:cubicBezTo>
                      <a:pt x="147" y="149"/>
                      <a:pt x="147" y="148"/>
                      <a:pt x="148" y="148"/>
                    </a:cubicBezTo>
                    <a:cubicBezTo>
                      <a:pt x="148" y="148"/>
                      <a:pt x="148" y="148"/>
                      <a:pt x="148" y="148"/>
                    </a:cubicBezTo>
                    <a:cubicBezTo>
                      <a:pt x="148" y="148"/>
                      <a:pt x="148" y="148"/>
                      <a:pt x="149" y="148"/>
                    </a:cubicBezTo>
                    <a:cubicBezTo>
                      <a:pt x="149" y="148"/>
                      <a:pt x="149" y="148"/>
                      <a:pt x="149" y="148"/>
                    </a:cubicBezTo>
                    <a:cubicBezTo>
                      <a:pt x="149" y="148"/>
                      <a:pt x="149" y="148"/>
                      <a:pt x="150" y="148"/>
                    </a:cubicBezTo>
                    <a:close/>
                    <a:moveTo>
                      <a:pt x="138" y="156"/>
                    </a:moveTo>
                    <a:cubicBezTo>
                      <a:pt x="139" y="156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7" y="158"/>
                      <a:pt x="137" y="158"/>
                      <a:pt x="136" y="157"/>
                    </a:cubicBezTo>
                    <a:cubicBezTo>
                      <a:pt x="136" y="157"/>
                      <a:pt x="136" y="157"/>
                      <a:pt x="136" y="157"/>
                    </a:cubicBezTo>
                    <a:cubicBezTo>
                      <a:pt x="136" y="156"/>
                      <a:pt x="136" y="156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lose/>
                    <a:moveTo>
                      <a:pt x="127" y="163"/>
                    </a:moveTo>
                    <a:cubicBezTo>
                      <a:pt x="127" y="164"/>
                      <a:pt x="127" y="164"/>
                      <a:pt x="127" y="165"/>
                    </a:cubicBezTo>
                    <a:cubicBezTo>
                      <a:pt x="127" y="165"/>
                      <a:pt x="127" y="165"/>
                      <a:pt x="127" y="165"/>
                    </a:cubicBezTo>
                    <a:cubicBezTo>
                      <a:pt x="126" y="165"/>
                      <a:pt x="125" y="165"/>
                      <a:pt x="125" y="164"/>
                    </a:cubicBezTo>
                    <a:cubicBezTo>
                      <a:pt x="125" y="164"/>
                      <a:pt x="125" y="164"/>
                      <a:pt x="125" y="164"/>
                    </a:cubicBezTo>
                    <a:cubicBezTo>
                      <a:pt x="124" y="164"/>
                      <a:pt x="125" y="163"/>
                      <a:pt x="125" y="163"/>
                    </a:cubicBezTo>
                    <a:cubicBezTo>
                      <a:pt x="125" y="163"/>
                      <a:pt x="125" y="163"/>
                      <a:pt x="125" y="163"/>
                    </a:cubicBezTo>
                    <a:cubicBezTo>
                      <a:pt x="125" y="162"/>
                      <a:pt x="126" y="162"/>
                      <a:pt x="126" y="162"/>
                    </a:cubicBezTo>
                    <a:cubicBezTo>
                      <a:pt x="126" y="162"/>
                      <a:pt x="126" y="162"/>
                      <a:pt x="126" y="162"/>
                    </a:cubicBezTo>
                    <a:cubicBezTo>
                      <a:pt x="126" y="162"/>
                      <a:pt x="127" y="163"/>
                      <a:pt x="127" y="163"/>
                    </a:cubicBezTo>
                    <a:close/>
                    <a:moveTo>
                      <a:pt x="116" y="170"/>
                    </a:moveTo>
                    <a:cubicBezTo>
                      <a:pt x="116" y="171"/>
                      <a:pt x="116" y="172"/>
                      <a:pt x="115" y="172"/>
                    </a:cubicBezTo>
                    <a:cubicBezTo>
                      <a:pt x="115" y="172"/>
                      <a:pt x="115" y="172"/>
                      <a:pt x="115" y="172"/>
                    </a:cubicBezTo>
                    <a:cubicBezTo>
                      <a:pt x="115" y="173"/>
                      <a:pt x="114" y="172"/>
                      <a:pt x="114" y="172"/>
                    </a:cubicBezTo>
                    <a:cubicBezTo>
                      <a:pt x="114" y="172"/>
                      <a:pt x="114" y="172"/>
                      <a:pt x="114" y="172"/>
                    </a:cubicBezTo>
                    <a:cubicBezTo>
                      <a:pt x="113" y="171"/>
                      <a:pt x="113" y="170"/>
                      <a:pt x="114" y="170"/>
                    </a:cubicBezTo>
                    <a:cubicBezTo>
                      <a:pt x="114" y="170"/>
                      <a:pt x="114" y="170"/>
                      <a:pt x="114" y="170"/>
                    </a:cubicBezTo>
                    <a:cubicBezTo>
                      <a:pt x="114" y="170"/>
                      <a:pt x="114" y="170"/>
                      <a:pt x="115" y="170"/>
                    </a:cubicBezTo>
                    <a:cubicBezTo>
                      <a:pt x="115" y="170"/>
                      <a:pt x="115" y="170"/>
                      <a:pt x="115" y="170"/>
                    </a:cubicBezTo>
                    <a:cubicBezTo>
                      <a:pt x="115" y="170"/>
                      <a:pt x="116" y="170"/>
                      <a:pt x="116" y="170"/>
                    </a:cubicBezTo>
                    <a:close/>
                    <a:moveTo>
                      <a:pt x="104" y="178"/>
                    </a:moveTo>
                    <a:cubicBezTo>
                      <a:pt x="105" y="178"/>
                      <a:pt x="105" y="179"/>
                      <a:pt x="104" y="179"/>
                    </a:cubicBezTo>
                    <a:cubicBezTo>
                      <a:pt x="104" y="179"/>
                      <a:pt x="104" y="179"/>
                      <a:pt x="104" y="179"/>
                    </a:cubicBezTo>
                    <a:cubicBezTo>
                      <a:pt x="103" y="180"/>
                      <a:pt x="103" y="180"/>
                      <a:pt x="102" y="179"/>
                    </a:cubicBezTo>
                    <a:cubicBezTo>
                      <a:pt x="102" y="179"/>
                      <a:pt x="102" y="179"/>
                      <a:pt x="102" y="179"/>
                    </a:cubicBezTo>
                    <a:cubicBezTo>
                      <a:pt x="102" y="178"/>
                      <a:pt x="102" y="178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3" y="177"/>
                      <a:pt x="103" y="177"/>
                      <a:pt x="103" y="177"/>
                    </a:cubicBezTo>
                    <a:cubicBezTo>
                      <a:pt x="104" y="177"/>
                      <a:pt x="104" y="177"/>
                      <a:pt x="104" y="178"/>
                    </a:cubicBezTo>
                    <a:close/>
                    <a:moveTo>
                      <a:pt x="93" y="185"/>
                    </a:moveTo>
                    <a:cubicBezTo>
                      <a:pt x="94" y="186"/>
                      <a:pt x="93" y="186"/>
                      <a:pt x="93" y="187"/>
                    </a:cubicBezTo>
                    <a:cubicBezTo>
                      <a:pt x="93" y="187"/>
                      <a:pt x="93" y="187"/>
                      <a:pt x="93" y="187"/>
                    </a:cubicBezTo>
                    <a:cubicBezTo>
                      <a:pt x="92" y="187"/>
                      <a:pt x="91" y="187"/>
                      <a:pt x="91" y="186"/>
                    </a:cubicBezTo>
                    <a:cubicBezTo>
                      <a:pt x="91" y="186"/>
                      <a:pt x="91" y="186"/>
                      <a:pt x="91" y="186"/>
                    </a:cubicBezTo>
                    <a:cubicBezTo>
                      <a:pt x="91" y="186"/>
                      <a:pt x="91" y="185"/>
                      <a:pt x="91" y="185"/>
                    </a:cubicBezTo>
                    <a:cubicBezTo>
                      <a:pt x="91" y="185"/>
                      <a:pt x="91" y="185"/>
                      <a:pt x="91" y="185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2" y="184"/>
                      <a:pt x="92" y="184"/>
                    </a:cubicBezTo>
                    <a:cubicBezTo>
                      <a:pt x="92" y="184"/>
                      <a:pt x="93" y="185"/>
                      <a:pt x="93" y="185"/>
                    </a:cubicBezTo>
                    <a:close/>
                    <a:moveTo>
                      <a:pt x="82" y="192"/>
                    </a:moveTo>
                    <a:cubicBezTo>
                      <a:pt x="82" y="193"/>
                      <a:pt x="82" y="194"/>
                      <a:pt x="81" y="194"/>
                    </a:cubicBezTo>
                    <a:cubicBezTo>
                      <a:pt x="81" y="194"/>
                      <a:pt x="81" y="194"/>
                      <a:pt x="81" y="194"/>
                    </a:cubicBezTo>
                    <a:cubicBezTo>
                      <a:pt x="81" y="195"/>
                      <a:pt x="80" y="194"/>
                      <a:pt x="80" y="194"/>
                    </a:cubicBezTo>
                    <a:cubicBezTo>
                      <a:pt x="80" y="194"/>
                      <a:pt x="80" y="194"/>
                      <a:pt x="80" y="194"/>
                    </a:cubicBezTo>
                    <a:cubicBezTo>
                      <a:pt x="79" y="193"/>
                      <a:pt x="79" y="192"/>
                      <a:pt x="80" y="192"/>
                    </a:cubicBezTo>
                    <a:cubicBezTo>
                      <a:pt x="80" y="192"/>
                      <a:pt x="80" y="192"/>
                      <a:pt x="80" y="192"/>
                    </a:cubicBezTo>
                    <a:cubicBezTo>
                      <a:pt x="80" y="192"/>
                      <a:pt x="80" y="192"/>
                      <a:pt x="81" y="192"/>
                    </a:cubicBezTo>
                    <a:cubicBezTo>
                      <a:pt x="81" y="192"/>
                      <a:pt x="81" y="192"/>
                      <a:pt x="81" y="192"/>
                    </a:cubicBezTo>
                    <a:cubicBezTo>
                      <a:pt x="81" y="192"/>
                      <a:pt x="82" y="192"/>
                      <a:pt x="82" y="192"/>
                    </a:cubicBezTo>
                    <a:close/>
                    <a:moveTo>
                      <a:pt x="71" y="200"/>
                    </a:moveTo>
                    <a:cubicBezTo>
                      <a:pt x="71" y="200"/>
                      <a:pt x="71" y="201"/>
                      <a:pt x="70" y="202"/>
                    </a:cubicBezTo>
                    <a:cubicBezTo>
                      <a:pt x="70" y="202"/>
                      <a:pt x="70" y="202"/>
                      <a:pt x="70" y="202"/>
                    </a:cubicBezTo>
                    <a:cubicBezTo>
                      <a:pt x="70" y="202"/>
                      <a:pt x="69" y="202"/>
                      <a:pt x="68" y="201"/>
                    </a:cubicBezTo>
                    <a:cubicBezTo>
                      <a:pt x="68" y="201"/>
                      <a:pt x="68" y="201"/>
                      <a:pt x="68" y="201"/>
                    </a:cubicBezTo>
                    <a:cubicBezTo>
                      <a:pt x="68" y="201"/>
                      <a:pt x="68" y="200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69" y="199"/>
                      <a:pt x="69" y="199"/>
                      <a:pt x="69" y="199"/>
                    </a:cubicBezTo>
                    <a:cubicBezTo>
                      <a:pt x="70" y="199"/>
                      <a:pt x="70" y="199"/>
                      <a:pt x="71" y="200"/>
                    </a:cubicBezTo>
                    <a:close/>
                    <a:moveTo>
                      <a:pt x="59" y="207"/>
                    </a:moveTo>
                    <a:cubicBezTo>
                      <a:pt x="60" y="208"/>
                      <a:pt x="59" y="209"/>
                      <a:pt x="59" y="209"/>
                    </a:cubicBezTo>
                    <a:cubicBezTo>
                      <a:pt x="59" y="209"/>
                      <a:pt x="59" y="209"/>
                      <a:pt x="59" y="209"/>
                    </a:cubicBezTo>
                    <a:cubicBezTo>
                      <a:pt x="58" y="209"/>
                      <a:pt x="57" y="209"/>
                      <a:pt x="57" y="209"/>
                    </a:cubicBezTo>
                    <a:cubicBezTo>
                      <a:pt x="57" y="209"/>
                      <a:pt x="57" y="209"/>
                      <a:pt x="57" y="209"/>
                    </a:cubicBezTo>
                    <a:cubicBezTo>
                      <a:pt x="57" y="208"/>
                      <a:pt x="57" y="207"/>
                      <a:pt x="57" y="207"/>
                    </a:cubicBezTo>
                    <a:cubicBezTo>
                      <a:pt x="57" y="207"/>
                      <a:pt x="57" y="207"/>
                      <a:pt x="57" y="207"/>
                    </a:cubicBezTo>
                    <a:cubicBezTo>
                      <a:pt x="58" y="207"/>
                      <a:pt x="58" y="206"/>
                      <a:pt x="58" y="206"/>
                    </a:cubicBezTo>
                    <a:cubicBezTo>
                      <a:pt x="58" y="206"/>
                      <a:pt x="58" y="206"/>
                      <a:pt x="58" y="206"/>
                    </a:cubicBezTo>
                    <a:cubicBezTo>
                      <a:pt x="59" y="206"/>
                      <a:pt x="59" y="207"/>
                      <a:pt x="59" y="207"/>
                    </a:cubicBezTo>
                    <a:close/>
                    <a:moveTo>
                      <a:pt x="48" y="214"/>
                    </a:moveTo>
                    <a:cubicBezTo>
                      <a:pt x="48" y="215"/>
                      <a:pt x="48" y="216"/>
                      <a:pt x="48" y="216"/>
                    </a:cubicBezTo>
                    <a:cubicBezTo>
                      <a:pt x="48" y="216"/>
                      <a:pt x="48" y="216"/>
                      <a:pt x="48" y="216"/>
                    </a:cubicBezTo>
                    <a:cubicBezTo>
                      <a:pt x="47" y="217"/>
                      <a:pt x="46" y="217"/>
                      <a:pt x="46" y="216"/>
                    </a:cubicBezTo>
                    <a:cubicBezTo>
                      <a:pt x="46" y="216"/>
                      <a:pt x="46" y="216"/>
                      <a:pt x="46" y="216"/>
                    </a:cubicBezTo>
                    <a:cubicBezTo>
                      <a:pt x="45" y="215"/>
                      <a:pt x="45" y="214"/>
                      <a:pt x="46" y="214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6" y="214"/>
                      <a:pt x="47" y="214"/>
                      <a:pt x="47" y="214"/>
                    </a:cubicBezTo>
                    <a:cubicBezTo>
                      <a:pt x="47" y="214"/>
                      <a:pt x="47" y="214"/>
                      <a:pt x="47" y="214"/>
                    </a:cubicBezTo>
                    <a:cubicBezTo>
                      <a:pt x="47" y="214"/>
                      <a:pt x="48" y="214"/>
                      <a:pt x="48" y="214"/>
                    </a:cubicBezTo>
                    <a:close/>
                    <a:moveTo>
                      <a:pt x="37" y="222"/>
                    </a:moveTo>
                    <a:cubicBezTo>
                      <a:pt x="37" y="222"/>
                      <a:pt x="37" y="223"/>
                      <a:pt x="36" y="224"/>
                    </a:cubicBezTo>
                    <a:cubicBezTo>
                      <a:pt x="36" y="224"/>
                      <a:pt x="36" y="224"/>
                      <a:pt x="36" y="224"/>
                    </a:cubicBezTo>
                    <a:cubicBezTo>
                      <a:pt x="36" y="224"/>
                      <a:pt x="35" y="224"/>
                      <a:pt x="34" y="223"/>
                    </a:cubicBezTo>
                    <a:cubicBezTo>
                      <a:pt x="34" y="223"/>
                      <a:pt x="34" y="223"/>
                      <a:pt x="34" y="223"/>
                    </a:cubicBezTo>
                    <a:cubicBezTo>
                      <a:pt x="34" y="223"/>
                      <a:pt x="34" y="222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5" y="221"/>
                      <a:pt x="35" y="221"/>
                      <a:pt x="35" y="221"/>
                    </a:cubicBezTo>
                    <a:cubicBezTo>
                      <a:pt x="36" y="221"/>
                      <a:pt x="36" y="221"/>
                      <a:pt x="37" y="222"/>
                    </a:cubicBezTo>
                    <a:close/>
                    <a:moveTo>
                      <a:pt x="25" y="229"/>
                    </a:moveTo>
                    <a:cubicBezTo>
                      <a:pt x="26" y="230"/>
                      <a:pt x="26" y="231"/>
                      <a:pt x="25" y="231"/>
                    </a:cubicBezTo>
                    <a:cubicBezTo>
                      <a:pt x="25" y="231"/>
                      <a:pt x="25" y="231"/>
                      <a:pt x="25" y="231"/>
                    </a:cubicBezTo>
                    <a:cubicBezTo>
                      <a:pt x="24" y="231"/>
                      <a:pt x="23" y="231"/>
                      <a:pt x="23" y="231"/>
                    </a:cubicBezTo>
                    <a:cubicBezTo>
                      <a:pt x="23" y="231"/>
                      <a:pt x="23" y="231"/>
                      <a:pt x="23" y="231"/>
                    </a:cubicBezTo>
                    <a:cubicBezTo>
                      <a:pt x="23" y="230"/>
                      <a:pt x="23" y="229"/>
                      <a:pt x="23" y="229"/>
                    </a:cubicBezTo>
                    <a:cubicBezTo>
                      <a:pt x="23" y="229"/>
                      <a:pt x="23" y="229"/>
                      <a:pt x="23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4" y="229"/>
                      <a:pt x="24" y="229"/>
                      <a:pt x="24" y="229"/>
                    </a:cubicBezTo>
                    <a:cubicBezTo>
                      <a:pt x="25" y="229"/>
                      <a:pt x="25" y="229"/>
                      <a:pt x="25" y="229"/>
                    </a:cubicBezTo>
                    <a:close/>
                    <a:moveTo>
                      <a:pt x="14" y="237"/>
                    </a:moveTo>
                    <a:cubicBezTo>
                      <a:pt x="14" y="237"/>
                      <a:pt x="14" y="238"/>
                      <a:pt x="14" y="238"/>
                    </a:cubicBezTo>
                    <a:cubicBezTo>
                      <a:pt x="14" y="238"/>
                      <a:pt x="14" y="238"/>
                      <a:pt x="14" y="238"/>
                    </a:cubicBezTo>
                    <a:cubicBezTo>
                      <a:pt x="13" y="239"/>
                      <a:pt x="12" y="239"/>
                      <a:pt x="12" y="238"/>
                    </a:cubicBezTo>
                    <a:cubicBezTo>
                      <a:pt x="12" y="238"/>
                      <a:pt x="12" y="238"/>
                      <a:pt x="12" y="238"/>
                    </a:cubicBezTo>
                    <a:cubicBezTo>
                      <a:pt x="11" y="237"/>
                      <a:pt x="12" y="237"/>
                      <a:pt x="12" y="236"/>
                    </a:cubicBezTo>
                    <a:cubicBezTo>
                      <a:pt x="12" y="236"/>
                      <a:pt x="12" y="236"/>
                      <a:pt x="12" y="236"/>
                    </a:cubicBezTo>
                    <a:cubicBezTo>
                      <a:pt x="12" y="236"/>
                      <a:pt x="13" y="236"/>
                      <a:pt x="13" y="236"/>
                    </a:cubicBezTo>
                    <a:cubicBezTo>
                      <a:pt x="13" y="236"/>
                      <a:pt x="13" y="236"/>
                      <a:pt x="13" y="236"/>
                    </a:cubicBezTo>
                    <a:cubicBezTo>
                      <a:pt x="13" y="236"/>
                      <a:pt x="14" y="236"/>
                      <a:pt x="14" y="237"/>
                    </a:cubicBezTo>
                    <a:close/>
                    <a:moveTo>
                      <a:pt x="3" y="244"/>
                    </a:moveTo>
                    <a:cubicBezTo>
                      <a:pt x="3" y="245"/>
                      <a:pt x="3" y="245"/>
                      <a:pt x="2" y="246"/>
                    </a:cubicBezTo>
                    <a:cubicBezTo>
                      <a:pt x="2" y="246"/>
                      <a:pt x="2" y="246"/>
                      <a:pt x="2" y="246"/>
                    </a:cubicBezTo>
                    <a:cubicBezTo>
                      <a:pt x="2" y="246"/>
                      <a:pt x="1" y="246"/>
                      <a:pt x="0" y="245"/>
                    </a:cubicBezTo>
                    <a:cubicBezTo>
                      <a:pt x="0" y="245"/>
                      <a:pt x="0" y="245"/>
                      <a:pt x="0" y="245"/>
                    </a:cubicBezTo>
                    <a:cubicBezTo>
                      <a:pt x="0" y="245"/>
                      <a:pt x="0" y="244"/>
                      <a:pt x="1" y="244"/>
                    </a:cubicBezTo>
                    <a:cubicBezTo>
                      <a:pt x="1" y="244"/>
                      <a:pt x="1" y="244"/>
                      <a:pt x="1" y="244"/>
                    </a:cubicBezTo>
                    <a:cubicBezTo>
                      <a:pt x="1" y="243"/>
                      <a:pt x="1" y="243"/>
                      <a:pt x="2" y="243"/>
                    </a:cubicBezTo>
                    <a:cubicBezTo>
                      <a:pt x="2" y="243"/>
                      <a:pt x="2" y="243"/>
                      <a:pt x="2" y="243"/>
                    </a:cubicBezTo>
                    <a:cubicBezTo>
                      <a:pt x="2" y="243"/>
                      <a:pt x="2" y="244"/>
                      <a:pt x="3" y="2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22"/>
              <p:cNvSpPr/>
              <p:nvPr/>
            </p:nvSpPr>
            <p:spPr>
              <a:xfrm>
                <a:off x="14283794" y="-448701"/>
                <a:ext cx="11748" cy="19580"/>
              </a:xfrm>
              <a:custGeom>
                <a:avLst/>
                <a:gdLst/>
                <a:ahLst/>
                <a:cxnLst/>
                <a:rect l="l" t="t" r="r" b="b"/>
                <a:pathLst>
                  <a:path w="2" h="3" extrusionOk="0">
                    <a:moveTo>
                      <a:pt x="1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0" name="Google Shape;1260;p23"/>
          <p:cNvGrpSpPr/>
          <p:nvPr/>
        </p:nvGrpSpPr>
        <p:grpSpPr>
          <a:xfrm>
            <a:off x="-2334233" y="854799"/>
            <a:ext cx="2901838" cy="1613433"/>
            <a:chOff x="11828392" y="-448701"/>
            <a:chExt cx="2901838" cy="1613433"/>
          </a:xfrm>
        </p:grpSpPr>
        <p:sp>
          <p:nvSpPr>
            <p:cNvPr id="1261" name="Google Shape;1261;p23"/>
            <p:cNvSpPr/>
            <p:nvPr/>
          </p:nvSpPr>
          <p:spPr>
            <a:xfrm>
              <a:off x="12259164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3"/>
            <p:cNvSpPr/>
            <p:nvPr/>
          </p:nvSpPr>
          <p:spPr>
            <a:xfrm>
              <a:off x="12329654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3"/>
            <p:cNvSpPr/>
            <p:nvPr/>
          </p:nvSpPr>
          <p:spPr>
            <a:xfrm>
              <a:off x="14714566" y="-448701"/>
              <a:ext cx="15664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23"/>
            <p:cNvSpPr/>
            <p:nvPr/>
          </p:nvSpPr>
          <p:spPr>
            <a:xfrm>
              <a:off x="12118184" y="1152983"/>
              <a:ext cx="11748" cy="11748"/>
            </a:xfrm>
            <a:custGeom>
              <a:avLst/>
              <a:gdLst/>
              <a:ahLst/>
              <a:cxnLst/>
              <a:rect l="l" t="t" r="r" b="b"/>
              <a:pathLst>
                <a:path w="2" h="2" extrusionOk="0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23"/>
            <p:cNvSpPr/>
            <p:nvPr/>
          </p:nvSpPr>
          <p:spPr>
            <a:xfrm>
              <a:off x="12184758" y="-405624"/>
              <a:ext cx="2334003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3" y="2"/>
                  </a:cubicBezTo>
                  <a:cubicBezTo>
                    <a:pt x="373" y="2"/>
                    <a:pt x="373" y="2"/>
                    <a:pt x="373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6" y="1"/>
                  </a:cubicBezTo>
                  <a:close/>
                  <a:moveTo>
                    <a:pt x="364" y="8"/>
                  </a:moveTo>
                  <a:cubicBezTo>
                    <a:pt x="365" y="9"/>
                    <a:pt x="364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3" y="10"/>
                    <a:pt x="362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2" y="8"/>
                  </a:cubicBezTo>
                  <a:cubicBezTo>
                    <a:pt x="362" y="8"/>
                    <a:pt x="362" y="8"/>
                    <a:pt x="362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4" y="8"/>
                  </a:cubicBezTo>
                  <a:close/>
                  <a:moveTo>
                    <a:pt x="353" y="16"/>
                  </a:moveTo>
                  <a:cubicBezTo>
                    <a:pt x="353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0" y="16"/>
                    <a:pt x="350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1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1" y="25"/>
                  </a:cubicBezTo>
                  <a:cubicBezTo>
                    <a:pt x="341" y="25"/>
                    <a:pt x="341" y="25"/>
                    <a:pt x="341" y="25"/>
                  </a:cubicBezTo>
                  <a:cubicBezTo>
                    <a:pt x="341" y="25"/>
                    <a:pt x="340" y="25"/>
                    <a:pt x="339" y="24"/>
                  </a:cubicBezTo>
                  <a:cubicBezTo>
                    <a:pt x="339" y="24"/>
                    <a:pt x="339" y="24"/>
                    <a:pt x="339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0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3"/>
                    <a:pt x="342" y="23"/>
                  </a:cubicBezTo>
                  <a:close/>
                  <a:moveTo>
                    <a:pt x="330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29" y="33"/>
                    <a:pt x="328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8" y="30"/>
                  </a:cubicBezTo>
                  <a:cubicBezTo>
                    <a:pt x="328" y="30"/>
                    <a:pt x="328" y="30"/>
                    <a:pt x="328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0" y="30"/>
                  </a:cubicBezTo>
                  <a:close/>
                  <a:moveTo>
                    <a:pt x="319" y="38"/>
                  </a:moveTo>
                  <a:cubicBezTo>
                    <a:pt x="319" y="38"/>
                    <a:pt x="319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6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7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7" y="47"/>
                  </a:cubicBezTo>
                  <a:cubicBezTo>
                    <a:pt x="307" y="47"/>
                    <a:pt x="307" y="47"/>
                    <a:pt x="307" y="47"/>
                  </a:cubicBezTo>
                  <a:cubicBezTo>
                    <a:pt x="307" y="47"/>
                    <a:pt x="306" y="47"/>
                    <a:pt x="305" y="47"/>
                  </a:cubicBezTo>
                  <a:cubicBezTo>
                    <a:pt x="305" y="47"/>
                    <a:pt x="305" y="47"/>
                    <a:pt x="305" y="47"/>
                  </a:cubicBezTo>
                  <a:cubicBezTo>
                    <a:pt x="305" y="46"/>
                    <a:pt x="305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6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7" y="45"/>
                    <a:pt x="308" y="45"/>
                  </a:cubicBezTo>
                  <a:close/>
                  <a:moveTo>
                    <a:pt x="296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5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6" y="52"/>
                    <a:pt x="296" y="52"/>
                    <a:pt x="296" y="52"/>
                  </a:cubicBezTo>
                  <a:close/>
                  <a:moveTo>
                    <a:pt x="285" y="60"/>
                  </a:moveTo>
                  <a:cubicBezTo>
                    <a:pt x="285" y="60"/>
                    <a:pt x="285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3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2" y="61"/>
                    <a:pt x="283" y="60"/>
                    <a:pt x="283" y="59"/>
                  </a:cubicBezTo>
                  <a:cubicBezTo>
                    <a:pt x="283" y="59"/>
                    <a:pt x="283" y="59"/>
                    <a:pt x="283" y="59"/>
                  </a:cubicBezTo>
                  <a:cubicBezTo>
                    <a:pt x="283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3" y="69"/>
                  </a:cubicBezTo>
                  <a:cubicBezTo>
                    <a:pt x="273" y="69"/>
                    <a:pt x="273" y="69"/>
                    <a:pt x="273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1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2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1" y="77"/>
                    <a:pt x="261" y="77"/>
                    <a:pt x="260" y="76"/>
                  </a:cubicBezTo>
                  <a:cubicBezTo>
                    <a:pt x="260" y="76"/>
                    <a:pt x="260" y="76"/>
                    <a:pt x="260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1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49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49" y="81"/>
                  </a:cubicBezTo>
                  <a:cubicBezTo>
                    <a:pt x="249" y="81"/>
                    <a:pt x="249" y="81"/>
                    <a:pt x="249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0" y="90"/>
                    <a:pt x="240" y="91"/>
                    <a:pt x="239" y="91"/>
                  </a:cubicBezTo>
                  <a:cubicBezTo>
                    <a:pt x="239" y="91"/>
                    <a:pt x="239" y="91"/>
                    <a:pt x="239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7" y="90"/>
                    <a:pt x="237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8" y="89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6" y="98"/>
                  </a:cubicBezTo>
                  <a:cubicBezTo>
                    <a:pt x="226" y="98"/>
                    <a:pt x="226" y="98"/>
                    <a:pt x="226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9" y="97"/>
                  </a:cubicBezTo>
                  <a:close/>
                  <a:moveTo>
                    <a:pt x="217" y="104"/>
                  </a:moveTo>
                  <a:cubicBezTo>
                    <a:pt x="218" y="105"/>
                    <a:pt x="217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6" y="106"/>
                    <a:pt x="215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5" y="104"/>
                  </a:cubicBezTo>
                  <a:cubicBezTo>
                    <a:pt x="215" y="104"/>
                    <a:pt x="215" y="104"/>
                    <a:pt x="215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7" y="104"/>
                  </a:cubicBezTo>
                  <a:close/>
                  <a:moveTo>
                    <a:pt x="206" y="111"/>
                  </a:moveTo>
                  <a:cubicBezTo>
                    <a:pt x="206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3" y="112"/>
                    <a:pt x="203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4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4" y="121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4" y="121"/>
                    <a:pt x="193" y="121"/>
                    <a:pt x="192" y="120"/>
                  </a:cubicBezTo>
                  <a:cubicBezTo>
                    <a:pt x="192" y="120"/>
                    <a:pt x="192" y="120"/>
                    <a:pt x="192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5" y="119"/>
                  </a:cubicBezTo>
                  <a:close/>
                  <a:moveTo>
                    <a:pt x="183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1" y="126"/>
                  </a:cubicBezTo>
                  <a:cubicBezTo>
                    <a:pt x="181" y="126"/>
                    <a:pt x="181" y="126"/>
                    <a:pt x="181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3" y="126"/>
                  </a:cubicBezTo>
                  <a:close/>
                  <a:moveTo>
                    <a:pt x="172" y="133"/>
                  </a:moveTo>
                  <a:cubicBezTo>
                    <a:pt x="172" y="134"/>
                    <a:pt x="172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69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0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0" y="143"/>
                  </a:cubicBezTo>
                  <a:cubicBezTo>
                    <a:pt x="160" y="143"/>
                    <a:pt x="160" y="143"/>
                    <a:pt x="160" y="143"/>
                  </a:cubicBezTo>
                  <a:cubicBezTo>
                    <a:pt x="160" y="143"/>
                    <a:pt x="159" y="143"/>
                    <a:pt x="158" y="142"/>
                  </a:cubicBezTo>
                  <a:cubicBezTo>
                    <a:pt x="158" y="142"/>
                    <a:pt x="158" y="142"/>
                    <a:pt x="158" y="142"/>
                  </a:cubicBezTo>
                  <a:cubicBezTo>
                    <a:pt x="158" y="142"/>
                    <a:pt x="158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59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1" y="141"/>
                  </a:cubicBezTo>
                  <a:close/>
                  <a:moveTo>
                    <a:pt x="149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8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9" y="148"/>
                    <a:pt x="149" y="148"/>
                    <a:pt x="149" y="148"/>
                  </a:cubicBezTo>
                  <a:close/>
                  <a:moveTo>
                    <a:pt x="138" y="156"/>
                  </a:moveTo>
                  <a:cubicBezTo>
                    <a:pt x="138" y="156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6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5" y="156"/>
                    <a:pt x="136" y="156"/>
                    <a:pt x="136" y="155"/>
                  </a:cubicBezTo>
                  <a:cubicBezTo>
                    <a:pt x="136" y="155"/>
                    <a:pt x="136" y="155"/>
                    <a:pt x="136" y="155"/>
                  </a:cubicBezTo>
                  <a:cubicBezTo>
                    <a:pt x="136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6" y="165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4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5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3"/>
                    <a:pt x="127" y="163"/>
                  </a:cubicBezTo>
                  <a:close/>
                  <a:moveTo>
                    <a:pt x="115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4" y="173"/>
                    <a:pt x="114" y="172"/>
                    <a:pt x="113" y="172"/>
                  </a:cubicBezTo>
                  <a:cubicBezTo>
                    <a:pt x="113" y="172"/>
                    <a:pt x="113" y="172"/>
                    <a:pt x="113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5" y="170"/>
                    <a:pt x="115" y="170"/>
                    <a:pt x="115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4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2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2" y="177"/>
                  </a:cubicBezTo>
                  <a:cubicBezTo>
                    <a:pt x="102" y="177"/>
                    <a:pt x="102" y="177"/>
                    <a:pt x="102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3" y="186"/>
                    <a:pt x="93" y="186"/>
                    <a:pt x="92" y="187"/>
                  </a:cubicBezTo>
                  <a:cubicBezTo>
                    <a:pt x="92" y="187"/>
                    <a:pt x="92" y="187"/>
                    <a:pt x="92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0" y="186"/>
                    <a:pt x="90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1" y="184"/>
                    <a:pt x="91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79" y="194"/>
                  </a:cubicBezTo>
                  <a:cubicBezTo>
                    <a:pt x="79" y="194"/>
                    <a:pt x="79" y="194"/>
                    <a:pt x="79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2" y="192"/>
                  </a:cubicBezTo>
                  <a:close/>
                  <a:moveTo>
                    <a:pt x="70" y="200"/>
                  </a:moveTo>
                  <a:cubicBezTo>
                    <a:pt x="71" y="200"/>
                    <a:pt x="70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69" y="202"/>
                    <a:pt x="68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8" y="199"/>
                  </a:cubicBezTo>
                  <a:cubicBezTo>
                    <a:pt x="68" y="199"/>
                    <a:pt x="68" y="199"/>
                    <a:pt x="68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0" y="200"/>
                  </a:cubicBezTo>
                  <a:close/>
                  <a:moveTo>
                    <a:pt x="59" y="207"/>
                  </a:moveTo>
                  <a:cubicBezTo>
                    <a:pt x="59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6" y="208"/>
                    <a:pt x="56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7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8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7" y="216"/>
                  </a:cubicBezTo>
                  <a:cubicBezTo>
                    <a:pt x="47" y="216"/>
                    <a:pt x="47" y="216"/>
                    <a:pt x="47" y="216"/>
                  </a:cubicBezTo>
                  <a:cubicBezTo>
                    <a:pt x="47" y="217"/>
                    <a:pt x="46" y="217"/>
                    <a:pt x="45" y="216"/>
                  </a:cubicBezTo>
                  <a:cubicBezTo>
                    <a:pt x="45" y="216"/>
                    <a:pt x="45" y="216"/>
                    <a:pt x="45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8" y="214"/>
                  </a:cubicBezTo>
                  <a:close/>
                  <a:moveTo>
                    <a:pt x="36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5" y="224"/>
                    <a:pt x="34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4" y="221"/>
                  </a:cubicBezTo>
                  <a:cubicBezTo>
                    <a:pt x="34" y="221"/>
                    <a:pt x="34" y="221"/>
                    <a:pt x="34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6" y="222"/>
                  </a:cubicBezTo>
                  <a:close/>
                  <a:moveTo>
                    <a:pt x="25" y="229"/>
                  </a:moveTo>
                  <a:cubicBezTo>
                    <a:pt x="25" y="230"/>
                    <a:pt x="25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2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3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3" y="238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9"/>
                    <a:pt x="12" y="239"/>
                    <a:pt x="11" y="238"/>
                  </a:cubicBezTo>
                  <a:cubicBezTo>
                    <a:pt x="11" y="238"/>
                    <a:pt x="11" y="238"/>
                    <a:pt x="11" y="238"/>
                  </a:cubicBezTo>
                  <a:cubicBezTo>
                    <a:pt x="11" y="237"/>
                    <a:pt x="11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2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4" y="237"/>
                  </a:cubicBezTo>
                  <a:close/>
                  <a:moveTo>
                    <a:pt x="2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1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1" y="243"/>
                    <a:pt x="1" y="243"/>
                    <a:pt x="1" y="243"/>
                  </a:cubicBezTo>
                  <a:cubicBezTo>
                    <a:pt x="2" y="243"/>
                    <a:pt x="2" y="244"/>
                    <a:pt x="2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23"/>
            <p:cNvSpPr/>
            <p:nvPr/>
          </p:nvSpPr>
          <p:spPr>
            <a:xfrm>
              <a:off x="1456575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2" y="0"/>
                  </a:moveTo>
                  <a:cubicBezTo>
                    <a:pt x="2" y="0"/>
                    <a:pt x="2" y="0"/>
                    <a:pt x="3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2" y="2"/>
                    <a:pt x="2" y="2"/>
                  </a:cubicBezTo>
                  <a:cubicBezTo>
                    <a:pt x="2" y="3"/>
                    <a:pt x="2" y="3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1" y="1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2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23"/>
            <p:cNvSpPr/>
            <p:nvPr/>
          </p:nvSpPr>
          <p:spPr>
            <a:xfrm>
              <a:off x="11969372" y="1152983"/>
              <a:ext cx="19581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3" y="0"/>
                  </a:cubicBezTo>
                  <a:cubicBezTo>
                    <a:pt x="3" y="0"/>
                    <a:pt x="3" y="1"/>
                    <a:pt x="3" y="1"/>
                  </a:cubicBezTo>
                  <a:cubicBezTo>
                    <a:pt x="3" y="1"/>
                    <a:pt x="3" y="2"/>
                    <a:pt x="3" y="2"/>
                  </a:cubicBezTo>
                  <a:cubicBezTo>
                    <a:pt x="2" y="2"/>
                    <a:pt x="1" y="2"/>
                    <a:pt x="1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23"/>
            <p:cNvSpPr/>
            <p:nvPr/>
          </p:nvSpPr>
          <p:spPr>
            <a:xfrm>
              <a:off x="12035946" y="-405624"/>
              <a:ext cx="2337917" cy="1527278"/>
            </a:xfrm>
            <a:custGeom>
              <a:avLst/>
              <a:gdLst/>
              <a:ahLst/>
              <a:cxnLst/>
              <a:rect l="l" t="t" r="r" b="b"/>
              <a:pathLst>
                <a:path w="377" h="246" extrusionOk="0">
                  <a:moveTo>
                    <a:pt x="376" y="1"/>
                  </a:moveTo>
                  <a:cubicBezTo>
                    <a:pt x="377" y="1"/>
                    <a:pt x="376" y="2"/>
                    <a:pt x="376" y="3"/>
                  </a:cubicBezTo>
                  <a:cubicBezTo>
                    <a:pt x="376" y="3"/>
                    <a:pt x="376" y="3"/>
                    <a:pt x="376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4" y="2"/>
                    <a:pt x="374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6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5" y="10"/>
                  </a:cubicBezTo>
                  <a:cubicBezTo>
                    <a:pt x="365" y="10"/>
                    <a:pt x="365" y="10"/>
                    <a:pt x="365" y="10"/>
                  </a:cubicBezTo>
                  <a:cubicBezTo>
                    <a:pt x="364" y="10"/>
                    <a:pt x="363" y="10"/>
                    <a:pt x="363" y="10"/>
                  </a:cubicBezTo>
                  <a:cubicBezTo>
                    <a:pt x="363" y="10"/>
                    <a:pt x="363" y="10"/>
                    <a:pt x="363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4" y="8"/>
                    <a:pt x="364" y="8"/>
                  </a:cubicBezTo>
                  <a:cubicBezTo>
                    <a:pt x="364" y="8"/>
                    <a:pt x="364" y="8"/>
                    <a:pt x="364" y="8"/>
                  </a:cubicBezTo>
                  <a:cubicBezTo>
                    <a:pt x="364" y="8"/>
                    <a:pt x="365" y="8"/>
                    <a:pt x="365" y="8"/>
                  </a:cubicBezTo>
                  <a:close/>
                  <a:moveTo>
                    <a:pt x="354" y="16"/>
                  </a:moveTo>
                  <a:cubicBezTo>
                    <a:pt x="354" y="16"/>
                    <a:pt x="354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3" y="18"/>
                    <a:pt x="352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4" y="16"/>
                  </a:cubicBezTo>
                  <a:close/>
                  <a:moveTo>
                    <a:pt x="342" y="23"/>
                  </a:moveTo>
                  <a:cubicBezTo>
                    <a:pt x="343" y="24"/>
                    <a:pt x="343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40" y="24"/>
                    <a:pt x="340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2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1" y="32"/>
                  </a:cubicBezTo>
                  <a:cubicBezTo>
                    <a:pt x="331" y="32"/>
                    <a:pt x="331" y="32"/>
                    <a:pt x="331" y="32"/>
                  </a:cubicBezTo>
                  <a:cubicBezTo>
                    <a:pt x="330" y="33"/>
                    <a:pt x="329" y="32"/>
                    <a:pt x="329" y="32"/>
                  </a:cubicBezTo>
                  <a:cubicBezTo>
                    <a:pt x="329" y="32"/>
                    <a:pt x="329" y="32"/>
                    <a:pt x="329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30" y="30"/>
                    <a:pt x="330" y="30"/>
                  </a:cubicBezTo>
                  <a:cubicBezTo>
                    <a:pt x="330" y="30"/>
                    <a:pt x="330" y="30"/>
                    <a:pt x="330" y="30"/>
                  </a:cubicBezTo>
                  <a:cubicBezTo>
                    <a:pt x="330" y="30"/>
                    <a:pt x="331" y="30"/>
                    <a:pt x="331" y="30"/>
                  </a:cubicBezTo>
                  <a:close/>
                  <a:moveTo>
                    <a:pt x="320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9" y="40"/>
                    <a:pt x="318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9" y="37"/>
                  </a:cubicBezTo>
                  <a:cubicBezTo>
                    <a:pt x="319" y="37"/>
                    <a:pt x="319" y="37"/>
                    <a:pt x="319" y="37"/>
                  </a:cubicBezTo>
                  <a:cubicBezTo>
                    <a:pt x="319" y="37"/>
                    <a:pt x="319" y="37"/>
                    <a:pt x="320" y="38"/>
                  </a:cubicBezTo>
                  <a:close/>
                  <a:moveTo>
                    <a:pt x="308" y="45"/>
                  </a:moveTo>
                  <a:cubicBezTo>
                    <a:pt x="309" y="46"/>
                    <a:pt x="309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7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6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7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8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7" y="54"/>
                  </a:cubicBezTo>
                  <a:cubicBezTo>
                    <a:pt x="297" y="54"/>
                    <a:pt x="297" y="54"/>
                    <a:pt x="297" y="54"/>
                  </a:cubicBezTo>
                  <a:cubicBezTo>
                    <a:pt x="296" y="55"/>
                    <a:pt x="295" y="54"/>
                    <a:pt x="295" y="54"/>
                  </a:cubicBezTo>
                  <a:cubicBezTo>
                    <a:pt x="295" y="54"/>
                    <a:pt x="295" y="54"/>
                    <a:pt x="295" y="54"/>
                  </a:cubicBezTo>
                  <a:cubicBezTo>
                    <a:pt x="294" y="53"/>
                    <a:pt x="295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7" y="52"/>
                    <a:pt x="297" y="52"/>
                  </a:cubicBezTo>
                  <a:close/>
                  <a:moveTo>
                    <a:pt x="286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5" y="62"/>
                    <a:pt x="284" y="62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5" y="59"/>
                  </a:cubicBezTo>
                  <a:cubicBezTo>
                    <a:pt x="285" y="59"/>
                    <a:pt x="285" y="59"/>
                    <a:pt x="285" y="59"/>
                  </a:cubicBezTo>
                  <a:cubicBezTo>
                    <a:pt x="285" y="59"/>
                    <a:pt x="285" y="59"/>
                    <a:pt x="286" y="60"/>
                  </a:cubicBezTo>
                  <a:close/>
                  <a:moveTo>
                    <a:pt x="274" y="67"/>
                  </a:moveTo>
                  <a:cubicBezTo>
                    <a:pt x="275" y="68"/>
                    <a:pt x="275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3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2" y="68"/>
                    <a:pt x="272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4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4" y="75"/>
                    <a:pt x="263" y="76"/>
                    <a:pt x="263" y="76"/>
                  </a:cubicBezTo>
                  <a:cubicBezTo>
                    <a:pt x="263" y="76"/>
                    <a:pt x="263" y="76"/>
                    <a:pt x="263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1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2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1" y="84"/>
                    <a:pt x="250" y="84"/>
                    <a:pt x="250" y="83"/>
                  </a:cubicBezTo>
                  <a:cubicBezTo>
                    <a:pt x="250" y="83"/>
                    <a:pt x="250" y="83"/>
                    <a:pt x="250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1" y="81"/>
                  </a:cubicBezTo>
                  <a:cubicBezTo>
                    <a:pt x="251" y="81"/>
                    <a:pt x="251" y="81"/>
                    <a:pt x="251" y="81"/>
                  </a:cubicBezTo>
                  <a:cubicBezTo>
                    <a:pt x="251" y="81"/>
                    <a:pt x="252" y="81"/>
                    <a:pt x="252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1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40" y="92"/>
                    <a:pt x="239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40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30" y="97"/>
                    <a:pt x="229" y="98"/>
                    <a:pt x="229" y="98"/>
                  </a:cubicBezTo>
                  <a:cubicBezTo>
                    <a:pt x="229" y="98"/>
                    <a:pt x="229" y="98"/>
                    <a:pt x="229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7" y="97"/>
                    <a:pt x="227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9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6" y="105"/>
                  </a:cubicBezTo>
                  <a:cubicBezTo>
                    <a:pt x="216" y="105"/>
                    <a:pt x="216" y="105"/>
                    <a:pt x="216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7" y="103"/>
                    <a:pt x="217" y="103"/>
                  </a:cubicBezTo>
                  <a:cubicBezTo>
                    <a:pt x="217" y="103"/>
                    <a:pt x="217" y="103"/>
                    <a:pt x="217" y="103"/>
                  </a:cubicBezTo>
                  <a:cubicBezTo>
                    <a:pt x="217" y="103"/>
                    <a:pt x="218" y="104"/>
                    <a:pt x="218" y="104"/>
                  </a:cubicBezTo>
                  <a:close/>
                  <a:moveTo>
                    <a:pt x="207" y="111"/>
                  </a:moveTo>
                  <a:cubicBezTo>
                    <a:pt x="207" y="112"/>
                    <a:pt x="207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6" y="114"/>
                    <a:pt x="205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7" y="111"/>
                  </a:cubicBezTo>
                  <a:close/>
                  <a:moveTo>
                    <a:pt x="195" y="119"/>
                  </a:moveTo>
                  <a:cubicBezTo>
                    <a:pt x="196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3" y="120"/>
                    <a:pt x="193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5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4" y="128"/>
                  </a:cubicBezTo>
                  <a:cubicBezTo>
                    <a:pt x="184" y="128"/>
                    <a:pt x="184" y="128"/>
                    <a:pt x="184" y="128"/>
                  </a:cubicBezTo>
                  <a:cubicBezTo>
                    <a:pt x="183" y="128"/>
                    <a:pt x="182" y="128"/>
                    <a:pt x="182" y="128"/>
                  </a:cubicBezTo>
                  <a:cubicBezTo>
                    <a:pt x="182" y="128"/>
                    <a:pt x="182" y="128"/>
                    <a:pt x="182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3" y="125"/>
                    <a:pt x="183" y="125"/>
                  </a:cubicBezTo>
                  <a:cubicBezTo>
                    <a:pt x="183" y="125"/>
                    <a:pt x="183" y="125"/>
                    <a:pt x="183" y="125"/>
                  </a:cubicBezTo>
                  <a:cubicBezTo>
                    <a:pt x="183" y="125"/>
                    <a:pt x="184" y="126"/>
                    <a:pt x="184" y="126"/>
                  </a:cubicBezTo>
                  <a:close/>
                  <a:moveTo>
                    <a:pt x="173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2" y="136"/>
                    <a:pt x="171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2" y="133"/>
                  </a:cubicBezTo>
                  <a:cubicBezTo>
                    <a:pt x="172" y="133"/>
                    <a:pt x="172" y="133"/>
                    <a:pt x="172" y="133"/>
                  </a:cubicBezTo>
                  <a:cubicBezTo>
                    <a:pt x="172" y="133"/>
                    <a:pt x="172" y="133"/>
                    <a:pt x="173" y="133"/>
                  </a:cubicBezTo>
                  <a:close/>
                  <a:moveTo>
                    <a:pt x="161" y="141"/>
                  </a:moveTo>
                  <a:cubicBezTo>
                    <a:pt x="162" y="141"/>
                    <a:pt x="162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60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9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1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50" y="150"/>
                  </a:cubicBezTo>
                  <a:cubicBezTo>
                    <a:pt x="150" y="150"/>
                    <a:pt x="150" y="150"/>
                    <a:pt x="150" y="150"/>
                  </a:cubicBezTo>
                  <a:cubicBezTo>
                    <a:pt x="149" y="150"/>
                    <a:pt x="148" y="150"/>
                    <a:pt x="148" y="150"/>
                  </a:cubicBezTo>
                  <a:cubicBezTo>
                    <a:pt x="148" y="150"/>
                    <a:pt x="148" y="150"/>
                    <a:pt x="148" y="150"/>
                  </a:cubicBezTo>
                  <a:cubicBezTo>
                    <a:pt x="147" y="149"/>
                    <a:pt x="148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50" y="148"/>
                    <a:pt x="150" y="148"/>
                  </a:cubicBezTo>
                  <a:close/>
                  <a:moveTo>
                    <a:pt x="139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9" y="156"/>
                  </a:cubicBezTo>
                  <a:close/>
                  <a:moveTo>
                    <a:pt x="127" y="163"/>
                  </a:moveTo>
                  <a:cubicBezTo>
                    <a:pt x="128" y="164"/>
                    <a:pt x="128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6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5" y="164"/>
                    <a:pt x="125" y="163"/>
                    <a:pt x="126" y="163"/>
                  </a:cubicBezTo>
                  <a:cubicBezTo>
                    <a:pt x="126" y="163"/>
                    <a:pt x="126" y="163"/>
                    <a:pt x="126" y="163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7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7" y="171"/>
                    <a:pt x="116" y="172"/>
                    <a:pt x="116" y="172"/>
                  </a:cubicBezTo>
                  <a:cubicBezTo>
                    <a:pt x="116" y="172"/>
                    <a:pt x="116" y="172"/>
                    <a:pt x="116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4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5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5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4" y="180"/>
                    <a:pt x="103" y="180"/>
                    <a:pt x="103" y="179"/>
                  </a:cubicBezTo>
                  <a:cubicBezTo>
                    <a:pt x="103" y="179"/>
                    <a:pt x="103" y="179"/>
                    <a:pt x="103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4" y="177"/>
                  </a:cubicBezTo>
                  <a:cubicBezTo>
                    <a:pt x="104" y="177"/>
                    <a:pt x="104" y="177"/>
                    <a:pt x="104" y="177"/>
                  </a:cubicBezTo>
                  <a:cubicBezTo>
                    <a:pt x="104" y="177"/>
                    <a:pt x="105" y="177"/>
                    <a:pt x="105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4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2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2" y="185"/>
                  </a:cubicBezTo>
                  <a:cubicBezTo>
                    <a:pt x="92" y="185"/>
                    <a:pt x="92" y="185"/>
                    <a:pt x="92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3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3" y="193"/>
                    <a:pt x="82" y="194"/>
                    <a:pt x="82" y="194"/>
                  </a:cubicBezTo>
                  <a:cubicBezTo>
                    <a:pt x="82" y="194"/>
                    <a:pt x="82" y="194"/>
                    <a:pt x="82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80" y="193"/>
                    <a:pt x="80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2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9" y="201"/>
                  </a:cubicBezTo>
                  <a:cubicBezTo>
                    <a:pt x="69" y="201"/>
                    <a:pt x="69" y="201"/>
                    <a:pt x="69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70" y="199"/>
                  </a:cubicBezTo>
                  <a:cubicBezTo>
                    <a:pt x="70" y="199"/>
                    <a:pt x="70" y="199"/>
                    <a:pt x="70" y="199"/>
                  </a:cubicBezTo>
                  <a:cubicBezTo>
                    <a:pt x="70" y="199"/>
                    <a:pt x="71" y="199"/>
                    <a:pt x="71" y="200"/>
                  </a:cubicBezTo>
                  <a:close/>
                  <a:moveTo>
                    <a:pt x="60" y="207"/>
                  </a:moveTo>
                  <a:cubicBezTo>
                    <a:pt x="60" y="208"/>
                    <a:pt x="60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9" y="209"/>
                    <a:pt x="58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8" y="207"/>
                  </a:cubicBezTo>
                  <a:cubicBezTo>
                    <a:pt x="58" y="207"/>
                    <a:pt x="58" y="207"/>
                    <a:pt x="58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60" y="207"/>
                  </a:cubicBezTo>
                  <a:close/>
                  <a:moveTo>
                    <a:pt x="48" y="214"/>
                  </a:moveTo>
                  <a:cubicBezTo>
                    <a:pt x="49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6" y="215"/>
                    <a:pt x="46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8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7" y="224"/>
                  </a:cubicBezTo>
                  <a:cubicBezTo>
                    <a:pt x="37" y="224"/>
                    <a:pt x="37" y="224"/>
                    <a:pt x="37" y="224"/>
                  </a:cubicBezTo>
                  <a:cubicBezTo>
                    <a:pt x="36" y="224"/>
                    <a:pt x="35" y="224"/>
                    <a:pt x="35" y="223"/>
                  </a:cubicBezTo>
                  <a:cubicBezTo>
                    <a:pt x="35" y="223"/>
                    <a:pt x="35" y="223"/>
                    <a:pt x="35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6" y="221"/>
                    <a:pt x="36" y="221"/>
                  </a:cubicBezTo>
                  <a:cubicBezTo>
                    <a:pt x="36" y="221"/>
                    <a:pt x="36" y="221"/>
                    <a:pt x="36" y="221"/>
                  </a:cubicBezTo>
                  <a:cubicBezTo>
                    <a:pt x="36" y="221"/>
                    <a:pt x="37" y="221"/>
                    <a:pt x="37" y="222"/>
                  </a:cubicBezTo>
                  <a:close/>
                  <a:moveTo>
                    <a:pt x="26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5" y="231"/>
                    <a:pt x="24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5" y="229"/>
                  </a:cubicBezTo>
                  <a:cubicBezTo>
                    <a:pt x="25" y="229"/>
                    <a:pt x="25" y="229"/>
                    <a:pt x="25" y="229"/>
                  </a:cubicBezTo>
                  <a:cubicBezTo>
                    <a:pt x="25" y="229"/>
                    <a:pt x="25" y="229"/>
                    <a:pt x="26" y="229"/>
                  </a:cubicBezTo>
                  <a:close/>
                  <a:moveTo>
                    <a:pt x="14" y="237"/>
                  </a:moveTo>
                  <a:cubicBezTo>
                    <a:pt x="15" y="237"/>
                    <a:pt x="15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2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4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3" y="246"/>
                  </a:cubicBezTo>
                  <a:cubicBezTo>
                    <a:pt x="3" y="246"/>
                    <a:pt x="3" y="246"/>
                    <a:pt x="3" y="246"/>
                  </a:cubicBezTo>
                  <a:cubicBezTo>
                    <a:pt x="2" y="246"/>
                    <a:pt x="1" y="246"/>
                    <a:pt x="1" y="245"/>
                  </a:cubicBezTo>
                  <a:cubicBezTo>
                    <a:pt x="1" y="245"/>
                    <a:pt x="1" y="245"/>
                    <a:pt x="1" y="245"/>
                  </a:cubicBezTo>
                  <a:cubicBezTo>
                    <a:pt x="0" y="245"/>
                    <a:pt x="1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2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3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23"/>
            <p:cNvSpPr/>
            <p:nvPr/>
          </p:nvSpPr>
          <p:spPr>
            <a:xfrm>
              <a:off x="14424774" y="-448701"/>
              <a:ext cx="19581" cy="19580"/>
            </a:xfrm>
            <a:custGeom>
              <a:avLst/>
              <a:gdLst/>
              <a:ahLst/>
              <a:cxnLst/>
              <a:rect l="l" t="t" r="r" b="b"/>
              <a:pathLst>
                <a:path w="3" h="3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2"/>
                    <a:pt x="3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23"/>
            <p:cNvSpPr/>
            <p:nvPr/>
          </p:nvSpPr>
          <p:spPr>
            <a:xfrm>
              <a:off x="11828392" y="1152983"/>
              <a:ext cx="15664" cy="11748"/>
            </a:xfrm>
            <a:custGeom>
              <a:avLst/>
              <a:gdLst/>
              <a:ahLst/>
              <a:cxnLst/>
              <a:rect l="l" t="t" r="r" b="b"/>
              <a:pathLst>
                <a:path w="3" h="2" extrusionOk="0">
                  <a:moveTo>
                    <a:pt x="1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3" y="1"/>
                    <a:pt x="3" y="1"/>
                  </a:cubicBezTo>
                  <a:cubicBezTo>
                    <a:pt x="3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1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23"/>
            <p:cNvSpPr/>
            <p:nvPr/>
          </p:nvSpPr>
          <p:spPr>
            <a:xfrm>
              <a:off x="11894966" y="-405624"/>
              <a:ext cx="2330087" cy="1527278"/>
            </a:xfrm>
            <a:custGeom>
              <a:avLst/>
              <a:gdLst/>
              <a:ahLst/>
              <a:cxnLst/>
              <a:rect l="l" t="t" r="r" b="b"/>
              <a:pathLst>
                <a:path w="376" h="246" extrusionOk="0">
                  <a:moveTo>
                    <a:pt x="376" y="1"/>
                  </a:moveTo>
                  <a:cubicBezTo>
                    <a:pt x="376" y="1"/>
                    <a:pt x="376" y="2"/>
                    <a:pt x="375" y="3"/>
                  </a:cubicBezTo>
                  <a:cubicBezTo>
                    <a:pt x="375" y="3"/>
                    <a:pt x="375" y="3"/>
                    <a:pt x="375" y="3"/>
                  </a:cubicBezTo>
                  <a:cubicBezTo>
                    <a:pt x="375" y="3"/>
                    <a:pt x="374" y="3"/>
                    <a:pt x="374" y="2"/>
                  </a:cubicBezTo>
                  <a:cubicBezTo>
                    <a:pt x="374" y="2"/>
                    <a:pt x="374" y="2"/>
                    <a:pt x="374" y="2"/>
                  </a:cubicBezTo>
                  <a:cubicBezTo>
                    <a:pt x="373" y="2"/>
                    <a:pt x="373" y="1"/>
                    <a:pt x="374" y="0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4" y="0"/>
                    <a:pt x="374" y="0"/>
                    <a:pt x="375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5" y="0"/>
                    <a:pt x="376" y="0"/>
                    <a:pt x="376" y="1"/>
                  </a:cubicBezTo>
                  <a:close/>
                  <a:moveTo>
                    <a:pt x="365" y="8"/>
                  </a:moveTo>
                  <a:cubicBezTo>
                    <a:pt x="365" y="9"/>
                    <a:pt x="365" y="10"/>
                    <a:pt x="364" y="10"/>
                  </a:cubicBezTo>
                  <a:cubicBezTo>
                    <a:pt x="364" y="10"/>
                    <a:pt x="364" y="10"/>
                    <a:pt x="364" y="10"/>
                  </a:cubicBezTo>
                  <a:cubicBezTo>
                    <a:pt x="364" y="10"/>
                    <a:pt x="363" y="10"/>
                    <a:pt x="362" y="10"/>
                  </a:cubicBezTo>
                  <a:cubicBezTo>
                    <a:pt x="362" y="10"/>
                    <a:pt x="362" y="10"/>
                    <a:pt x="362" y="10"/>
                  </a:cubicBezTo>
                  <a:cubicBezTo>
                    <a:pt x="362" y="9"/>
                    <a:pt x="362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3" y="8"/>
                    <a:pt x="363" y="8"/>
                    <a:pt x="363" y="8"/>
                  </a:cubicBezTo>
                  <a:cubicBezTo>
                    <a:pt x="364" y="8"/>
                    <a:pt x="364" y="8"/>
                    <a:pt x="365" y="8"/>
                  </a:cubicBezTo>
                  <a:close/>
                  <a:moveTo>
                    <a:pt x="353" y="16"/>
                  </a:moveTo>
                  <a:cubicBezTo>
                    <a:pt x="354" y="16"/>
                    <a:pt x="353" y="17"/>
                    <a:pt x="353" y="17"/>
                  </a:cubicBezTo>
                  <a:cubicBezTo>
                    <a:pt x="353" y="17"/>
                    <a:pt x="353" y="17"/>
                    <a:pt x="353" y="17"/>
                  </a:cubicBezTo>
                  <a:cubicBezTo>
                    <a:pt x="352" y="18"/>
                    <a:pt x="351" y="18"/>
                    <a:pt x="351" y="17"/>
                  </a:cubicBezTo>
                  <a:cubicBezTo>
                    <a:pt x="351" y="17"/>
                    <a:pt x="351" y="17"/>
                    <a:pt x="351" y="17"/>
                  </a:cubicBezTo>
                  <a:cubicBezTo>
                    <a:pt x="351" y="16"/>
                    <a:pt x="351" y="16"/>
                    <a:pt x="351" y="15"/>
                  </a:cubicBezTo>
                  <a:cubicBezTo>
                    <a:pt x="351" y="15"/>
                    <a:pt x="351" y="15"/>
                    <a:pt x="351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2" y="15"/>
                    <a:pt x="352" y="15"/>
                    <a:pt x="352" y="15"/>
                  </a:cubicBezTo>
                  <a:cubicBezTo>
                    <a:pt x="353" y="15"/>
                    <a:pt x="353" y="15"/>
                    <a:pt x="353" y="16"/>
                  </a:cubicBezTo>
                  <a:close/>
                  <a:moveTo>
                    <a:pt x="342" y="23"/>
                  </a:moveTo>
                  <a:cubicBezTo>
                    <a:pt x="342" y="24"/>
                    <a:pt x="342" y="24"/>
                    <a:pt x="342" y="25"/>
                  </a:cubicBezTo>
                  <a:cubicBezTo>
                    <a:pt x="342" y="25"/>
                    <a:pt x="342" y="25"/>
                    <a:pt x="342" y="25"/>
                  </a:cubicBezTo>
                  <a:cubicBezTo>
                    <a:pt x="341" y="25"/>
                    <a:pt x="340" y="25"/>
                    <a:pt x="340" y="24"/>
                  </a:cubicBezTo>
                  <a:cubicBezTo>
                    <a:pt x="340" y="24"/>
                    <a:pt x="340" y="24"/>
                    <a:pt x="340" y="24"/>
                  </a:cubicBezTo>
                  <a:cubicBezTo>
                    <a:pt x="339" y="24"/>
                    <a:pt x="339" y="23"/>
                    <a:pt x="340" y="23"/>
                  </a:cubicBezTo>
                  <a:cubicBezTo>
                    <a:pt x="340" y="23"/>
                    <a:pt x="340" y="23"/>
                    <a:pt x="340" y="23"/>
                  </a:cubicBezTo>
                  <a:cubicBezTo>
                    <a:pt x="340" y="22"/>
                    <a:pt x="341" y="22"/>
                    <a:pt x="341" y="22"/>
                  </a:cubicBezTo>
                  <a:cubicBezTo>
                    <a:pt x="341" y="22"/>
                    <a:pt x="341" y="22"/>
                    <a:pt x="341" y="22"/>
                  </a:cubicBezTo>
                  <a:cubicBezTo>
                    <a:pt x="341" y="22"/>
                    <a:pt x="342" y="23"/>
                    <a:pt x="342" y="23"/>
                  </a:cubicBezTo>
                  <a:close/>
                  <a:moveTo>
                    <a:pt x="331" y="30"/>
                  </a:moveTo>
                  <a:cubicBezTo>
                    <a:pt x="331" y="31"/>
                    <a:pt x="331" y="32"/>
                    <a:pt x="330" y="32"/>
                  </a:cubicBezTo>
                  <a:cubicBezTo>
                    <a:pt x="330" y="32"/>
                    <a:pt x="330" y="32"/>
                    <a:pt x="330" y="32"/>
                  </a:cubicBezTo>
                  <a:cubicBezTo>
                    <a:pt x="330" y="33"/>
                    <a:pt x="329" y="32"/>
                    <a:pt x="328" y="32"/>
                  </a:cubicBezTo>
                  <a:cubicBezTo>
                    <a:pt x="328" y="32"/>
                    <a:pt x="328" y="32"/>
                    <a:pt x="328" y="32"/>
                  </a:cubicBezTo>
                  <a:cubicBezTo>
                    <a:pt x="328" y="31"/>
                    <a:pt x="328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29" y="30"/>
                    <a:pt x="329" y="30"/>
                    <a:pt x="329" y="30"/>
                  </a:cubicBezTo>
                  <a:cubicBezTo>
                    <a:pt x="330" y="30"/>
                    <a:pt x="330" y="30"/>
                    <a:pt x="331" y="30"/>
                  </a:cubicBezTo>
                  <a:close/>
                  <a:moveTo>
                    <a:pt x="319" y="38"/>
                  </a:moveTo>
                  <a:cubicBezTo>
                    <a:pt x="320" y="38"/>
                    <a:pt x="320" y="39"/>
                    <a:pt x="319" y="40"/>
                  </a:cubicBezTo>
                  <a:cubicBezTo>
                    <a:pt x="319" y="40"/>
                    <a:pt x="319" y="40"/>
                    <a:pt x="319" y="40"/>
                  </a:cubicBezTo>
                  <a:cubicBezTo>
                    <a:pt x="318" y="40"/>
                    <a:pt x="317" y="40"/>
                    <a:pt x="317" y="39"/>
                  </a:cubicBezTo>
                  <a:cubicBezTo>
                    <a:pt x="317" y="39"/>
                    <a:pt x="317" y="39"/>
                    <a:pt x="317" y="39"/>
                  </a:cubicBezTo>
                  <a:cubicBezTo>
                    <a:pt x="317" y="39"/>
                    <a:pt x="317" y="38"/>
                    <a:pt x="317" y="37"/>
                  </a:cubicBezTo>
                  <a:cubicBezTo>
                    <a:pt x="317" y="37"/>
                    <a:pt x="317" y="37"/>
                    <a:pt x="317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8" y="37"/>
                    <a:pt x="318" y="37"/>
                    <a:pt x="318" y="37"/>
                  </a:cubicBezTo>
                  <a:cubicBezTo>
                    <a:pt x="319" y="37"/>
                    <a:pt x="319" y="37"/>
                    <a:pt x="319" y="38"/>
                  </a:cubicBezTo>
                  <a:close/>
                  <a:moveTo>
                    <a:pt x="308" y="45"/>
                  </a:moveTo>
                  <a:cubicBezTo>
                    <a:pt x="308" y="46"/>
                    <a:pt x="308" y="46"/>
                    <a:pt x="308" y="47"/>
                  </a:cubicBezTo>
                  <a:cubicBezTo>
                    <a:pt x="308" y="47"/>
                    <a:pt x="308" y="47"/>
                    <a:pt x="308" y="47"/>
                  </a:cubicBezTo>
                  <a:cubicBezTo>
                    <a:pt x="307" y="47"/>
                    <a:pt x="306" y="47"/>
                    <a:pt x="306" y="47"/>
                  </a:cubicBezTo>
                  <a:cubicBezTo>
                    <a:pt x="306" y="47"/>
                    <a:pt x="306" y="47"/>
                    <a:pt x="306" y="47"/>
                  </a:cubicBezTo>
                  <a:cubicBezTo>
                    <a:pt x="305" y="46"/>
                    <a:pt x="306" y="45"/>
                    <a:pt x="306" y="45"/>
                  </a:cubicBezTo>
                  <a:cubicBezTo>
                    <a:pt x="306" y="45"/>
                    <a:pt x="306" y="45"/>
                    <a:pt x="306" y="45"/>
                  </a:cubicBezTo>
                  <a:cubicBezTo>
                    <a:pt x="306" y="45"/>
                    <a:pt x="307" y="44"/>
                    <a:pt x="307" y="44"/>
                  </a:cubicBezTo>
                  <a:cubicBezTo>
                    <a:pt x="307" y="44"/>
                    <a:pt x="307" y="44"/>
                    <a:pt x="307" y="44"/>
                  </a:cubicBezTo>
                  <a:cubicBezTo>
                    <a:pt x="307" y="44"/>
                    <a:pt x="308" y="45"/>
                    <a:pt x="308" y="45"/>
                  </a:cubicBezTo>
                  <a:close/>
                  <a:moveTo>
                    <a:pt x="297" y="52"/>
                  </a:moveTo>
                  <a:cubicBezTo>
                    <a:pt x="297" y="53"/>
                    <a:pt x="297" y="54"/>
                    <a:pt x="296" y="54"/>
                  </a:cubicBezTo>
                  <a:cubicBezTo>
                    <a:pt x="296" y="54"/>
                    <a:pt x="296" y="54"/>
                    <a:pt x="296" y="54"/>
                  </a:cubicBezTo>
                  <a:cubicBezTo>
                    <a:pt x="296" y="55"/>
                    <a:pt x="295" y="54"/>
                    <a:pt x="294" y="54"/>
                  </a:cubicBezTo>
                  <a:cubicBezTo>
                    <a:pt x="294" y="54"/>
                    <a:pt x="294" y="54"/>
                    <a:pt x="294" y="54"/>
                  </a:cubicBezTo>
                  <a:cubicBezTo>
                    <a:pt x="294" y="53"/>
                    <a:pt x="294" y="52"/>
                    <a:pt x="295" y="52"/>
                  </a:cubicBezTo>
                  <a:cubicBezTo>
                    <a:pt x="295" y="52"/>
                    <a:pt x="295" y="52"/>
                    <a:pt x="295" y="52"/>
                  </a:cubicBezTo>
                  <a:cubicBezTo>
                    <a:pt x="295" y="52"/>
                    <a:pt x="295" y="52"/>
                    <a:pt x="296" y="52"/>
                  </a:cubicBezTo>
                  <a:cubicBezTo>
                    <a:pt x="296" y="52"/>
                    <a:pt x="296" y="52"/>
                    <a:pt x="296" y="52"/>
                  </a:cubicBezTo>
                  <a:cubicBezTo>
                    <a:pt x="296" y="52"/>
                    <a:pt x="296" y="52"/>
                    <a:pt x="297" y="52"/>
                  </a:cubicBezTo>
                  <a:close/>
                  <a:moveTo>
                    <a:pt x="285" y="60"/>
                  </a:moveTo>
                  <a:cubicBezTo>
                    <a:pt x="286" y="60"/>
                    <a:pt x="286" y="61"/>
                    <a:pt x="285" y="62"/>
                  </a:cubicBezTo>
                  <a:cubicBezTo>
                    <a:pt x="285" y="62"/>
                    <a:pt x="285" y="62"/>
                    <a:pt x="285" y="62"/>
                  </a:cubicBezTo>
                  <a:cubicBezTo>
                    <a:pt x="284" y="62"/>
                    <a:pt x="284" y="62"/>
                    <a:pt x="283" y="61"/>
                  </a:cubicBezTo>
                  <a:cubicBezTo>
                    <a:pt x="283" y="61"/>
                    <a:pt x="283" y="61"/>
                    <a:pt x="283" y="61"/>
                  </a:cubicBezTo>
                  <a:cubicBezTo>
                    <a:pt x="283" y="61"/>
                    <a:pt x="283" y="60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4" y="59"/>
                    <a:pt x="284" y="59"/>
                    <a:pt x="284" y="59"/>
                  </a:cubicBezTo>
                  <a:cubicBezTo>
                    <a:pt x="285" y="59"/>
                    <a:pt x="285" y="59"/>
                    <a:pt x="285" y="60"/>
                  </a:cubicBezTo>
                  <a:close/>
                  <a:moveTo>
                    <a:pt x="274" y="67"/>
                  </a:moveTo>
                  <a:cubicBezTo>
                    <a:pt x="274" y="68"/>
                    <a:pt x="274" y="69"/>
                    <a:pt x="274" y="69"/>
                  </a:cubicBezTo>
                  <a:cubicBezTo>
                    <a:pt x="274" y="69"/>
                    <a:pt x="274" y="69"/>
                    <a:pt x="274" y="69"/>
                  </a:cubicBezTo>
                  <a:cubicBezTo>
                    <a:pt x="273" y="69"/>
                    <a:pt x="272" y="69"/>
                    <a:pt x="272" y="69"/>
                  </a:cubicBezTo>
                  <a:cubicBezTo>
                    <a:pt x="272" y="69"/>
                    <a:pt x="272" y="69"/>
                    <a:pt x="272" y="69"/>
                  </a:cubicBezTo>
                  <a:cubicBezTo>
                    <a:pt x="271" y="68"/>
                    <a:pt x="272" y="67"/>
                    <a:pt x="272" y="67"/>
                  </a:cubicBezTo>
                  <a:cubicBezTo>
                    <a:pt x="272" y="67"/>
                    <a:pt x="272" y="67"/>
                    <a:pt x="272" y="67"/>
                  </a:cubicBezTo>
                  <a:cubicBezTo>
                    <a:pt x="272" y="67"/>
                    <a:pt x="273" y="67"/>
                    <a:pt x="273" y="67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3" y="67"/>
                    <a:pt x="274" y="67"/>
                    <a:pt x="274" y="67"/>
                  </a:cubicBezTo>
                  <a:close/>
                  <a:moveTo>
                    <a:pt x="263" y="75"/>
                  </a:moveTo>
                  <a:cubicBezTo>
                    <a:pt x="263" y="75"/>
                    <a:pt x="263" y="76"/>
                    <a:pt x="262" y="76"/>
                  </a:cubicBezTo>
                  <a:cubicBezTo>
                    <a:pt x="262" y="76"/>
                    <a:pt x="262" y="76"/>
                    <a:pt x="262" y="76"/>
                  </a:cubicBezTo>
                  <a:cubicBezTo>
                    <a:pt x="262" y="77"/>
                    <a:pt x="261" y="77"/>
                    <a:pt x="261" y="76"/>
                  </a:cubicBezTo>
                  <a:cubicBezTo>
                    <a:pt x="261" y="76"/>
                    <a:pt x="261" y="76"/>
                    <a:pt x="261" y="76"/>
                  </a:cubicBezTo>
                  <a:cubicBezTo>
                    <a:pt x="260" y="75"/>
                    <a:pt x="260" y="75"/>
                    <a:pt x="261" y="74"/>
                  </a:cubicBezTo>
                  <a:cubicBezTo>
                    <a:pt x="261" y="74"/>
                    <a:pt x="261" y="74"/>
                    <a:pt x="261" y="74"/>
                  </a:cubicBezTo>
                  <a:cubicBezTo>
                    <a:pt x="261" y="74"/>
                    <a:pt x="261" y="74"/>
                    <a:pt x="262" y="74"/>
                  </a:cubicBezTo>
                  <a:cubicBezTo>
                    <a:pt x="262" y="74"/>
                    <a:pt x="262" y="74"/>
                    <a:pt x="262" y="74"/>
                  </a:cubicBezTo>
                  <a:cubicBezTo>
                    <a:pt x="262" y="74"/>
                    <a:pt x="263" y="74"/>
                    <a:pt x="263" y="75"/>
                  </a:cubicBezTo>
                  <a:close/>
                  <a:moveTo>
                    <a:pt x="251" y="82"/>
                  </a:moveTo>
                  <a:cubicBezTo>
                    <a:pt x="252" y="83"/>
                    <a:pt x="252" y="83"/>
                    <a:pt x="251" y="84"/>
                  </a:cubicBezTo>
                  <a:cubicBezTo>
                    <a:pt x="251" y="84"/>
                    <a:pt x="251" y="84"/>
                    <a:pt x="251" y="84"/>
                  </a:cubicBezTo>
                  <a:cubicBezTo>
                    <a:pt x="250" y="84"/>
                    <a:pt x="250" y="84"/>
                    <a:pt x="249" y="83"/>
                  </a:cubicBezTo>
                  <a:cubicBezTo>
                    <a:pt x="249" y="83"/>
                    <a:pt x="249" y="83"/>
                    <a:pt x="249" y="83"/>
                  </a:cubicBezTo>
                  <a:cubicBezTo>
                    <a:pt x="249" y="83"/>
                    <a:pt x="249" y="82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0" y="81"/>
                    <a:pt x="250" y="81"/>
                    <a:pt x="250" y="81"/>
                  </a:cubicBezTo>
                  <a:cubicBezTo>
                    <a:pt x="251" y="81"/>
                    <a:pt x="251" y="81"/>
                    <a:pt x="251" y="82"/>
                  </a:cubicBezTo>
                  <a:close/>
                  <a:moveTo>
                    <a:pt x="240" y="89"/>
                  </a:moveTo>
                  <a:cubicBezTo>
                    <a:pt x="241" y="90"/>
                    <a:pt x="240" y="91"/>
                    <a:pt x="240" y="91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39" y="92"/>
                    <a:pt x="238" y="91"/>
                    <a:pt x="238" y="91"/>
                  </a:cubicBezTo>
                  <a:cubicBezTo>
                    <a:pt x="238" y="91"/>
                    <a:pt x="238" y="91"/>
                    <a:pt x="238" y="91"/>
                  </a:cubicBezTo>
                  <a:cubicBezTo>
                    <a:pt x="238" y="90"/>
                    <a:pt x="238" y="89"/>
                    <a:pt x="238" y="89"/>
                  </a:cubicBezTo>
                  <a:cubicBezTo>
                    <a:pt x="238" y="89"/>
                    <a:pt x="238" y="89"/>
                    <a:pt x="238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9" y="89"/>
                    <a:pt x="240" y="89"/>
                    <a:pt x="240" y="89"/>
                  </a:cubicBezTo>
                  <a:close/>
                  <a:moveTo>
                    <a:pt x="229" y="97"/>
                  </a:moveTo>
                  <a:cubicBezTo>
                    <a:pt x="229" y="97"/>
                    <a:pt x="229" y="98"/>
                    <a:pt x="228" y="98"/>
                  </a:cubicBezTo>
                  <a:cubicBezTo>
                    <a:pt x="228" y="98"/>
                    <a:pt x="228" y="98"/>
                    <a:pt x="228" y="98"/>
                  </a:cubicBezTo>
                  <a:cubicBezTo>
                    <a:pt x="228" y="99"/>
                    <a:pt x="227" y="99"/>
                    <a:pt x="227" y="98"/>
                  </a:cubicBezTo>
                  <a:cubicBezTo>
                    <a:pt x="227" y="98"/>
                    <a:pt x="227" y="98"/>
                    <a:pt x="227" y="98"/>
                  </a:cubicBezTo>
                  <a:cubicBezTo>
                    <a:pt x="226" y="97"/>
                    <a:pt x="226" y="97"/>
                    <a:pt x="227" y="96"/>
                  </a:cubicBezTo>
                  <a:cubicBezTo>
                    <a:pt x="227" y="96"/>
                    <a:pt x="227" y="96"/>
                    <a:pt x="227" y="96"/>
                  </a:cubicBezTo>
                  <a:cubicBezTo>
                    <a:pt x="227" y="96"/>
                    <a:pt x="227" y="96"/>
                    <a:pt x="228" y="96"/>
                  </a:cubicBezTo>
                  <a:cubicBezTo>
                    <a:pt x="228" y="96"/>
                    <a:pt x="228" y="96"/>
                    <a:pt x="228" y="96"/>
                  </a:cubicBezTo>
                  <a:cubicBezTo>
                    <a:pt x="228" y="96"/>
                    <a:pt x="229" y="96"/>
                    <a:pt x="229" y="97"/>
                  </a:cubicBezTo>
                  <a:close/>
                  <a:moveTo>
                    <a:pt x="218" y="104"/>
                  </a:moveTo>
                  <a:cubicBezTo>
                    <a:pt x="218" y="105"/>
                    <a:pt x="218" y="105"/>
                    <a:pt x="217" y="106"/>
                  </a:cubicBez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06"/>
                    <a:pt x="215" y="105"/>
                  </a:cubicBezTo>
                  <a:cubicBezTo>
                    <a:pt x="215" y="105"/>
                    <a:pt x="215" y="105"/>
                    <a:pt x="215" y="105"/>
                  </a:cubicBezTo>
                  <a:cubicBezTo>
                    <a:pt x="215" y="105"/>
                    <a:pt x="215" y="104"/>
                    <a:pt x="216" y="104"/>
                  </a:cubicBezTo>
                  <a:cubicBezTo>
                    <a:pt x="216" y="104"/>
                    <a:pt x="216" y="104"/>
                    <a:pt x="216" y="104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6" y="103"/>
                    <a:pt x="216" y="103"/>
                    <a:pt x="216" y="103"/>
                  </a:cubicBezTo>
                  <a:cubicBezTo>
                    <a:pt x="217" y="103"/>
                    <a:pt x="217" y="104"/>
                    <a:pt x="218" y="104"/>
                  </a:cubicBezTo>
                  <a:close/>
                  <a:moveTo>
                    <a:pt x="206" y="111"/>
                  </a:moveTo>
                  <a:cubicBezTo>
                    <a:pt x="207" y="112"/>
                    <a:pt x="206" y="113"/>
                    <a:pt x="206" y="113"/>
                  </a:cubicBezTo>
                  <a:cubicBezTo>
                    <a:pt x="206" y="113"/>
                    <a:pt x="206" y="113"/>
                    <a:pt x="206" y="113"/>
                  </a:cubicBezTo>
                  <a:cubicBezTo>
                    <a:pt x="205" y="114"/>
                    <a:pt x="204" y="113"/>
                    <a:pt x="204" y="113"/>
                  </a:cubicBezTo>
                  <a:cubicBezTo>
                    <a:pt x="204" y="113"/>
                    <a:pt x="204" y="113"/>
                    <a:pt x="204" y="113"/>
                  </a:cubicBezTo>
                  <a:cubicBezTo>
                    <a:pt x="204" y="112"/>
                    <a:pt x="204" y="111"/>
                    <a:pt x="204" y="111"/>
                  </a:cubicBezTo>
                  <a:cubicBezTo>
                    <a:pt x="204" y="111"/>
                    <a:pt x="204" y="111"/>
                    <a:pt x="204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5" y="111"/>
                    <a:pt x="205" y="111"/>
                    <a:pt x="205" y="111"/>
                  </a:cubicBezTo>
                  <a:cubicBezTo>
                    <a:pt x="206" y="111"/>
                    <a:pt x="206" y="111"/>
                    <a:pt x="206" y="111"/>
                  </a:cubicBezTo>
                  <a:close/>
                  <a:moveTo>
                    <a:pt x="195" y="119"/>
                  </a:moveTo>
                  <a:cubicBezTo>
                    <a:pt x="195" y="119"/>
                    <a:pt x="195" y="120"/>
                    <a:pt x="195" y="121"/>
                  </a:cubicBezTo>
                  <a:cubicBezTo>
                    <a:pt x="195" y="121"/>
                    <a:pt x="195" y="121"/>
                    <a:pt x="195" y="121"/>
                  </a:cubicBezTo>
                  <a:cubicBezTo>
                    <a:pt x="194" y="121"/>
                    <a:pt x="193" y="121"/>
                    <a:pt x="193" y="120"/>
                  </a:cubicBezTo>
                  <a:cubicBezTo>
                    <a:pt x="193" y="120"/>
                    <a:pt x="193" y="120"/>
                    <a:pt x="193" y="120"/>
                  </a:cubicBezTo>
                  <a:cubicBezTo>
                    <a:pt x="192" y="120"/>
                    <a:pt x="192" y="119"/>
                    <a:pt x="193" y="118"/>
                  </a:cubicBezTo>
                  <a:cubicBezTo>
                    <a:pt x="193" y="118"/>
                    <a:pt x="193" y="118"/>
                    <a:pt x="193" y="118"/>
                  </a:cubicBezTo>
                  <a:cubicBezTo>
                    <a:pt x="193" y="118"/>
                    <a:pt x="194" y="118"/>
                    <a:pt x="194" y="118"/>
                  </a:cubicBezTo>
                  <a:cubicBezTo>
                    <a:pt x="194" y="118"/>
                    <a:pt x="194" y="118"/>
                    <a:pt x="194" y="118"/>
                  </a:cubicBezTo>
                  <a:cubicBezTo>
                    <a:pt x="194" y="118"/>
                    <a:pt x="195" y="118"/>
                    <a:pt x="195" y="119"/>
                  </a:cubicBezTo>
                  <a:close/>
                  <a:moveTo>
                    <a:pt x="184" y="126"/>
                  </a:moveTo>
                  <a:cubicBezTo>
                    <a:pt x="184" y="127"/>
                    <a:pt x="184" y="128"/>
                    <a:pt x="183" y="128"/>
                  </a:cubicBezTo>
                  <a:cubicBezTo>
                    <a:pt x="183" y="128"/>
                    <a:pt x="183" y="128"/>
                    <a:pt x="183" y="128"/>
                  </a:cubicBezTo>
                  <a:cubicBezTo>
                    <a:pt x="183" y="128"/>
                    <a:pt x="182" y="128"/>
                    <a:pt x="181" y="128"/>
                  </a:cubicBezTo>
                  <a:cubicBezTo>
                    <a:pt x="181" y="128"/>
                    <a:pt x="181" y="128"/>
                    <a:pt x="181" y="128"/>
                  </a:cubicBezTo>
                  <a:cubicBezTo>
                    <a:pt x="181" y="127"/>
                    <a:pt x="181" y="126"/>
                    <a:pt x="182" y="126"/>
                  </a:cubicBezTo>
                  <a:cubicBezTo>
                    <a:pt x="182" y="126"/>
                    <a:pt x="182" y="126"/>
                    <a:pt x="182" y="126"/>
                  </a:cubicBezTo>
                  <a:cubicBezTo>
                    <a:pt x="182" y="126"/>
                    <a:pt x="182" y="125"/>
                    <a:pt x="182" y="125"/>
                  </a:cubicBezTo>
                  <a:cubicBezTo>
                    <a:pt x="182" y="125"/>
                    <a:pt x="182" y="125"/>
                    <a:pt x="182" y="125"/>
                  </a:cubicBezTo>
                  <a:cubicBezTo>
                    <a:pt x="183" y="125"/>
                    <a:pt x="183" y="126"/>
                    <a:pt x="184" y="126"/>
                  </a:cubicBezTo>
                  <a:close/>
                  <a:moveTo>
                    <a:pt x="172" y="133"/>
                  </a:moveTo>
                  <a:cubicBezTo>
                    <a:pt x="173" y="134"/>
                    <a:pt x="173" y="135"/>
                    <a:pt x="172" y="135"/>
                  </a:cubicBezTo>
                  <a:cubicBezTo>
                    <a:pt x="172" y="135"/>
                    <a:pt x="172" y="135"/>
                    <a:pt x="172" y="135"/>
                  </a:cubicBezTo>
                  <a:cubicBezTo>
                    <a:pt x="171" y="136"/>
                    <a:pt x="170" y="136"/>
                    <a:pt x="170" y="135"/>
                  </a:cubicBezTo>
                  <a:cubicBezTo>
                    <a:pt x="170" y="135"/>
                    <a:pt x="170" y="135"/>
                    <a:pt x="170" y="135"/>
                  </a:cubicBezTo>
                  <a:cubicBezTo>
                    <a:pt x="170" y="134"/>
                    <a:pt x="170" y="133"/>
                    <a:pt x="170" y="133"/>
                  </a:cubicBezTo>
                  <a:cubicBezTo>
                    <a:pt x="170" y="133"/>
                    <a:pt x="170" y="133"/>
                    <a:pt x="170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1" y="133"/>
                    <a:pt x="171" y="133"/>
                    <a:pt x="171" y="133"/>
                  </a:cubicBezTo>
                  <a:cubicBezTo>
                    <a:pt x="172" y="133"/>
                    <a:pt x="172" y="133"/>
                    <a:pt x="172" y="133"/>
                  </a:cubicBezTo>
                  <a:close/>
                  <a:moveTo>
                    <a:pt x="161" y="141"/>
                  </a:moveTo>
                  <a:cubicBezTo>
                    <a:pt x="161" y="141"/>
                    <a:pt x="161" y="142"/>
                    <a:pt x="161" y="143"/>
                  </a:cubicBezTo>
                  <a:cubicBezTo>
                    <a:pt x="161" y="143"/>
                    <a:pt x="161" y="143"/>
                    <a:pt x="161" y="143"/>
                  </a:cubicBezTo>
                  <a:cubicBezTo>
                    <a:pt x="160" y="143"/>
                    <a:pt x="159" y="143"/>
                    <a:pt x="159" y="142"/>
                  </a:cubicBezTo>
                  <a:cubicBezTo>
                    <a:pt x="159" y="142"/>
                    <a:pt x="159" y="142"/>
                    <a:pt x="159" y="142"/>
                  </a:cubicBezTo>
                  <a:cubicBezTo>
                    <a:pt x="158" y="142"/>
                    <a:pt x="159" y="141"/>
                    <a:pt x="159" y="140"/>
                  </a:cubicBezTo>
                  <a:cubicBezTo>
                    <a:pt x="159" y="140"/>
                    <a:pt x="159" y="140"/>
                    <a:pt x="159" y="140"/>
                  </a:cubicBezTo>
                  <a:cubicBezTo>
                    <a:pt x="159" y="140"/>
                    <a:pt x="160" y="140"/>
                    <a:pt x="160" y="140"/>
                  </a:cubicBezTo>
                  <a:cubicBezTo>
                    <a:pt x="160" y="140"/>
                    <a:pt x="160" y="140"/>
                    <a:pt x="160" y="140"/>
                  </a:cubicBezTo>
                  <a:cubicBezTo>
                    <a:pt x="160" y="140"/>
                    <a:pt x="161" y="140"/>
                    <a:pt x="161" y="141"/>
                  </a:cubicBezTo>
                  <a:close/>
                  <a:moveTo>
                    <a:pt x="150" y="148"/>
                  </a:moveTo>
                  <a:cubicBezTo>
                    <a:pt x="150" y="149"/>
                    <a:pt x="150" y="150"/>
                    <a:pt x="149" y="150"/>
                  </a:cubicBezTo>
                  <a:cubicBezTo>
                    <a:pt x="149" y="150"/>
                    <a:pt x="149" y="150"/>
                    <a:pt x="149" y="150"/>
                  </a:cubicBezTo>
                  <a:cubicBezTo>
                    <a:pt x="149" y="150"/>
                    <a:pt x="148" y="150"/>
                    <a:pt x="147" y="150"/>
                  </a:cubicBezTo>
                  <a:cubicBezTo>
                    <a:pt x="147" y="150"/>
                    <a:pt x="147" y="150"/>
                    <a:pt x="147" y="150"/>
                  </a:cubicBezTo>
                  <a:cubicBezTo>
                    <a:pt x="147" y="149"/>
                    <a:pt x="147" y="148"/>
                    <a:pt x="148" y="148"/>
                  </a:cubicBezTo>
                  <a:cubicBezTo>
                    <a:pt x="148" y="148"/>
                    <a:pt x="148" y="148"/>
                    <a:pt x="148" y="148"/>
                  </a:cubicBezTo>
                  <a:cubicBezTo>
                    <a:pt x="148" y="148"/>
                    <a:pt x="148" y="148"/>
                    <a:pt x="149" y="148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149" y="148"/>
                    <a:pt x="149" y="148"/>
                    <a:pt x="150" y="148"/>
                  </a:cubicBezTo>
                  <a:close/>
                  <a:moveTo>
                    <a:pt x="138" y="156"/>
                  </a:moveTo>
                  <a:cubicBezTo>
                    <a:pt x="139" y="156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7" y="158"/>
                    <a:pt x="137" y="158"/>
                    <a:pt x="136" y="157"/>
                  </a:cubicBezTo>
                  <a:cubicBezTo>
                    <a:pt x="136" y="157"/>
                    <a:pt x="136" y="157"/>
                    <a:pt x="136" y="157"/>
                  </a:cubicBezTo>
                  <a:cubicBezTo>
                    <a:pt x="136" y="156"/>
                    <a:pt x="136" y="156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8" y="155"/>
                    <a:pt x="138" y="155"/>
                    <a:pt x="138" y="156"/>
                  </a:cubicBezTo>
                  <a:close/>
                  <a:moveTo>
                    <a:pt x="127" y="163"/>
                  </a:moveTo>
                  <a:cubicBezTo>
                    <a:pt x="127" y="164"/>
                    <a:pt x="127" y="164"/>
                    <a:pt x="127" y="165"/>
                  </a:cubicBezTo>
                  <a:cubicBezTo>
                    <a:pt x="127" y="165"/>
                    <a:pt x="127" y="165"/>
                    <a:pt x="127" y="165"/>
                  </a:cubicBezTo>
                  <a:cubicBezTo>
                    <a:pt x="126" y="165"/>
                    <a:pt x="125" y="165"/>
                    <a:pt x="125" y="164"/>
                  </a:cubicBezTo>
                  <a:cubicBezTo>
                    <a:pt x="125" y="164"/>
                    <a:pt x="125" y="164"/>
                    <a:pt x="125" y="164"/>
                  </a:cubicBezTo>
                  <a:cubicBezTo>
                    <a:pt x="124" y="164"/>
                    <a:pt x="125" y="163"/>
                    <a:pt x="125" y="163"/>
                  </a:cubicBezTo>
                  <a:cubicBezTo>
                    <a:pt x="125" y="163"/>
                    <a:pt x="125" y="163"/>
                    <a:pt x="125" y="163"/>
                  </a:cubicBezTo>
                  <a:cubicBezTo>
                    <a:pt x="125" y="162"/>
                    <a:pt x="126" y="162"/>
                    <a:pt x="126" y="162"/>
                  </a:cubicBezTo>
                  <a:cubicBezTo>
                    <a:pt x="126" y="162"/>
                    <a:pt x="126" y="162"/>
                    <a:pt x="126" y="162"/>
                  </a:cubicBezTo>
                  <a:cubicBezTo>
                    <a:pt x="126" y="162"/>
                    <a:pt x="127" y="163"/>
                    <a:pt x="127" y="163"/>
                  </a:cubicBezTo>
                  <a:close/>
                  <a:moveTo>
                    <a:pt x="116" y="170"/>
                  </a:moveTo>
                  <a:cubicBezTo>
                    <a:pt x="116" y="171"/>
                    <a:pt x="116" y="172"/>
                    <a:pt x="115" y="172"/>
                  </a:cubicBezTo>
                  <a:cubicBezTo>
                    <a:pt x="115" y="172"/>
                    <a:pt x="115" y="172"/>
                    <a:pt x="115" y="172"/>
                  </a:cubicBezTo>
                  <a:cubicBezTo>
                    <a:pt x="115" y="173"/>
                    <a:pt x="114" y="172"/>
                    <a:pt x="114" y="172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3" y="171"/>
                    <a:pt x="113" y="170"/>
                    <a:pt x="114" y="170"/>
                  </a:cubicBezTo>
                  <a:cubicBezTo>
                    <a:pt x="114" y="170"/>
                    <a:pt x="114" y="170"/>
                    <a:pt x="114" y="170"/>
                  </a:cubicBezTo>
                  <a:cubicBezTo>
                    <a:pt x="114" y="170"/>
                    <a:pt x="114" y="170"/>
                    <a:pt x="115" y="170"/>
                  </a:cubicBezTo>
                  <a:cubicBezTo>
                    <a:pt x="115" y="170"/>
                    <a:pt x="115" y="170"/>
                    <a:pt x="115" y="170"/>
                  </a:cubicBezTo>
                  <a:cubicBezTo>
                    <a:pt x="115" y="170"/>
                    <a:pt x="116" y="170"/>
                    <a:pt x="116" y="170"/>
                  </a:cubicBezTo>
                  <a:close/>
                  <a:moveTo>
                    <a:pt x="104" y="178"/>
                  </a:moveTo>
                  <a:cubicBezTo>
                    <a:pt x="105" y="178"/>
                    <a:pt x="105" y="179"/>
                    <a:pt x="104" y="179"/>
                  </a:cubicBezTo>
                  <a:cubicBezTo>
                    <a:pt x="104" y="179"/>
                    <a:pt x="104" y="179"/>
                    <a:pt x="104" y="179"/>
                  </a:cubicBezTo>
                  <a:cubicBezTo>
                    <a:pt x="103" y="180"/>
                    <a:pt x="103" y="180"/>
                    <a:pt x="102" y="179"/>
                  </a:cubicBezTo>
                  <a:cubicBezTo>
                    <a:pt x="102" y="179"/>
                    <a:pt x="102" y="179"/>
                    <a:pt x="102" y="179"/>
                  </a:cubicBezTo>
                  <a:cubicBezTo>
                    <a:pt x="102" y="178"/>
                    <a:pt x="102" y="178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3" y="177"/>
                    <a:pt x="103" y="177"/>
                    <a:pt x="103" y="177"/>
                  </a:cubicBezTo>
                  <a:cubicBezTo>
                    <a:pt x="104" y="177"/>
                    <a:pt x="104" y="177"/>
                    <a:pt x="104" y="178"/>
                  </a:cubicBezTo>
                  <a:close/>
                  <a:moveTo>
                    <a:pt x="93" y="185"/>
                  </a:moveTo>
                  <a:cubicBezTo>
                    <a:pt x="94" y="186"/>
                    <a:pt x="93" y="186"/>
                    <a:pt x="93" y="187"/>
                  </a:cubicBezTo>
                  <a:cubicBezTo>
                    <a:pt x="93" y="187"/>
                    <a:pt x="93" y="187"/>
                    <a:pt x="93" y="187"/>
                  </a:cubicBezTo>
                  <a:cubicBezTo>
                    <a:pt x="92" y="187"/>
                    <a:pt x="91" y="187"/>
                    <a:pt x="91" y="186"/>
                  </a:cubicBezTo>
                  <a:cubicBezTo>
                    <a:pt x="91" y="186"/>
                    <a:pt x="91" y="186"/>
                    <a:pt x="91" y="186"/>
                  </a:cubicBezTo>
                  <a:cubicBezTo>
                    <a:pt x="91" y="186"/>
                    <a:pt x="91" y="185"/>
                    <a:pt x="91" y="185"/>
                  </a:cubicBezTo>
                  <a:cubicBezTo>
                    <a:pt x="91" y="185"/>
                    <a:pt x="91" y="185"/>
                    <a:pt x="91" y="185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2" y="184"/>
                    <a:pt x="92" y="184"/>
                  </a:cubicBezTo>
                  <a:cubicBezTo>
                    <a:pt x="92" y="184"/>
                    <a:pt x="93" y="185"/>
                    <a:pt x="93" y="185"/>
                  </a:cubicBezTo>
                  <a:close/>
                  <a:moveTo>
                    <a:pt x="82" y="192"/>
                  </a:moveTo>
                  <a:cubicBezTo>
                    <a:pt x="82" y="193"/>
                    <a:pt x="82" y="194"/>
                    <a:pt x="81" y="194"/>
                  </a:cubicBezTo>
                  <a:cubicBezTo>
                    <a:pt x="81" y="194"/>
                    <a:pt x="81" y="194"/>
                    <a:pt x="81" y="194"/>
                  </a:cubicBezTo>
                  <a:cubicBezTo>
                    <a:pt x="81" y="195"/>
                    <a:pt x="80" y="194"/>
                    <a:pt x="80" y="194"/>
                  </a:cubicBezTo>
                  <a:cubicBezTo>
                    <a:pt x="80" y="194"/>
                    <a:pt x="80" y="194"/>
                    <a:pt x="80" y="194"/>
                  </a:cubicBezTo>
                  <a:cubicBezTo>
                    <a:pt x="79" y="193"/>
                    <a:pt x="79" y="192"/>
                    <a:pt x="80" y="192"/>
                  </a:cubicBezTo>
                  <a:cubicBezTo>
                    <a:pt x="80" y="192"/>
                    <a:pt x="80" y="192"/>
                    <a:pt x="80" y="192"/>
                  </a:cubicBezTo>
                  <a:cubicBezTo>
                    <a:pt x="80" y="192"/>
                    <a:pt x="80" y="192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2"/>
                    <a:pt x="82" y="192"/>
                    <a:pt x="82" y="192"/>
                  </a:cubicBezTo>
                  <a:close/>
                  <a:moveTo>
                    <a:pt x="71" y="200"/>
                  </a:moveTo>
                  <a:cubicBezTo>
                    <a:pt x="71" y="200"/>
                    <a:pt x="71" y="201"/>
                    <a:pt x="70" y="202"/>
                  </a:cubicBezTo>
                  <a:cubicBezTo>
                    <a:pt x="70" y="202"/>
                    <a:pt x="70" y="202"/>
                    <a:pt x="70" y="202"/>
                  </a:cubicBezTo>
                  <a:cubicBezTo>
                    <a:pt x="70" y="202"/>
                    <a:pt x="69" y="202"/>
                    <a:pt x="68" y="201"/>
                  </a:cubicBezTo>
                  <a:cubicBezTo>
                    <a:pt x="68" y="201"/>
                    <a:pt x="68" y="201"/>
                    <a:pt x="68" y="201"/>
                  </a:cubicBezTo>
                  <a:cubicBezTo>
                    <a:pt x="68" y="201"/>
                    <a:pt x="68" y="200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69" y="199"/>
                    <a:pt x="69" y="199"/>
                    <a:pt x="69" y="199"/>
                  </a:cubicBezTo>
                  <a:cubicBezTo>
                    <a:pt x="70" y="199"/>
                    <a:pt x="70" y="199"/>
                    <a:pt x="71" y="200"/>
                  </a:cubicBezTo>
                  <a:close/>
                  <a:moveTo>
                    <a:pt x="59" y="207"/>
                  </a:moveTo>
                  <a:cubicBezTo>
                    <a:pt x="60" y="208"/>
                    <a:pt x="59" y="209"/>
                    <a:pt x="59" y="209"/>
                  </a:cubicBezTo>
                  <a:cubicBezTo>
                    <a:pt x="59" y="209"/>
                    <a:pt x="59" y="209"/>
                    <a:pt x="59" y="209"/>
                  </a:cubicBezTo>
                  <a:cubicBezTo>
                    <a:pt x="58" y="209"/>
                    <a:pt x="57" y="209"/>
                    <a:pt x="57" y="209"/>
                  </a:cubicBezTo>
                  <a:cubicBezTo>
                    <a:pt x="57" y="209"/>
                    <a:pt x="57" y="209"/>
                    <a:pt x="57" y="209"/>
                  </a:cubicBezTo>
                  <a:cubicBezTo>
                    <a:pt x="57" y="208"/>
                    <a:pt x="57" y="207"/>
                    <a:pt x="57" y="207"/>
                  </a:cubicBezTo>
                  <a:cubicBezTo>
                    <a:pt x="57" y="207"/>
                    <a:pt x="57" y="207"/>
                    <a:pt x="57" y="207"/>
                  </a:cubicBezTo>
                  <a:cubicBezTo>
                    <a:pt x="58" y="207"/>
                    <a:pt x="58" y="206"/>
                    <a:pt x="58" y="206"/>
                  </a:cubicBezTo>
                  <a:cubicBezTo>
                    <a:pt x="58" y="206"/>
                    <a:pt x="58" y="206"/>
                    <a:pt x="58" y="206"/>
                  </a:cubicBezTo>
                  <a:cubicBezTo>
                    <a:pt x="59" y="206"/>
                    <a:pt x="59" y="207"/>
                    <a:pt x="59" y="207"/>
                  </a:cubicBezTo>
                  <a:close/>
                  <a:moveTo>
                    <a:pt x="48" y="214"/>
                  </a:moveTo>
                  <a:cubicBezTo>
                    <a:pt x="48" y="215"/>
                    <a:pt x="48" y="216"/>
                    <a:pt x="48" y="216"/>
                  </a:cubicBezTo>
                  <a:cubicBezTo>
                    <a:pt x="48" y="216"/>
                    <a:pt x="48" y="216"/>
                    <a:pt x="48" y="216"/>
                  </a:cubicBezTo>
                  <a:cubicBezTo>
                    <a:pt x="47" y="217"/>
                    <a:pt x="46" y="217"/>
                    <a:pt x="46" y="216"/>
                  </a:cubicBezTo>
                  <a:cubicBezTo>
                    <a:pt x="46" y="216"/>
                    <a:pt x="46" y="216"/>
                    <a:pt x="46" y="216"/>
                  </a:cubicBezTo>
                  <a:cubicBezTo>
                    <a:pt x="45" y="215"/>
                    <a:pt x="45" y="214"/>
                    <a:pt x="46" y="214"/>
                  </a:cubicBezTo>
                  <a:cubicBezTo>
                    <a:pt x="46" y="214"/>
                    <a:pt x="46" y="214"/>
                    <a:pt x="46" y="214"/>
                  </a:cubicBezTo>
                  <a:cubicBezTo>
                    <a:pt x="46" y="214"/>
                    <a:pt x="47" y="214"/>
                    <a:pt x="47" y="214"/>
                  </a:cubicBezTo>
                  <a:cubicBezTo>
                    <a:pt x="47" y="214"/>
                    <a:pt x="47" y="214"/>
                    <a:pt x="47" y="214"/>
                  </a:cubicBezTo>
                  <a:cubicBezTo>
                    <a:pt x="47" y="214"/>
                    <a:pt x="48" y="214"/>
                    <a:pt x="48" y="214"/>
                  </a:cubicBezTo>
                  <a:close/>
                  <a:moveTo>
                    <a:pt x="37" y="222"/>
                  </a:moveTo>
                  <a:cubicBezTo>
                    <a:pt x="37" y="222"/>
                    <a:pt x="37" y="223"/>
                    <a:pt x="36" y="224"/>
                  </a:cubicBezTo>
                  <a:cubicBezTo>
                    <a:pt x="36" y="224"/>
                    <a:pt x="36" y="224"/>
                    <a:pt x="36" y="224"/>
                  </a:cubicBezTo>
                  <a:cubicBezTo>
                    <a:pt x="36" y="224"/>
                    <a:pt x="35" y="224"/>
                    <a:pt x="34" y="223"/>
                  </a:cubicBezTo>
                  <a:cubicBezTo>
                    <a:pt x="34" y="223"/>
                    <a:pt x="34" y="223"/>
                    <a:pt x="34" y="223"/>
                  </a:cubicBezTo>
                  <a:cubicBezTo>
                    <a:pt x="34" y="223"/>
                    <a:pt x="34" y="222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5" y="221"/>
                    <a:pt x="35" y="221"/>
                    <a:pt x="35" y="221"/>
                  </a:cubicBezTo>
                  <a:cubicBezTo>
                    <a:pt x="36" y="221"/>
                    <a:pt x="36" y="221"/>
                    <a:pt x="37" y="222"/>
                  </a:cubicBezTo>
                  <a:close/>
                  <a:moveTo>
                    <a:pt x="25" y="229"/>
                  </a:moveTo>
                  <a:cubicBezTo>
                    <a:pt x="26" y="230"/>
                    <a:pt x="26" y="231"/>
                    <a:pt x="25" y="231"/>
                  </a:cubicBezTo>
                  <a:cubicBezTo>
                    <a:pt x="25" y="231"/>
                    <a:pt x="25" y="231"/>
                    <a:pt x="25" y="231"/>
                  </a:cubicBezTo>
                  <a:cubicBezTo>
                    <a:pt x="24" y="231"/>
                    <a:pt x="23" y="231"/>
                    <a:pt x="23" y="231"/>
                  </a:cubicBezTo>
                  <a:cubicBezTo>
                    <a:pt x="23" y="231"/>
                    <a:pt x="23" y="231"/>
                    <a:pt x="23" y="231"/>
                  </a:cubicBezTo>
                  <a:cubicBezTo>
                    <a:pt x="23" y="230"/>
                    <a:pt x="23" y="229"/>
                    <a:pt x="23" y="229"/>
                  </a:cubicBezTo>
                  <a:cubicBezTo>
                    <a:pt x="23" y="229"/>
                    <a:pt x="23" y="229"/>
                    <a:pt x="23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4" y="229"/>
                    <a:pt x="24" y="229"/>
                    <a:pt x="24" y="229"/>
                  </a:cubicBezTo>
                  <a:cubicBezTo>
                    <a:pt x="25" y="229"/>
                    <a:pt x="25" y="229"/>
                    <a:pt x="25" y="229"/>
                  </a:cubicBezTo>
                  <a:close/>
                  <a:moveTo>
                    <a:pt x="14" y="237"/>
                  </a:moveTo>
                  <a:cubicBezTo>
                    <a:pt x="14" y="237"/>
                    <a:pt x="14" y="238"/>
                    <a:pt x="14" y="238"/>
                  </a:cubicBezTo>
                  <a:cubicBezTo>
                    <a:pt x="14" y="238"/>
                    <a:pt x="14" y="238"/>
                    <a:pt x="14" y="238"/>
                  </a:cubicBezTo>
                  <a:cubicBezTo>
                    <a:pt x="13" y="239"/>
                    <a:pt x="12" y="239"/>
                    <a:pt x="12" y="238"/>
                  </a:cubicBezTo>
                  <a:cubicBezTo>
                    <a:pt x="12" y="238"/>
                    <a:pt x="12" y="238"/>
                    <a:pt x="12" y="238"/>
                  </a:cubicBezTo>
                  <a:cubicBezTo>
                    <a:pt x="11" y="237"/>
                    <a:pt x="12" y="237"/>
                    <a:pt x="12" y="236"/>
                  </a:cubicBezTo>
                  <a:cubicBezTo>
                    <a:pt x="12" y="236"/>
                    <a:pt x="12" y="236"/>
                    <a:pt x="12" y="236"/>
                  </a:cubicBezTo>
                  <a:cubicBezTo>
                    <a:pt x="12" y="236"/>
                    <a:pt x="13" y="236"/>
                    <a:pt x="13" y="236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4" y="236"/>
                    <a:pt x="14" y="237"/>
                  </a:cubicBezTo>
                  <a:close/>
                  <a:moveTo>
                    <a:pt x="3" y="244"/>
                  </a:moveTo>
                  <a:cubicBezTo>
                    <a:pt x="3" y="245"/>
                    <a:pt x="3" y="245"/>
                    <a:pt x="2" y="246"/>
                  </a:cubicBezTo>
                  <a:cubicBezTo>
                    <a:pt x="2" y="246"/>
                    <a:pt x="2" y="246"/>
                    <a:pt x="2" y="246"/>
                  </a:cubicBezTo>
                  <a:cubicBezTo>
                    <a:pt x="2" y="246"/>
                    <a:pt x="1" y="246"/>
                    <a:pt x="0" y="245"/>
                  </a:cubicBezTo>
                  <a:cubicBezTo>
                    <a:pt x="0" y="245"/>
                    <a:pt x="0" y="245"/>
                    <a:pt x="0" y="245"/>
                  </a:cubicBezTo>
                  <a:cubicBezTo>
                    <a:pt x="0" y="245"/>
                    <a:pt x="0" y="244"/>
                    <a:pt x="1" y="244"/>
                  </a:cubicBezTo>
                  <a:cubicBezTo>
                    <a:pt x="1" y="244"/>
                    <a:pt x="1" y="244"/>
                    <a:pt x="1" y="244"/>
                  </a:cubicBezTo>
                  <a:cubicBezTo>
                    <a:pt x="1" y="243"/>
                    <a:pt x="1" y="243"/>
                    <a:pt x="2" y="243"/>
                  </a:cubicBezTo>
                  <a:cubicBezTo>
                    <a:pt x="2" y="243"/>
                    <a:pt x="2" y="243"/>
                    <a:pt x="2" y="243"/>
                  </a:cubicBezTo>
                  <a:cubicBezTo>
                    <a:pt x="2" y="243"/>
                    <a:pt x="2" y="244"/>
                    <a:pt x="3" y="24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23"/>
            <p:cNvSpPr/>
            <p:nvPr/>
          </p:nvSpPr>
          <p:spPr>
            <a:xfrm>
              <a:off x="14283794" y="-448701"/>
              <a:ext cx="11748" cy="19580"/>
            </a:xfrm>
            <a:custGeom>
              <a:avLst/>
              <a:gdLst/>
              <a:ahLst/>
              <a:cxnLst/>
              <a:rect l="l" t="t" r="r" b="b"/>
              <a:pathLst>
                <a:path w="2" h="3" extrusionOk="0"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1" y="3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23"/>
          <p:cNvGrpSpPr/>
          <p:nvPr/>
        </p:nvGrpSpPr>
        <p:grpSpPr>
          <a:xfrm>
            <a:off x="-984170" y="-3000359"/>
            <a:ext cx="11853883" cy="8118886"/>
            <a:chOff x="-984170" y="-3000359"/>
            <a:chExt cx="11853883" cy="8118886"/>
          </a:xfrm>
        </p:grpSpPr>
        <p:grpSp>
          <p:nvGrpSpPr>
            <p:cNvPr id="1274" name="Google Shape;1274;p23"/>
            <p:cNvGrpSpPr/>
            <p:nvPr/>
          </p:nvGrpSpPr>
          <p:grpSpPr>
            <a:xfrm>
              <a:off x="-984170" y="-3000359"/>
              <a:ext cx="3093729" cy="4362535"/>
              <a:chOff x="-984170" y="-3000359"/>
              <a:chExt cx="3093729" cy="4362535"/>
            </a:xfrm>
          </p:grpSpPr>
          <p:sp>
            <p:nvSpPr>
              <p:cNvPr id="1275" name="Google Shape;1275;p23"/>
              <p:cNvSpPr/>
              <p:nvPr/>
            </p:nvSpPr>
            <p:spPr>
              <a:xfrm>
                <a:off x="-917596" y="-2922037"/>
                <a:ext cx="3027155" cy="4284213"/>
              </a:xfrm>
              <a:custGeom>
                <a:avLst/>
                <a:gdLst/>
                <a:ahLst/>
                <a:cxnLst/>
                <a:rect l="l" t="t" r="r" b="b"/>
                <a:pathLst>
                  <a:path w="773" h="1094" extrusionOk="0">
                    <a:moveTo>
                      <a:pt x="146" y="409"/>
                    </a:moveTo>
                    <a:lnTo>
                      <a:pt x="773" y="0"/>
                    </a:lnTo>
                    <a:lnTo>
                      <a:pt x="627" y="686"/>
                    </a:lnTo>
                    <a:lnTo>
                      <a:pt x="0" y="1094"/>
                    </a:lnTo>
                    <a:lnTo>
                      <a:pt x="146" y="4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23"/>
              <p:cNvSpPr/>
              <p:nvPr/>
            </p:nvSpPr>
            <p:spPr>
              <a:xfrm>
                <a:off x="-984170" y="-3000359"/>
                <a:ext cx="3031071" cy="4299878"/>
              </a:xfrm>
              <a:custGeom>
                <a:avLst/>
                <a:gdLst/>
                <a:ahLst/>
                <a:cxnLst/>
                <a:rect l="l" t="t" r="r" b="b"/>
                <a:pathLst>
                  <a:path w="774" h="1098" extrusionOk="0">
                    <a:moveTo>
                      <a:pt x="0" y="1098"/>
                    </a:moveTo>
                    <a:lnTo>
                      <a:pt x="0" y="1095"/>
                    </a:lnTo>
                    <a:lnTo>
                      <a:pt x="144" y="410"/>
                    </a:lnTo>
                    <a:lnTo>
                      <a:pt x="146" y="410"/>
                    </a:lnTo>
                    <a:lnTo>
                      <a:pt x="774" y="0"/>
                    </a:lnTo>
                    <a:lnTo>
                      <a:pt x="773" y="1"/>
                    </a:lnTo>
                    <a:lnTo>
                      <a:pt x="628" y="688"/>
                    </a:lnTo>
                    <a:lnTo>
                      <a:pt x="628" y="688"/>
                    </a:lnTo>
                    <a:lnTo>
                      <a:pt x="0" y="1098"/>
                    </a:lnTo>
                    <a:close/>
                    <a:moveTo>
                      <a:pt x="147" y="411"/>
                    </a:moveTo>
                    <a:lnTo>
                      <a:pt x="1" y="1093"/>
                    </a:lnTo>
                    <a:lnTo>
                      <a:pt x="627" y="687"/>
                    </a:lnTo>
                    <a:lnTo>
                      <a:pt x="771" y="5"/>
                    </a:lnTo>
                    <a:lnTo>
                      <a:pt x="147" y="41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7" name="Google Shape;1277;p23"/>
            <p:cNvSpPr/>
            <p:nvPr/>
          </p:nvSpPr>
          <p:spPr>
            <a:xfrm rot="10800000">
              <a:off x="8552701" y="1812924"/>
              <a:ext cx="2317013" cy="3283428"/>
            </a:xfrm>
            <a:custGeom>
              <a:avLst/>
              <a:gdLst/>
              <a:ahLst/>
              <a:cxnLst/>
              <a:rect l="l" t="t" r="r" b="b"/>
              <a:pathLst>
                <a:path w="772" h="1094" extrusionOk="0">
                  <a:moveTo>
                    <a:pt x="627" y="685"/>
                  </a:moveTo>
                  <a:lnTo>
                    <a:pt x="0" y="1094"/>
                  </a:lnTo>
                  <a:lnTo>
                    <a:pt x="145" y="407"/>
                  </a:lnTo>
                  <a:lnTo>
                    <a:pt x="772" y="0"/>
                  </a:lnTo>
                  <a:lnTo>
                    <a:pt x="627" y="6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23"/>
            <p:cNvSpPr/>
            <p:nvPr/>
          </p:nvSpPr>
          <p:spPr>
            <a:xfrm rot="10800000">
              <a:off x="8187198" y="3587861"/>
              <a:ext cx="1944851" cy="1530666"/>
            </a:xfrm>
            <a:custGeom>
              <a:avLst/>
              <a:gdLst/>
              <a:ahLst/>
              <a:cxnLst/>
              <a:rect l="l" t="t" r="r" b="b"/>
              <a:pathLst>
                <a:path w="648" h="510" extrusionOk="0">
                  <a:moveTo>
                    <a:pt x="627" y="103"/>
                  </a:moveTo>
                  <a:lnTo>
                    <a:pt x="0" y="510"/>
                  </a:lnTo>
                  <a:lnTo>
                    <a:pt x="21" y="408"/>
                  </a:lnTo>
                  <a:lnTo>
                    <a:pt x="648" y="0"/>
                  </a:lnTo>
                  <a:lnTo>
                    <a:pt x="627" y="10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4" r:id="rId3"/>
    <p:sldLayoutId id="2147483655" r:id="rId4"/>
    <p:sldLayoutId id="2147483659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7"/>
          <p:cNvSpPr txBox="1">
            <a:spLocks noGrp="1"/>
          </p:cNvSpPr>
          <p:nvPr>
            <p:ph type="ctrTitle"/>
          </p:nvPr>
        </p:nvSpPr>
        <p:spPr>
          <a:xfrm>
            <a:off x="715100" y="1483087"/>
            <a:ext cx="49218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600" dirty="0" err="1"/>
              <a:t>Pre</a:t>
            </a:r>
            <a:r>
              <a:rPr lang="it-IT" sz="3600" dirty="0"/>
              <a:t>-Game </a:t>
            </a:r>
            <a:r>
              <a:rPr lang="it-IT" sz="3600" dirty="0" err="1"/>
              <a:t>presentation</a:t>
            </a:r>
            <a:br>
              <a:rPr lang="it-IT" sz="3600" dirty="0"/>
            </a:br>
            <a:r>
              <a:rPr lang="it-IT" sz="3600" dirty="0"/>
              <a:t>Group n. </a:t>
            </a:r>
            <a:r>
              <a:rPr lang="it-IT" sz="3600"/>
              <a:t>04</a:t>
            </a:r>
            <a:endParaRPr sz="3600" dirty="0"/>
          </a:p>
        </p:txBody>
      </p:sp>
      <p:grpSp>
        <p:nvGrpSpPr>
          <p:cNvPr id="1292" name="Google Shape;1292;p27"/>
          <p:cNvGrpSpPr/>
          <p:nvPr/>
        </p:nvGrpSpPr>
        <p:grpSpPr>
          <a:xfrm>
            <a:off x="832425" y="3579813"/>
            <a:ext cx="4500600" cy="74450"/>
            <a:chOff x="832425" y="3620150"/>
            <a:chExt cx="4500600" cy="74450"/>
          </a:xfrm>
        </p:grpSpPr>
        <p:cxnSp>
          <p:nvCxnSpPr>
            <p:cNvPr id="1293" name="Google Shape;1293;p27"/>
            <p:cNvCxnSpPr/>
            <p:nvPr/>
          </p:nvCxnSpPr>
          <p:spPr>
            <a:xfrm>
              <a:off x="832425" y="362015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4" name="Google Shape;1294;p27"/>
            <p:cNvCxnSpPr/>
            <p:nvPr/>
          </p:nvCxnSpPr>
          <p:spPr>
            <a:xfrm>
              <a:off x="832425" y="3694600"/>
              <a:ext cx="45006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EF07EB-CD19-6B0F-932E-47CC68691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Architecture</a:t>
            </a:r>
          </a:p>
        </p:txBody>
      </p:sp>
      <p:sp>
        <p:nvSpPr>
          <p:cNvPr id="15" name="Google Shape;247;p16">
            <a:extLst>
              <a:ext uri="{FF2B5EF4-FFF2-40B4-BE49-F238E27FC236}">
                <a16:creationId xmlns:a16="http://schemas.microsoft.com/office/drawing/2014/main" id="{2C4DE6D7-743A-46B3-7F37-5FE804D34CB3}"/>
              </a:ext>
            </a:extLst>
          </p:cNvPr>
          <p:cNvSpPr txBox="1"/>
          <p:nvPr/>
        </p:nvSpPr>
        <p:spPr>
          <a:xfrm>
            <a:off x="614472" y="2352736"/>
            <a:ext cx="2071477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MVC pattern</a:t>
            </a:r>
            <a:endParaRPr sz="1600" b="1" dirty="0">
              <a:solidFill>
                <a:schemeClr val="lt2"/>
              </a:solidFill>
              <a:latin typeface="Outfit"/>
              <a:sym typeface="Calibri"/>
            </a:endParaRPr>
          </a:p>
        </p:txBody>
      </p:sp>
      <p:sp>
        <p:nvSpPr>
          <p:cNvPr id="16" name="Google Shape;247;p16">
            <a:extLst>
              <a:ext uri="{FF2B5EF4-FFF2-40B4-BE49-F238E27FC236}">
                <a16:creationId xmlns:a16="http://schemas.microsoft.com/office/drawing/2014/main" id="{EE814329-3845-9735-756A-33CFB49CEEB0}"/>
              </a:ext>
            </a:extLst>
          </p:cNvPr>
          <p:cNvSpPr txBox="1"/>
          <p:nvPr/>
        </p:nvSpPr>
        <p:spPr>
          <a:xfrm>
            <a:off x="2554380" y="2352736"/>
            <a:ext cx="2071477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 err="1">
                <a:solidFill>
                  <a:schemeClr val="lt2"/>
                </a:solidFill>
                <a:latin typeface="Outfit"/>
                <a:sym typeface="Calibri"/>
              </a:rPr>
              <a:t>Creational</a:t>
            </a:r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 </a:t>
            </a:r>
          </a:p>
          <a:p>
            <a:pPr algn="ctr"/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Patterns</a:t>
            </a:r>
          </a:p>
          <a:p>
            <a:pPr algn="ctr"/>
            <a:r>
              <a:rPr lang="it-IT" sz="1200" b="1" dirty="0" err="1">
                <a:solidFill>
                  <a:schemeClr val="dk1"/>
                </a:solidFill>
                <a:latin typeface="Outfit"/>
                <a:sym typeface="Calibri"/>
              </a:rPr>
              <a:t>Factory</a:t>
            </a:r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 Method</a:t>
            </a:r>
          </a:p>
          <a:p>
            <a:pPr algn="ctr"/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Singleton</a:t>
            </a:r>
            <a:endParaRPr sz="1200" b="1" dirty="0">
              <a:solidFill>
                <a:schemeClr val="dk1"/>
              </a:solidFill>
              <a:latin typeface="Outfit"/>
              <a:sym typeface="Calibri"/>
            </a:endParaRPr>
          </a:p>
        </p:txBody>
      </p:sp>
      <p:sp>
        <p:nvSpPr>
          <p:cNvPr id="17" name="Google Shape;247;p16">
            <a:extLst>
              <a:ext uri="{FF2B5EF4-FFF2-40B4-BE49-F238E27FC236}">
                <a16:creationId xmlns:a16="http://schemas.microsoft.com/office/drawing/2014/main" id="{6639E93D-3DE2-642F-CD82-CEF27D532E6B}"/>
              </a:ext>
            </a:extLst>
          </p:cNvPr>
          <p:cNvSpPr txBox="1"/>
          <p:nvPr/>
        </p:nvSpPr>
        <p:spPr>
          <a:xfrm>
            <a:off x="4494288" y="2352736"/>
            <a:ext cx="1858235" cy="1083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None/>
              <a:defRPr sz="2100">
                <a:solidFill>
                  <a:srgbClr val="FFFFFF"/>
                </a:solidFill>
                <a:latin typeface="Aptos" panose="020B0004020202020204" pitchFamily="34" charset="0"/>
                <a:ea typeface="Inter"/>
              </a:defRPr>
            </a:lvl1pPr>
          </a:lstStyle>
          <a:p>
            <a:r>
              <a:rPr lang="it-IT" sz="1600" b="1" dirty="0" err="1">
                <a:solidFill>
                  <a:schemeClr val="lt2"/>
                </a:solidFill>
                <a:latin typeface="Outfit"/>
                <a:sym typeface="Calibri"/>
              </a:rPr>
              <a:t>Structural</a:t>
            </a:r>
            <a:r>
              <a:rPr lang="it-IT" sz="1600" b="1" dirty="0">
                <a:solidFill>
                  <a:schemeClr val="lt2"/>
                </a:solidFill>
                <a:latin typeface="Outfit"/>
                <a:sym typeface="Calibri"/>
              </a:rPr>
              <a:t> Patterns</a:t>
            </a:r>
          </a:p>
          <a:p>
            <a:r>
              <a:rPr lang="it-IT" sz="1200" b="1" dirty="0">
                <a:solidFill>
                  <a:schemeClr val="dk1"/>
                </a:solidFill>
                <a:latin typeface="Outfit"/>
                <a:sym typeface="Calibri"/>
              </a:rPr>
              <a:t>Composite</a:t>
            </a:r>
          </a:p>
          <a:p>
            <a:r>
              <a:rPr lang="it-IT" sz="1200" b="1" dirty="0" err="1">
                <a:solidFill>
                  <a:schemeClr val="dk1"/>
                </a:solidFill>
                <a:latin typeface="Outfit"/>
                <a:sym typeface="Calibri"/>
              </a:rPr>
              <a:t>Facade</a:t>
            </a:r>
            <a:endParaRPr sz="1200" b="1" dirty="0">
              <a:solidFill>
                <a:schemeClr val="dk1"/>
              </a:solidFill>
              <a:latin typeface="Outfit"/>
              <a:sym typeface="Calibri"/>
            </a:endParaRPr>
          </a:p>
        </p:txBody>
      </p:sp>
      <p:sp>
        <p:nvSpPr>
          <p:cNvPr id="18" name="Google Shape;247;p16">
            <a:extLst>
              <a:ext uri="{FF2B5EF4-FFF2-40B4-BE49-F238E27FC236}">
                <a16:creationId xmlns:a16="http://schemas.microsoft.com/office/drawing/2014/main" id="{F46B8C59-A2EC-F3F0-4309-1570574F57AF}"/>
              </a:ext>
            </a:extLst>
          </p:cNvPr>
          <p:cNvSpPr txBox="1"/>
          <p:nvPr/>
        </p:nvSpPr>
        <p:spPr>
          <a:xfrm>
            <a:off x="6565765" y="2183130"/>
            <a:ext cx="1858235" cy="125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algn="ctr"/>
            <a:r>
              <a:rPr lang="it-IT" sz="1600" b="1" dirty="0" err="1">
                <a:solidFill>
                  <a:schemeClr val="lt2"/>
                </a:solidFill>
                <a:latin typeface="Outfit"/>
                <a:ea typeface="Inter"/>
                <a:sym typeface="Calibri"/>
              </a:rPr>
              <a:t>Behavioural</a:t>
            </a:r>
            <a:r>
              <a:rPr lang="it-IT" sz="1600" b="1" dirty="0">
                <a:solidFill>
                  <a:schemeClr val="lt2"/>
                </a:solidFill>
                <a:latin typeface="Outfit"/>
                <a:ea typeface="Inter"/>
                <a:sym typeface="Calibri"/>
              </a:rPr>
              <a:t> patterns</a:t>
            </a:r>
          </a:p>
          <a:p>
            <a:pPr algn="ctr"/>
            <a:r>
              <a:rPr lang="it-IT" sz="1200" b="1" dirty="0" err="1">
                <a:solidFill>
                  <a:schemeClr val="dk1"/>
                </a:solidFill>
                <a:latin typeface="Outfit"/>
                <a:ea typeface="Inter"/>
                <a:sym typeface="Calibri"/>
              </a:rPr>
              <a:t>Command</a:t>
            </a:r>
            <a:endParaRPr sz="1200" b="1" dirty="0">
              <a:solidFill>
                <a:schemeClr val="dk1"/>
              </a:solidFill>
              <a:latin typeface="Outfit"/>
              <a:ea typeface="Inter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9837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54B314-1FD4-B227-DBD7-F3FDE974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User Stories</a:t>
            </a:r>
          </a:p>
        </p:txBody>
      </p:sp>
      <p:sp>
        <p:nvSpPr>
          <p:cNvPr id="4" name="Titolo 3">
            <a:extLst>
              <a:ext uri="{FF2B5EF4-FFF2-40B4-BE49-F238E27FC236}">
                <a16:creationId xmlns:a16="http://schemas.microsoft.com/office/drawing/2014/main" id="{7CEFB043-927D-2217-F99F-249FA53BC179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635750" y="1764900"/>
            <a:ext cx="2156218" cy="447600"/>
          </a:xfrm>
        </p:spPr>
        <p:txBody>
          <a:bodyPr/>
          <a:lstStyle/>
          <a:p>
            <a:pPr algn="ctr"/>
            <a:r>
              <a:rPr lang="it-IT" sz="2000" dirty="0"/>
              <a:t>High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9" name="Sottotitolo 8">
            <a:extLst>
              <a:ext uri="{FF2B5EF4-FFF2-40B4-BE49-F238E27FC236}">
                <a16:creationId xmlns:a16="http://schemas.microsoft.com/office/drawing/2014/main" id="{E0696693-9CC8-89CD-DCFB-04B316D732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857" y="1105937"/>
            <a:ext cx="7041315" cy="678900"/>
          </a:xfrm>
        </p:spPr>
        <p:txBody>
          <a:bodyPr/>
          <a:lstStyle/>
          <a:p>
            <a:pPr algn="ctr"/>
            <a:r>
              <a:rPr lang="en-US" sz="1400" dirty="0"/>
              <a:t>Divided by priority based on whether they concern the front end or the back end</a:t>
            </a:r>
            <a:endParaRPr lang="it-IT" sz="1400" dirty="0"/>
          </a:p>
        </p:txBody>
      </p:sp>
      <p:sp>
        <p:nvSpPr>
          <p:cNvPr id="10" name="Sottotitolo 9">
            <a:extLst>
              <a:ext uri="{FF2B5EF4-FFF2-40B4-BE49-F238E27FC236}">
                <a16:creationId xmlns:a16="http://schemas.microsoft.com/office/drawing/2014/main" id="{5BF0CA05-B14B-8DAE-CB5B-FC87A68EE3A3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239510" y="2158424"/>
            <a:ext cx="2552458" cy="1925895"/>
          </a:xfrm>
        </p:spPr>
        <p:txBody>
          <a:bodyPr/>
          <a:lstStyle/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Trigger and Action </a:t>
            </a:r>
            <a:r>
              <a:rPr lang="it-IT" sz="1400" dirty="0" err="1"/>
              <a:t>interfaces</a:t>
            </a:r>
            <a:endParaRPr lang="it-IT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Rule and Rules class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First Trigger and Action concrete classes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Scenes, </a:t>
            </a:r>
            <a:r>
              <a:rPr lang="it-IT" sz="1400" dirty="0" err="1"/>
              <a:t>buttons</a:t>
            </a:r>
            <a:r>
              <a:rPr lang="it-IT" sz="1400" dirty="0"/>
              <a:t>, </a:t>
            </a:r>
            <a:r>
              <a:rPr lang="it-IT" sz="1400" dirty="0" err="1"/>
              <a:t>sections</a:t>
            </a:r>
            <a:endParaRPr lang="it-IT" sz="1400" dirty="0"/>
          </a:p>
        </p:txBody>
      </p:sp>
      <p:sp>
        <p:nvSpPr>
          <p:cNvPr id="15" name="Titolo 3">
            <a:extLst>
              <a:ext uri="{FF2B5EF4-FFF2-40B4-BE49-F238E27FC236}">
                <a16:creationId xmlns:a16="http://schemas.microsoft.com/office/drawing/2014/main" id="{E27ACCFE-18D8-7248-A4FB-1B9F958796E6}"/>
              </a:ext>
            </a:extLst>
          </p:cNvPr>
          <p:cNvSpPr txBox="1">
            <a:spLocks/>
          </p:cNvSpPr>
          <p:nvPr/>
        </p:nvSpPr>
        <p:spPr>
          <a:xfrm>
            <a:off x="3324086" y="1759979"/>
            <a:ext cx="212573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2000" dirty="0"/>
              <a:t>Medium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16" name="Sottotitolo 9">
            <a:extLst>
              <a:ext uri="{FF2B5EF4-FFF2-40B4-BE49-F238E27FC236}">
                <a16:creationId xmlns:a16="http://schemas.microsoft.com/office/drawing/2014/main" id="{A6F179F6-84FC-93E0-AEB7-F764FE3E1443}"/>
              </a:ext>
            </a:extLst>
          </p:cNvPr>
          <p:cNvSpPr txBox="1">
            <a:spLocks/>
          </p:cNvSpPr>
          <p:nvPr/>
        </p:nvSpPr>
        <p:spPr>
          <a:xfrm>
            <a:off x="2876791" y="2207579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 err="1"/>
              <a:t>Activation</a:t>
            </a:r>
            <a:r>
              <a:rPr lang="it-IT" sz="1400" dirty="0"/>
              <a:t>/</a:t>
            </a:r>
            <a:r>
              <a:rPr lang="it-IT" sz="1400" dirty="0" err="1"/>
              <a:t>deactivation</a:t>
            </a:r>
            <a:r>
              <a:rPr lang="it-IT" sz="1400" dirty="0"/>
              <a:t> status of the rules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Features </a:t>
            </a:r>
            <a:r>
              <a:rPr lang="it-IT" sz="1400" dirty="0" err="1"/>
              <a:t>about</a:t>
            </a:r>
            <a:r>
              <a:rPr lang="it-IT" sz="1400" dirty="0"/>
              <a:t> time of </a:t>
            </a:r>
            <a:r>
              <a:rPr lang="it-IT" sz="1400" dirty="0" err="1"/>
              <a:t>sleep</a:t>
            </a:r>
            <a:r>
              <a:rPr lang="it-IT" sz="1400" dirty="0"/>
              <a:t> of rules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New </a:t>
            </a:r>
            <a:r>
              <a:rPr lang="it-IT" sz="1400" dirty="0" err="1"/>
              <a:t>buttons</a:t>
            </a:r>
            <a:r>
              <a:rPr lang="it-IT" sz="1400" dirty="0"/>
              <a:t>:</a:t>
            </a:r>
          </a:p>
          <a:p>
            <a:pPr marL="152400" indent="0" algn="ctr"/>
            <a:r>
              <a:rPr lang="it-IT" sz="1400" dirty="0" err="1"/>
              <a:t>Add</a:t>
            </a:r>
            <a:r>
              <a:rPr lang="it-IT" sz="1400" dirty="0"/>
              <a:t> rule, </a:t>
            </a:r>
            <a:r>
              <a:rPr lang="it-IT" sz="1400" dirty="0" err="1"/>
              <a:t>remove</a:t>
            </a:r>
            <a:r>
              <a:rPr lang="it-IT" sz="1400" dirty="0"/>
              <a:t> rule, </a:t>
            </a:r>
            <a:r>
              <a:rPr lang="it-IT" sz="1400" dirty="0" err="1"/>
              <a:t>active</a:t>
            </a:r>
            <a:r>
              <a:rPr lang="it-IT" sz="1400" dirty="0"/>
              <a:t>/</a:t>
            </a:r>
            <a:r>
              <a:rPr lang="it-IT" sz="1400" dirty="0" err="1"/>
              <a:t>disactive</a:t>
            </a:r>
            <a:r>
              <a:rPr lang="it-IT" sz="1400" dirty="0"/>
              <a:t> rule</a:t>
            </a:r>
          </a:p>
          <a:p>
            <a:pPr marL="152400" indent="0" algn="ctr"/>
            <a:endParaRPr lang="it-IT" sz="1400" dirty="0"/>
          </a:p>
        </p:txBody>
      </p:sp>
      <p:sp>
        <p:nvSpPr>
          <p:cNvPr id="17" name="Titolo 3">
            <a:extLst>
              <a:ext uri="{FF2B5EF4-FFF2-40B4-BE49-F238E27FC236}">
                <a16:creationId xmlns:a16="http://schemas.microsoft.com/office/drawing/2014/main" id="{A79B3243-445A-07B0-B553-D2303A4714C7}"/>
              </a:ext>
            </a:extLst>
          </p:cNvPr>
          <p:cNvSpPr txBox="1">
            <a:spLocks/>
          </p:cNvSpPr>
          <p:nvPr/>
        </p:nvSpPr>
        <p:spPr>
          <a:xfrm>
            <a:off x="6182347" y="1759979"/>
            <a:ext cx="2125738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2000" dirty="0"/>
              <a:t>Low </a:t>
            </a:r>
            <a:r>
              <a:rPr lang="it-IT" sz="2000" dirty="0" err="1"/>
              <a:t>priority</a:t>
            </a:r>
            <a:endParaRPr lang="it-IT" sz="2000" dirty="0"/>
          </a:p>
        </p:txBody>
      </p:sp>
      <p:sp>
        <p:nvSpPr>
          <p:cNvPr id="18" name="Sottotitolo 9">
            <a:extLst>
              <a:ext uri="{FF2B5EF4-FFF2-40B4-BE49-F238E27FC236}">
                <a16:creationId xmlns:a16="http://schemas.microsoft.com/office/drawing/2014/main" id="{2CCBF7B6-702F-560D-195C-5CE3094D64A2}"/>
              </a:ext>
            </a:extLst>
          </p:cNvPr>
          <p:cNvSpPr txBox="1">
            <a:spLocks/>
          </p:cNvSpPr>
          <p:nvPr/>
        </p:nvSpPr>
        <p:spPr>
          <a:xfrm>
            <a:off x="5750292" y="2207579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More triggers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More Actions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Link more Actions and more Triggers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it-IT" sz="1400" dirty="0"/>
              <a:t>New </a:t>
            </a:r>
            <a:r>
              <a:rPr lang="it-IT" sz="1400" dirty="0" err="1"/>
              <a:t>sections</a:t>
            </a:r>
            <a:r>
              <a:rPr lang="it-IT" sz="1400" dirty="0"/>
              <a:t> and </a:t>
            </a:r>
            <a:r>
              <a:rPr lang="it-IT" sz="1400" dirty="0" err="1"/>
              <a:t>buttons</a:t>
            </a:r>
            <a:r>
              <a:rPr lang="it-IT" sz="1400" dirty="0"/>
              <a:t> for Trigger and Actions</a:t>
            </a:r>
          </a:p>
          <a:p>
            <a:pPr marL="152400" indent="0" algn="ctr"/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25781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Definition of DONE</a:t>
            </a:r>
            <a:endParaRPr dirty="0"/>
          </a:p>
        </p:txBody>
      </p:sp>
      <p:sp>
        <p:nvSpPr>
          <p:cNvPr id="1431" name="Google Shape;1431;p40"/>
          <p:cNvSpPr/>
          <p:nvPr/>
        </p:nvSpPr>
        <p:spPr>
          <a:xfrm>
            <a:off x="1053675" y="13617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3" name="Google Shape;1433;p40"/>
          <p:cNvSpPr/>
          <p:nvPr/>
        </p:nvSpPr>
        <p:spPr>
          <a:xfrm>
            <a:off x="7235671" y="1361700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4" name="Google Shape;1434;p40"/>
          <p:cNvSpPr/>
          <p:nvPr/>
        </p:nvSpPr>
        <p:spPr>
          <a:xfrm>
            <a:off x="1053601" y="3417065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5" name="Google Shape;1435;p40"/>
          <p:cNvSpPr txBox="1"/>
          <p:nvPr/>
        </p:nvSpPr>
        <p:spPr>
          <a:xfrm flipH="1">
            <a:off x="959801" y="1882075"/>
            <a:ext cx="1478598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Code </a:t>
            </a:r>
            <a:r>
              <a:rPr lang="it-IT" sz="1200" dirty="0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Completeness</a:t>
            </a: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&amp; </a:t>
            </a:r>
            <a:r>
              <a:rPr lang="it-IT" sz="1200" dirty="0" err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Functionality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7" name="Google Shape;1437;p40"/>
          <p:cNvSpPr txBox="1"/>
          <p:nvPr/>
        </p:nvSpPr>
        <p:spPr>
          <a:xfrm flipH="1">
            <a:off x="6786370" y="1930843"/>
            <a:ext cx="1105779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Code Quality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38" name="Google Shape;1438;p40"/>
          <p:cNvSpPr txBox="1"/>
          <p:nvPr/>
        </p:nvSpPr>
        <p:spPr>
          <a:xfrm flipH="1">
            <a:off x="801305" y="3937440"/>
            <a:ext cx="865191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Testing 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439" name="Google Shape;1439;p40"/>
          <p:cNvCxnSpPr>
            <a:cxnSpLocks/>
            <a:stCxn id="1431" idx="3"/>
          </p:cNvCxnSpPr>
          <p:nvPr/>
        </p:nvCxnSpPr>
        <p:spPr>
          <a:xfrm flipV="1">
            <a:off x="1230075" y="1430525"/>
            <a:ext cx="3072246" cy="1937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0" name="Google Shape;1440;p40"/>
          <p:cNvCxnSpPr>
            <a:cxnSpLocks/>
            <a:endCxn id="1433" idx="1"/>
          </p:cNvCxnSpPr>
          <p:nvPr/>
        </p:nvCxnSpPr>
        <p:spPr>
          <a:xfrm>
            <a:off x="4163425" y="1430525"/>
            <a:ext cx="3072246" cy="19375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2" name="Google Shape;1442;p40"/>
          <p:cNvCxnSpPr>
            <a:stCxn id="1431" idx="2"/>
            <a:endCxn id="1443" idx="0"/>
          </p:cNvCxnSpPr>
          <p:nvPr/>
        </p:nvCxnSpPr>
        <p:spPr>
          <a:xfrm>
            <a:off x="1141875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46" name="Google Shape;1446;p40"/>
          <p:cNvCxnSpPr>
            <a:cxnSpLocks/>
            <a:stCxn id="1433" idx="2"/>
          </p:cNvCxnSpPr>
          <p:nvPr/>
        </p:nvCxnSpPr>
        <p:spPr>
          <a:xfrm>
            <a:off x="7323871" y="1538100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48" name="Google Shape;1448;p40"/>
          <p:cNvCxnSpPr>
            <a:cxnSpLocks/>
            <a:stCxn id="1434" idx="2"/>
          </p:cNvCxnSpPr>
          <p:nvPr/>
        </p:nvCxnSpPr>
        <p:spPr>
          <a:xfrm>
            <a:off x="1141801" y="359346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451" name="Google Shape;1451;p40"/>
          <p:cNvSpPr/>
          <p:nvPr/>
        </p:nvSpPr>
        <p:spPr>
          <a:xfrm>
            <a:off x="7234411" y="3417065"/>
            <a:ext cx="176400" cy="17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4" name="Google Shape;1454;p40"/>
          <p:cNvSpPr txBox="1"/>
          <p:nvPr/>
        </p:nvSpPr>
        <p:spPr>
          <a:xfrm flipH="1">
            <a:off x="3893222" y="3937440"/>
            <a:ext cx="1531949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55" name="Google Shape;1455;p40"/>
          <p:cNvSpPr txBox="1"/>
          <p:nvPr/>
        </p:nvSpPr>
        <p:spPr>
          <a:xfrm flipH="1">
            <a:off x="6897531" y="4017128"/>
            <a:ext cx="1283400" cy="6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Architecture 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458" name="Google Shape;1458;p40"/>
          <p:cNvCxnSpPr>
            <a:cxnSpLocks/>
            <a:endCxn id="1451" idx="1"/>
          </p:cNvCxnSpPr>
          <p:nvPr/>
        </p:nvCxnSpPr>
        <p:spPr>
          <a:xfrm>
            <a:off x="4163511" y="3505264"/>
            <a:ext cx="3070900" cy="1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3" name="Google Shape;1463;p40"/>
          <p:cNvCxnSpPr>
            <a:cxnSpLocks/>
            <a:stCxn id="1451" idx="2"/>
          </p:cNvCxnSpPr>
          <p:nvPr/>
        </p:nvCxnSpPr>
        <p:spPr>
          <a:xfrm>
            <a:off x="7322611" y="3593465"/>
            <a:ext cx="0" cy="324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469" name="Google Shape;1469;p40"/>
          <p:cNvCxnSpPr>
            <a:cxnSpLocks/>
            <a:stCxn id="1434" idx="3"/>
          </p:cNvCxnSpPr>
          <p:nvPr/>
        </p:nvCxnSpPr>
        <p:spPr>
          <a:xfrm flipV="1">
            <a:off x="1230001" y="3505264"/>
            <a:ext cx="3341999" cy="1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440;p40">
            <a:extLst>
              <a:ext uri="{FF2B5EF4-FFF2-40B4-BE49-F238E27FC236}">
                <a16:creationId xmlns:a16="http://schemas.microsoft.com/office/drawing/2014/main" id="{9EA36925-31FD-2EA7-D6B5-C7CE84A99E3F}"/>
              </a:ext>
            </a:extLst>
          </p:cNvPr>
          <p:cNvCxnSpPr>
            <a:cxnSpLocks/>
          </p:cNvCxnSpPr>
          <p:nvPr/>
        </p:nvCxnSpPr>
        <p:spPr>
          <a:xfrm>
            <a:off x="7322611" y="2472900"/>
            <a:ext cx="0" cy="211558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40;p40">
            <a:extLst>
              <a:ext uri="{FF2B5EF4-FFF2-40B4-BE49-F238E27FC236}">
                <a16:creationId xmlns:a16="http://schemas.microsoft.com/office/drawing/2014/main" id="{D7CDF83E-B6E2-20D4-8E92-B039A56AC05F}"/>
              </a:ext>
            </a:extLst>
          </p:cNvPr>
          <p:cNvCxnSpPr>
            <a:cxnSpLocks/>
          </p:cNvCxnSpPr>
          <p:nvPr/>
        </p:nvCxnSpPr>
        <p:spPr>
          <a:xfrm>
            <a:off x="1141801" y="2688300"/>
            <a:ext cx="618081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440;p40">
            <a:extLst>
              <a:ext uri="{FF2B5EF4-FFF2-40B4-BE49-F238E27FC236}">
                <a16:creationId xmlns:a16="http://schemas.microsoft.com/office/drawing/2014/main" id="{C837282C-2484-19D2-F653-5AE957E25AB3}"/>
              </a:ext>
            </a:extLst>
          </p:cNvPr>
          <p:cNvCxnSpPr>
            <a:cxnSpLocks/>
          </p:cNvCxnSpPr>
          <p:nvPr/>
        </p:nvCxnSpPr>
        <p:spPr>
          <a:xfrm>
            <a:off x="1141801" y="2692435"/>
            <a:ext cx="0" cy="742581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183C5-A791-87D9-B36F-EC81F92D7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1EA6312E-FE8E-35FC-96B3-0FA9FF41E661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552113" y="1610340"/>
            <a:ext cx="3250450" cy="447600"/>
          </a:xfrm>
        </p:spPr>
        <p:txBody>
          <a:bodyPr/>
          <a:lstStyle/>
          <a:p>
            <a:pPr algn="ctr"/>
            <a:r>
              <a:rPr lang="it-IT" sz="3200" dirty="0" err="1"/>
              <a:t>Acceptance</a:t>
            </a:r>
            <a:r>
              <a:rPr lang="it-IT" sz="3200" dirty="0"/>
              <a:t> </a:t>
            </a:r>
            <a:r>
              <a:rPr lang="it-IT" sz="3200" dirty="0" err="1"/>
              <a:t>Criteria</a:t>
            </a:r>
            <a:endParaRPr lang="it-IT" sz="3200" dirty="0"/>
          </a:p>
        </p:txBody>
      </p:sp>
      <p:sp>
        <p:nvSpPr>
          <p:cNvPr id="10" name="Sottotitolo 9">
            <a:extLst>
              <a:ext uri="{FF2B5EF4-FFF2-40B4-BE49-F238E27FC236}">
                <a16:creationId xmlns:a16="http://schemas.microsoft.com/office/drawing/2014/main" id="{E5392CAD-F077-8520-987B-7032133BE533}"/>
              </a:ext>
            </a:extLst>
          </p:cNvPr>
          <p:cNvSpPr>
            <a:spLocks noGrp="1"/>
          </p:cNvSpPr>
          <p:nvPr>
            <p:ph type="subTitle" idx="8"/>
          </p:nvPr>
        </p:nvSpPr>
        <p:spPr>
          <a:xfrm>
            <a:off x="901109" y="2303205"/>
            <a:ext cx="2552458" cy="1200240"/>
          </a:xfrm>
        </p:spPr>
        <p:txBody>
          <a:bodyPr/>
          <a:lstStyle/>
          <a:p>
            <a:pPr marL="152400" indent="0" algn="ctr"/>
            <a:r>
              <a:rPr lang="it-IT" sz="1400" dirty="0" err="1"/>
              <a:t>Divided</a:t>
            </a:r>
            <a:r>
              <a:rPr lang="it-IT" sz="1400" dirty="0"/>
              <a:t> </a:t>
            </a:r>
            <a:r>
              <a:rPr lang="it-IT" sz="1400" dirty="0" err="1"/>
              <a:t>at</a:t>
            </a:r>
            <a:r>
              <a:rPr lang="it-IT" sz="1400" dirty="0"/>
              <a:t> the </a:t>
            </a:r>
            <a:r>
              <a:rPr lang="it-IT" sz="1400" dirty="0" err="1"/>
              <a:t>same</a:t>
            </a:r>
            <a:r>
              <a:rPr lang="it-IT" sz="1400" dirty="0"/>
              <a:t> way of User Stories and </a:t>
            </a:r>
            <a:r>
              <a:rPr lang="it-IT" sz="1400" dirty="0" err="1"/>
              <a:t>defined</a:t>
            </a:r>
            <a:r>
              <a:rPr lang="it-IT" sz="1400" dirty="0"/>
              <a:t> for </a:t>
            </a:r>
            <a:r>
              <a:rPr lang="it-IT" sz="1400" dirty="0" err="1"/>
              <a:t>each</a:t>
            </a:r>
            <a:r>
              <a:rPr lang="it-IT" sz="1400" dirty="0"/>
              <a:t> of </a:t>
            </a:r>
            <a:r>
              <a:rPr lang="it-IT" sz="1400" dirty="0" err="1"/>
              <a:t>them</a:t>
            </a:r>
            <a:r>
              <a:rPr lang="it-IT" sz="1400" dirty="0"/>
              <a:t> </a:t>
            </a:r>
          </a:p>
        </p:txBody>
      </p:sp>
      <p:sp>
        <p:nvSpPr>
          <p:cNvPr id="15" name="Titolo 3">
            <a:extLst>
              <a:ext uri="{FF2B5EF4-FFF2-40B4-BE49-F238E27FC236}">
                <a16:creationId xmlns:a16="http://schemas.microsoft.com/office/drawing/2014/main" id="{4720588D-E36A-4871-0EA0-B595501364A0}"/>
              </a:ext>
            </a:extLst>
          </p:cNvPr>
          <p:cNvSpPr txBox="1">
            <a:spLocks/>
          </p:cNvSpPr>
          <p:nvPr/>
        </p:nvSpPr>
        <p:spPr>
          <a:xfrm>
            <a:off x="4917857" y="1513830"/>
            <a:ext cx="3411812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lt2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utfit"/>
              <a:buNone/>
              <a:defRPr sz="3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algn="ctr"/>
            <a:r>
              <a:rPr lang="it-IT" sz="3200" dirty="0"/>
              <a:t>First Sprint Planning</a:t>
            </a:r>
          </a:p>
        </p:txBody>
      </p:sp>
      <p:sp>
        <p:nvSpPr>
          <p:cNvPr id="16" name="Sottotitolo 9">
            <a:extLst>
              <a:ext uri="{FF2B5EF4-FFF2-40B4-BE49-F238E27FC236}">
                <a16:creationId xmlns:a16="http://schemas.microsoft.com/office/drawing/2014/main" id="{E9E113E5-FFB7-991E-C985-93F263FCFB1C}"/>
              </a:ext>
            </a:extLst>
          </p:cNvPr>
          <p:cNvSpPr txBox="1">
            <a:spLocks/>
          </p:cNvSpPr>
          <p:nvPr/>
        </p:nvSpPr>
        <p:spPr>
          <a:xfrm>
            <a:off x="5128840" y="2171181"/>
            <a:ext cx="2989846" cy="1795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aleway"/>
              <a:buNone/>
              <a:defRPr sz="2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152400" indent="0" algn="ctr"/>
            <a:r>
              <a:rPr lang="en-US" sz="1400" dirty="0"/>
              <a:t>We tried to assign a specific amount of time to each task, also taking into account daily meetings, code reviews, sprint reviews, etc.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2623336649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Agency by Slidesgo">
  <a:themeElements>
    <a:clrScheme name="Simple Light">
      <a:dk1>
        <a:srgbClr val="191919"/>
      </a:dk1>
      <a:lt1>
        <a:srgbClr val="595959"/>
      </a:lt1>
      <a:dk2>
        <a:srgbClr val="EEEEEE"/>
      </a:dk2>
      <a:lt2>
        <a:srgbClr val="17499C"/>
      </a:lt2>
      <a:accent1>
        <a:srgbClr val="B2BCE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167</Words>
  <Application>Microsoft Office PowerPoint</Application>
  <PresentationFormat>Presentazione su schermo (16:9)</PresentationFormat>
  <Paragraphs>38</Paragraphs>
  <Slides>5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1" baseType="lpstr">
      <vt:lpstr>Barlow</vt:lpstr>
      <vt:lpstr>Outfit</vt:lpstr>
      <vt:lpstr>Calibri</vt:lpstr>
      <vt:lpstr>Arial</vt:lpstr>
      <vt:lpstr>Raleway</vt:lpstr>
      <vt:lpstr>Automotive Industry Agency by Slidesgo</vt:lpstr>
      <vt:lpstr>Pre-Game presentation Group n. 04</vt:lpstr>
      <vt:lpstr>Architecture</vt:lpstr>
      <vt:lpstr>User Stories</vt:lpstr>
      <vt:lpstr>Definition of DONE</vt:lpstr>
      <vt:lpstr>Acceptance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Automotive Industry Agency</dc:title>
  <cp:lastModifiedBy>Mattia D'Argenio</cp:lastModifiedBy>
  <cp:revision>20</cp:revision>
  <dcterms:modified xsi:type="dcterms:W3CDTF">2025-12-01T08:42:00Z</dcterms:modified>
</cp:coreProperties>
</file>