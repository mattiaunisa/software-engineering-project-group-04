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27"/>
  </p:notesMasterIdLst>
  <p:sldIdLst>
    <p:sldId id="256" r:id="rId2"/>
    <p:sldId id="304" r:id="rId3"/>
    <p:sldId id="305" r:id="rId4"/>
    <p:sldId id="306" r:id="rId5"/>
    <p:sldId id="320" r:id="rId6"/>
    <p:sldId id="309" r:id="rId7"/>
    <p:sldId id="313" r:id="rId8"/>
    <p:sldId id="312" r:id="rId9"/>
    <p:sldId id="307" r:id="rId10"/>
    <p:sldId id="308" r:id="rId11"/>
    <p:sldId id="310" r:id="rId12"/>
    <p:sldId id="311" r:id="rId13"/>
    <p:sldId id="321" r:id="rId14"/>
    <p:sldId id="322" r:id="rId15"/>
    <p:sldId id="314" r:id="rId16"/>
    <p:sldId id="315" r:id="rId17"/>
    <p:sldId id="316" r:id="rId18"/>
    <p:sldId id="324" r:id="rId19"/>
    <p:sldId id="323" r:id="rId20"/>
    <p:sldId id="269" r:id="rId21"/>
    <p:sldId id="298" r:id="rId22"/>
    <p:sldId id="299" r:id="rId23"/>
    <p:sldId id="318" r:id="rId24"/>
    <p:sldId id="319" r:id="rId25"/>
    <p:sldId id="317" r:id="rId26"/>
  </p:sldIdLst>
  <p:sldSz cx="9144000" cy="5143500" type="screen16x9"/>
  <p:notesSz cx="6858000" cy="9144000"/>
  <p:embeddedFontLst>
    <p:embeddedFont>
      <p:font typeface="Barlow" panose="00000500000000000000" pitchFamily="2" charset="0"/>
      <p:regular r:id="rId28"/>
      <p:bold r:id="rId29"/>
      <p:italic r:id="rId30"/>
      <p:boldItalic r:id="rId31"/>
    </p:embeddedFont>
    <p:embeddedFont>
      <p:font typeface="Outfit" panose="020B0604020202020204" charset="0"/>
      <p:regular r:id="rId32"/>
      <p:bold r:id="rId33"/>
    </p:embeddedFont>
    <p:embeddedFont>
      <p:font typeface="Raleway"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6EAB561-08F5-4D16-9630-0750F2F6AF40}">
  <a:tblStyle styleId="{06EAB561-08F5-4D16-9630-0750F2F6AF4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4A14C27-C682-40E8-895F-49E0BDBB13E7}"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882" autoAdjust="0"/>
    <p:restoredTop sz="94660"/>
  </p:normalViewPr>
  <p:slideViewPr>
    <p:cSldViewPr snapToGrid="0">
      <p:cViewPr varScale="1">
        <p:scale>
          <a:sx n="100" d="100"/>
          <a:sy n="100" d="100"/>
        </p:scale>
        <p:origin x="136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15:58:15.936"/>
    </inkml:context>
    <inkml:brush xml:id="br0">
      <inkml:brushProperty name="width" value="0.35" units="cm"/>
      <inkml:brushProperty name="height" value="0.35" units="cm"/>
      <inkml:brushProperty name="color" value="#FFFFFF"/>
    </inkml:brush>
  </inkml:definitions>
  <inkml:trace contextRef="#ctx0" brushRef="#br0">277 416 24575,'-94'-130'0,"-31"-46"0,123 173 4,-10-16-347,0 0 1,2-1 0,-12-29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15:58:16.91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15:58:23.304"/>
    </inkml:context>
    <inkml:brush xml:id="br0">
      <inkml:brushProperty name="width" value="0.35" units="cm"/>
      <inkml:brushProperty name="height" value="0.35" units="cm"/>
      <inkml:brushProperty name="color" value="#FFFFFF"/>
    </inkml:brush>
  </inkml:definitions>
  <inkml:trace contextRef="#ctx0" brushRef="#br0">331 0 24575,'1417'0'0,"-1400"2"0,-1 0 0,0 1 0,0 0 0,0 1 0,-1 1 0,0 1 0,30 14 0,-34-12 0,1 0 0,-1 0 0,14 15 0,-14-13 0,1 0 0,18 13 0,-26-20 0,0 0 0,0 0 0,-1 1 0,0 0 0,1-1 0,-1 1 0,-1 0 0,1 0 0,0 1 0,-1-1 0,0 0 0,0 1 0,0 0 0,-1-1 0,0 1 0,0 0 0,1 6 0,1 11 0,-1 0 0,-2 33 0,0-41 0,0-12 0,1 0 0,-1 0 0,0 0 0,-1 0 0,1 1 0,0-1 0,-1 0 0,1 0 0,-1 0 0,0 0 0,1 0 0,-1 0 0,0 0 0,0-1 0,0 1 0,-1 0 0,1 0 0,0-1 0,-1 1 0,1-1 0,-1 1 0,1-1 0,-1 1 0,0-1 0,-3 2 0,0-1 0,-1-1 0,0 1 0,0-1 0,0 0 0,1 0 0,-1-1 0,0 0 0,-7 0 0,-326-17 0,-176 14 0,273 5 0,-120-2 0,358 0 0,1 0 0,-1-1 0,1 1 0,0-1 0,-1 0 0,1 0 0,0 0 0,-1 0 0,1-1 0,0 1 0,0-1 0,0 0 0,0 0 0,-5-4 0,-1-3 0,1 0 0,-15-20 0,-12-14 0,28 37 0,0-2 0,1 1 0,0-1 0,0 0 0,-8-16 0,7 11 0,2 7 0,1 0 0,-1 1 0,0-1 0,0 1 0,0 0 0,-1 0 0,0 0 0,0 1 0,0 0 0,-1 0 0,1 1 0,-1 0 0,0 0 0,0 0 0,-8-1 0,-13-3 0,-1 1 0,-42-3 0,59 8 0,-1-1-195,1 0 0,0 0 0,1-1 0,-1 0 0,0-1 0,-16-8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15:58:50.43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it-IT"/>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287" name="Google Shape;128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DBBA5BE0-F1D4-EFBE-5256-9C45E6FE4D76}"/>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56017BCF-072A-C3E1-A393-3035D62EF7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E2EB1F3F-AABD-85D8-A1EB-A7B18AE6C5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7164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64AEC883-E857-5AB0-67D5-48EB941F0CBF}"/>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EF2F6436-95DE-626B-78C0-8FDF6C64FA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931AADF9-745E-D009-19F0-6CB7651810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8871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3CC117F1-1419-B883-3F40-F16709910147}"/>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6AEBEBA2-3BCE-7841-B45C-A3C266F5AF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50302850-CEB3-7D6E-0B3B-E58F96A2F3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4819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E2F4F258-7E07-4B60-ECE0-A9740811A1AD}"/>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35A9F8B8-2BA6-92E7-8AF4-431154478E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552BA23B-5554-62EB-88C2-0B47967E50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0477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23100246-E59D-43E8-7218-BF97CE806EBE}"/>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81F25555-391C-2E29-28E3-17BE8D7B2A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AC411CB3-09BE-D068-1FD4-80CD282D30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1312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414543B4-9EE1-02A5-54CA-70017F0092D2}"/>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BB6FE81C-7D66-410A-C6D7-2F14FC7CC7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E19A7181-960C-9309-69AF-B01AC12D5C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1856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D5A96098-EE65-9B3C-0466-7AE14BFF3181}"/>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A787379E-7578-8FAE-AFDC-3D6EF25128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CD67A5B9-12D1-C52D-E685-2A4039C2F6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3177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83856BF8-9718-DC63-022B-8537FDAE3D9F}"/>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2EC90DEC-48F2-E101-43C8-24F1A417B4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1133E6B4-6D7B-F923-209F-DEBF87C7B2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3941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F37987D7-8163-3E4A-E376-D6AD72D993D0}"/>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B75EE8E6-A5DF-8653-D7F1-76469E443D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B2A8F2ED-98E2-27D1-6841-ECD11F2D71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9286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F68B02AA-D639-00AC-4EA4-23D622072D0F}"/>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892FA408-00CF-6D71-C83D-C82527EF9A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622EA5A0-65DD-7B97-FB6B-7AF332F674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3850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62A389DC-F158-DD46-B138-7A433803428A}"/>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3E694465-9E8B-535B-7573-73DEFAE169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52EDCBD0-5F31-71C4-789F-79B8B0D951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07407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A4B2D132-A41C-34C6-7251-3C03BF524A99}"/>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0D9EB9D2-D59E-93F3-04E3-2956097355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DD72C50C-D10F-6875-E9C2-CDBA2D1C6C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84860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155B2541-FD49-5806-335E-EE6D1B4A891A}"/>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6CAEC2D1-6240-D224-2804-C8EFF036AD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DC26C27C-3F85-EDC9-9DC6-BE6E23AA59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95480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3AF5BDAC-989D-DD98-21E8-B867F486B993}"/>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0A6809B9-824B-5B34-681D-C98D4C3714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9F650761-5F05-5545-36BD-227A6F550D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72846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96A36F97-83BC-C692-94E7-F4CE25AE67D6}"/>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E0A3E6B9-232F-8F77-1584-98E441FC01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7DB4A8E1-E74F-D589-B90E-0619FABC18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10097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16983079-9D97-146E-72ED-ED7346B54FE4}"/>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364C3878-04AC-D092-24D6-25AEAE00F1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186AF977-07DD-F0D8-046B-316C7EC843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24663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754C8D1F-9C97-7827-1757-F088B568FCFA}"/>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DAE69309-353E-A0A1-3906-43EEB88E74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CDD113DB-AF4E-6203-A0B7-73D90F7367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05428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EFA2CFAB-D503-19A2-3E8B-13891709121B}"/>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8678CE53-2B80-D541-9D63-E16909D576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D1D4A6B2-ED96-19B6-C116-9E142B4D94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10391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g2b6f58ebaee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A3B3064A-3546-C95A-B6DB-30913538C96E}"/>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B6BF288D-CDFB-6E84-E591-C949A44BFB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E78FA3AC-005E-49C5-41A6-D1C61DE3A2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95078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861BAA5A-85CC-0358-36C0-BF9DBF736C03}"/>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C9E0E083-40DF-37B6-7E9F-8C2878786E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51C5C634-8B9D-194E-B644-034492527E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13193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42752B4D-3C66-766A-B0A8-06A34FD37B65}"/>
            </a:ext>
          </a:extLst>
        </p:cNvPr>
        <p:cNvGrpSpPr/>
        <p:nvPr/>
      </p:nvGrpSpPr>
      <p:grpSpPr>
        <a:xfrm>
          <a:off x="0" y="0"/>
          <a:ext cx="0" cy="0"/>
          <a:chOff x="0" y="0"/>
          <a:chExt cx="0" cy="0"/>
        </a:xfrm>
      </p:grpSpPr>
      <p:sp>
        <p:nvSpPr>
          <p:cNvPr id="1427" name="Google Shape;1427;g2b6f58ebaee_0_81:notes">
            <a:extLst>
              <a:ext uri="{FF2B5EF4-FFF2-40B4-BE49-F238E27FC236}">
                <a16:creationId xmlns:a16="http://schemas.microsoft.com/office/drawing/2014/main" id="{ADEA7C77-BA28-92E8-3ADA-B118D6B650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it-IT"/>
          </a:p>
        </p:txBody>
      </p:sp>
      <p:sp>
        <p:nvSpPr>
          <p:cNvPr id="1428" name="Google Shape;1428;g2b6f58ebaee_0_81:notes">
            <a:extLst>
              <a:ext uri="{FF2B5EF4-FFF2-40B4-BE49-F238E27FC236}">
                <a16:creationId xmlns:a16="http://schemas.microsoft.com/office/drawing/2014/main" id="{00CD78E5-120E-2A1B-66E7-1C77CEB426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0377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961279" y="-3665634"/>
            <a:ext cx="12368023" cy="9056236"/>
            <a:chOff x="-1961279" y="-3665634"/>
            <a:chExt cx="12368023" cy="9056236"/>
          </a:xfrm>
        </p:grpSpPr>
        <p:sp>
          <p:nvSpPr>
            <p:cNvPr id="10" name="Google Shape;10;p2"/>
            <p:cNvSpPr/>
            <p:nvPr/>
          </p:nvSpPr>
          <p:spPr>
            <a:xfrm>
              <a:off x="7865187" y="3256327"/>
              <a:ext cx="2541557" cy="2005043"/>
            </a:xfrm>
            <a:custGeom>
              <a:avLst/>
              <a:gdLst/>
              <a:ahLst/>
              <a:cxnLst/>
              <a:rect l="l" t="t" r="r" b="b"/>
              <a:pathLst>
                <a:path w="649" h="512" extrusionOk="0">
                  <a:moveTo>
                    <a:pt x="22" y="409"/>
                  </a:moveTo>
                  <a:lnTo>
                    <a:pt x="649" y="0"/>
                  </a:lnTo>
                  <a:lnTo>
                    <a:pt x="627" y="103"/>
                  </a:lnTo>
                  <a:lnTo>
                    <a:pt x="0" y="512"/>
                  </a:lnTo>
                  <a:lnTo>
                    <a:pt x="22" y="40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11;p2"/>
            <p:cNvSpPr/>
            <p:nvPr/>
          </p:nvSpPr>
          <p:spPr>
            <a:xfrm>
              <a:off x="7132792" y="1106388"/>
              <a:ext cx="3027155" cy="4284213"/>
            </a:xfrm>
            <a:custGeom>
              <a:avLst/>
              <a:gdLst/>
              <a:ahLst/>
              <a:cxnLst/>
              <a:rect l="l" t="t" r="r" b="b"/>
              <a:pathLst>
                <a:path w="773" h="1094" extrusionOk="0">
                  <a:moveTo>
                    <a:pt x="146" y="409"/>
                  </a:moveTo>
                  <a:lnTo>
                    <a:pt x="773" y="0"/>
                  </a:lnTo>
                  <a:lnTo>
                    <a:pt x="627" y="686"/>
                  </a:lnTo>
                  <a:lnTo>
                    <a:pt x="0" y="1094"/>
                  </a:lnTo>
                  <a:lnTo>
                    <a:pt x="146" y="409"/>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12;p2"/>
            <p:cNvSpPr/>
            <p:nvPr/>
          </p:nvSpPr>
          <p:spPr>
            <a:xfrm>
              <a:off x="7066218" y="1028066"/>
              <a:ext cx="3031071" cy="4299878"/>
            </a:xfrm>
            <a:custGeom>
              <a:avLst/>
              <a:gdLst/>
              <a:ahLst/>
              <a:cxnLst/>
              <a:rect l="l" t="t" r="r" b="b"/>
              <a:pathLst>
                <a:path w="774" h="1098" extrusionOk="0">
                  <a:moveTo>
                    <a:pt x="0" y="1098"/>
                  </a:moveTo>
                  <a:lnTo>
                    <a:pt x="0" y="1095"/>
                  </a:lnTo>
                  <a:lnTo>
                    <a:pt x="144" y="410"/>
                  </a:lnTo>
                  <a:lnTo>
                    <a:pt x="146" y="410"/>
                  </a:lnTo>
                  <a:lnTo>
                    <a:pt x="774" y="0"/>
                  </a:lnTo>
                  <a:lnTo>
                    <a:pt x="773" y="1"/>
                  </a:lnTo>
                  <a:lnTo>
                    <a:pt x="628" y="688"/>
                  </a:lnTo>
                  <a:lnTo>
                    <a:pt x="628" y="688"/>
                  </a:lnTo>
                  <a:lnTo>
                    <a:pt x="0" y="1098"/>
                  </a:lnTo>
                  <a:close/>
                  <a:moveTo>
                    <a:pt x="147" y="411"/>
                  </a:moveTo>
                  <a:lnTo>
                    <a:pt x="1" y="1093"/>
                  </a:lnTo>
                  <a:lnTo>
                    <a:pt x="627" y="687"/>
                  </a:lnTo>
                  <a:lnTo>
                    <a:pt x="771" y="5"/>
                  </a:lnTo>
                  <a:lnTo>
                    <a:pt x="147" y="41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 name="Google Shape;13;p2"/>
            <p:cNvGrpSpPr/>
            <p:nvPr/>
          </p:nvGrpSpPr>
          <p:grpSpPr>
            <a:xfrm rot="10800000">
              <a:off x="-1350581" y="1955801"/>
              <a:ext cx="1683928" cy="2349660"/>
              <a:chOff x="-1107581" y="1955801"/>
              <a:chExt cx="1683928" cy="2349660"/>
            </a:xfrm>
          </p:grpSpPr>
          <p:sp>
            <p:nvSpPr>
              <p:cNvPr id="14" name="Google Shape;14;p2"/>
              <p:cNvSpPr/>
              <p:nvPr/>
            </p:nvSpPr>
            <p:spPr>
              <a:xfrm>
                <a:off x="-1052755" y="1994962"/>
                <a:ext cx="1629103" cy="2310499"/>
              </a:xfrm>
              <a:custGeom>
                <a:avLst/>
                <a:gdLst/>
                <a:ahLst/>
                <a:cxnLst/>
                <a:rect l="l" t="t" r="r" b="b"/>
                <a:pathLst>
                  <a:path w="416" h="590" extrusionOk="0">
                    <a:moveTo>
                      <a:pt x="79" y="219"/>
                    </a:moveTo>
                    <a:lnTo>
                      <a:pt x="416" y="0"/>
                    </a:lnTo>
                    <a:lnTo>
                      <a:pt x="413" y="321"/>
                    </a:lnTo>
                    <a:lnTo>
                      <a:pt x="0" y="590"/>
                    </a:lnTo>
                    <a:lnTo>
                      <a:pt x="79" y="219"/>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15;p2"/>
              <p:cNvSpPr/>
              <p:nvPr/>
            </p:nvSpPr>
            <p:spPr>
              <a:xfrm>
                <a:off x="-1107581" y="1955801"/>
                <a:ext cx="1640851" cy="2322247"/>
              </a:xfrm>
              <a:custGeom>
                <a:avLst/>
                <a:gdLst/>
                <a:ahLst/>
                <a:cxnLst/>
                <a:rect l="l" t="t" r="r" b="b"/>
                <a:pathLst>
                  <a:path w="419" h="593" extrusionOk="0">
                    <a:moveTo>
                      <a:pt x="0" y="593"/>
                    </a:moveTo>
                    <a:lnTo>
                      <a:pt x="1" y="592"/>
                    </a:lnTo>
                    <a:lnTo>
                      <a:pt x="79" y="222"/>
                    </a:lnTo>
                    <a:lnTo>
                      <a:pt x="419" y="0"/>
                    </a:lnTo>
                    <a:lnTo>
                      <a:pt x="419" y="2"/>
                    </a:lnTo>
                    <a:lnTo>
                      <a:pt x="416" y="323"/>
                    </a:lnTo>
                    <a:lnTo>
                      <a:pt x="416" y="324"/>
                    </a:lnTo>
                    <a:lnTo>
                      <a:pt x="0" y="593"/>
                    </a:lnTo>
                    <a:close/>
                    <a:moveTo>
                      <a:pt x="81" y="222"/>
                    </a:moveTo>
                    <a:lnTo>
                      <a:pt x="3" y="589"/>
                    </a:lnTo>
                    <a:lnTo>
                      <a:pt x="413" y="323"/>
                    </a:lnTo>
                    <a:lnTo>
                      <a:pt x="418" y="3"/>
                    </a:lnTo>
                    <a:lnTo>
                      <a:pt x="81" y="222"/>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 name="Google Shape;16;p2"/>
            <p:cNvSpPr/>
            <p:nvPr/>
          </p:nvSpPr>
          <p:spPr>
            <a:xfrm>
              <a:off x="-1961279" y="780171"/>
              <a:ext cx="2537641" cy="2001127"/>
            </a:xfrm>
            <a:custGeom>
              <a:avLst/>
              <a:gdLst/>
              <a:ahLst/>
              <a:cxnLst/>
              <a:rect l="l" t="t" r="r" b="b"/>
              <a:pathLst>
                <a:path w="648" h="511" extrusionOk="0">
                  <a:moveTo>
                    <a:pt x="21" y="408"/>
                  </a:moveTo>
                  <a:lnTo>
                    <a:pt x="648" y="0"/>
                  </a:lnTo>
                  <a:lnTo>
                    <a:pt x="627" y="103"/>
                  </a:lnTo>
                  <a:lnTo>
                    <a:pt x="0" y="511"/>
                  </a:lnTo>
                  <a:lnTo>
                    <a:pt x="21" y="40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17;p2"/>
            <p:cNvSpPr/>
            <p:nvPr/>
          </p:nvSpPr>
          <p:spPr>
            <a:xfrm>
              <a:off x="6018798" y="-3665634"/>
              <a:ext cx="4141151" cy="5870637"/>
            </a:xfrm>
            <a:custGeom>
              <a:avLst/>
              <a:gdLst/>
              <a:ahLst/>
              <a:cxnLst/>
              <a:rect l="l" t="t" r="r" b="b"/>
              <a:pathLst>
                <a:path w="771" h="1093" extrusionOk="0">
                  <a:moveTo>
                    <a:pt x="144" y="408"/>
                  </a:moveTo>
                  <a:lnTo>
                    <a:pt x="771" y="0"/>
                  </a:lnTo>
                  <a:lnTo>
                    <a:pt x="625" y="685"/>
                  </a:lnTo>
                  <a:lnTo>
                    <a:pt x="0" y="1093"/>
                  </a:lnTo>
                  <a:lnTo>
                    <a:pt x="144" y="408"/>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18;p2"/>
            <p:cNvSpPr/>
            <p:nvPr/>
          </p:nvSpPr>
          <p:spPr>
            <a:xfrm>
              <a:off x="-422247" y="-2850054"/>
              <a:ext cx="3027155" cy="4280297"/>
            </a:xfrm>
            <a:custGeom>
              <a:avLst/>
              <a:gdLst/>
              <a:ahLst/>
              <a:cxnLst/>
              <a:rect l="l" t="t" r="r" b="b"/>
              <a:pathLst>
                <a:path w="773" h="1093" extrusionOk="0">
                  <a:moveTo>
                    <a:pt x="146" y="408"/>
                  </a:moveTo>
                  <a:lnTo>
                    <a:pt x="773" y="0"/>
                  </a:lnTo>
                  <a:lnTo>
                    <a:pt x="627" y="685"/>
                  </a:lnTo>
                  <a:lnTo>
                    <a:pt x="0" y="1093"/>
                  </a:lnTo>
                  <a:lnTo>
                    <a:pt x="146" y="40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 name="Google Shape;19;p2"/>
          <p:cNvGrpSpPr/>
          <p:nvPr/>
        </p:nvGrpSpPr>
        <p:grpSpPr>
          <a:xfrm>
            <a:off x="-1350568" y="-1025151"/>
            <a:ext cx="12446464" cy="6788166"/>
            <a:chOff x="-1350568" y="-1025151"/>
            <a:chExt cx="12446464" cy="6788166"/>
          </a:xfrm>
        </p:grpSpPr>
        <p:grpSp>
          <p:nvGrpSpPr>
            <p:cNvPr id="20" name="Google Shape;20;p2"/>
            <p:cNvGrpSpPr/>
            <p:nvPr/>
          </p:nvGrpSpPr>
          <p:grpSpPr>
            <a:xfrm>
              <a:off x="-1350568" y="4145665"/>
              <a:ext cx="4429121" cy="1617349"/>
              <a:chOff x="9431732" y="3526140"/>
              <a:chExt cx="4429121" cy="1617349"/>
            </a:xfrm>
          </p:grpSpPr>
          <p:sp>
            <p:nvSpPr>
              <p:cNvPr id="21" name="Google Shape;21;p2"/>
              <p:cNvSpPr/>
              <p:nvPr/>
            </p:nvSpPr>
            <p:spPr>
              <a:xfrm>
                <a:off x="11812728" y="3526140"/>
                <a:ext cx="19581" cy="15664"/>
              </a:xfrm>
              <a:custGeom>
                <a:avLst/>
                <a:gdLst/>
                <a:ahLst/>
                <a:cxnLst/>
                <a:rect l="l" t="t" r="r" b="b"/>
                <a:pathLst>
                  <a:path w="3" h="3" extrusionOk="0">
                    <a:moveTo>
                      <a:pt x="2" y="3"/>
                    </a:moveTo>
                    <a:cubicBezTo>
                      <a:pt x="1" y="3"/>
                      <a:pt x="1" y="3"/>
                      <a:pt x="1" y="3"/>
                    </a:cubicBezTo>
                    <a:cubicBezTo>
                      <a:pt x="1" y="3"/>
                      <a:pt x="0" y="2"/>
                      <a:pt x="0" y="2"/>
                    </a:cubicBezTo>
                    <a:cubicBezTo>
                      <a:pt x="0" y="1"/>
                      <a:pt x="1" y="1"/>
                      <a:pt x="1" y="1"/>
                    </a:cubicBezTo>
                    <a:cubicBezTo>
                      <a:pt x="1" y="1"/>
                      <a:pt x="1" y="1"/>
                      <a:pt x="1" y="1"/>
                    </a:cubicBezTo>
                    <a:cubicBezTo>
                      <a:pt x="2" y="0"/>
                      <a:pt x="2" y="0"/>
                      <a:pt x="3" y="1"/>
                    </a:cubicBezTo>
                    <a:cubicBezTo>
                      <a:pt x="3" y="1"/>
                      <a:pt x="3" y="1"/>
                      <a:pt x="3" y="2"/>
                    </a:cubicBezTo>
                    <a:cubicBezTo>
                      <a:pt x="3" y="2"/>
                      <a:pt x="3" y="3"/>
                      <a:pt x="3" y="3"/>
                    </a:cubicBezTo>
                    <a:cubicBezTo>
                      <a:pt x="3"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22;p2"/>
              <p:cNvSpPr/>
              <p:nvPr/>
            </p:nvSpPr>
            <p:spPr>
              <a:xfrm>
                <a:off x="9431732" y="3573133"/>
                <a:ext cx="2334003"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2" y="244"/>
                    </a:cubicBezTo>
                    <a:cubicBezTo>
                      <a:pt x="2" y="244"/>
                      <a:pt x="2" y="244"/>
                      <a:pt x="2"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0"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2" y="230"/>
                      <a:pt x="23" y="229"/>
                      <a:pt x="23" y="228"/>
                    </a:cubicBezTo>
                    <a:cubicBezTo>
                      <a:pt x="23" y="228"/>
                      <a:pt x="23" y="228"/>
                      <a:pt x="23" y="228"/>
                    </a:cubicBezTo>
                    <a:cubicBezTo>
                      <a:pt x="24" y="228"/>
                      <a:pt x="25" y="228"/>
                      <a:pt x="25" y="229"/>
                    </a:cubicBezTo>
                    <a:cubicBezTo>
                      <a:pt x="25" y="229"/>
                      <a:pt x="25" y="229"/>
                      <a:pt x="25" y="229"/>
                    </a:cubicBezTo>
                    <a:cubicBezTo>
                      <a:pt x="25" y="229"/>
                      <a:pt x="25" y="230"/>
                      <a:pt x="25" y="231"/>
                    </a:cubicBezTo>
                    <a:cubicBezTo>
                      <a:pt x="25" y="231"/>
                      <a:pt x="25" y="231"/>
                      <a:pt x="25" y="231"/>
                    </a:cubicBezTo>
                    <a:cubicBezTo>
                      <a:pt x="24"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5"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59" y="207"/>
                      <a:pt x="59" y="208"/>
                      <a:pt x="59" y="209"/>
                    </a:cubicBezTo>
                    <a:cubicBezTo>
                      <a:pt x="59" y="209"/>
                      <a:pt x="59" y="209"/>
                      <a:pt x="59" y="209"/>
                    </a:cubicBezTo>
                    <a:cubicBezTo>
                      <a:pt x="58" y="209"/>
                      <a:pt x="58" y="209"/>
                      <a:pt x="58" y="209"/>
                    </a:cubicBezTo>
                    <a:cubicBezTo>
                      <a:pt x="58" y="209"/>
                      <a:pt x="58" y="209"/>
                      <a:pt x="58" y="209"/>
                    </a:cubicBezTo>
                    <a:cubicBezTo>
                      <a:pt x="57" y="209"/>
                      <a:pt x="57" y="209"/>
                      <a:pt x="57" y="208"/>
                    </a:cubicBezTo>
                    <a:close/>
                    <a:moveTo>
                      <a:pt x="68" y="201"/>
                    </a:moveTo>
                    <a:cubicBezTo>
                      <a:pt x="68" y="200"/>
                      <a:pt x="68" y="199"/>
                      <a:pt x="68" y="199"/>
                    </a:cubicBezTo>
                    <a:cubicBezTo>
                      <a:pt x="68" y="199"/>
                      <a:pt x="68" y="199"/>
                      <a:pt x="68"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79" y="193"/>
                    </a:cubicBezTo>
                    <a:close/>
                    <a:moveTo>
                      <a:pt x="91" y="186"/>
                    </a:moveTo>
                    <a:cubicBezTo>
                      <a:pt x="90" y="185"/>
                      <a:pt x="90"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4"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4" y="172"/>
                    </a:cubicBezTo>
                    <a:cubicBezTo>
                      <a:pt x="114" y="172"/>
                      <a:pt x="114" y="172"/>
                      <a:pt x="114"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8"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49" y="148"/>
                    </a:cubicBezTo>
                    <a:cubicBezTo>
                      <a:pt x="149" y="148"/>
                      <a:pt x="149" y="148"/>
                      <a:pt x="149"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7"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60" y="142"/>
                    </a:cubicBezTo>
                    <a:cubicBezTo>
                      <a:pt x="160" y="142"/>
                      <a:pt x="160" y="142"/>
                      <a:pt x="160" y="142"/>
                    </a:cubicBezTo>
                    <a:cubicBezTo>
                      <a:pt x="159" y="142"/>
                      <a:pt x="159" y="142"/>
                      <a:pt x="159" y="142"/>
                    </a:cubicBezTo>
                    <a:close/>
                    <a:moveTo>
                      <a:pt x="170" y="134"/>
                    </a:moveTo>
                    <a:cubicBezTo>
                      <a:pt x="169" y="134"/>
                      <a:pt x="170" y="133"/>
                      <a:pt x="170" y="133"/>
                    </a:cubicBezTo>
                    <a:cubicBezTo>
                      <a:pt x="170" y="133"/>
                      <a:pt x="170" y="133"/>
                      <a:pt x="170" y="133"/>
                    </a:cubicBezTo>
                    <a:cubicBezTo>
                      <a:pt x="171" y="132"/>
                      <a:pt x="172" y="132"/>
                      <a:pt x="172" y="133"/>
                    </a:cubicBezTo>
                    <a:cubicBezTo>
                      <a:pt x="172" y="133"/>
                      <a:pt x="172" y="133"/>
                      <a:pt x="172" y="133"/>
                    </a:cubicBezTo>
                    <a:cubicBezTo>
                      <a:pt x="172" y="134"/>
                      <a:pt x="172" y="134"/>
                      <a:pt x="172" y="135"/>
                    </a:cubicBezTo>
                    <a:cubicBezTo>
                      <a:pt x="172" y="135"/>
                      <a:pt x="172" y="135"/>
                      <a:pt x="172" y="135"/>
                    </a:cubicBezTo>
                    <a:cubicBezTo>
                      <a:pt x="171"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2"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6" y="112"/>
                      <a:pt x="206" y="112"/>
                      <a:pt x="206" y="113"/>
                    </a:cubicBezTo>
                    <a:cubicBezTo>
                      <a:pt x="206" y="113"/>
                      <a:pt x="206" y="113"/>
                      <a:pt x="206" y="113"/>
                    </a:cubicBezTo>
                    <a:cubicBezTo>
                      <a:pt x="205" y="113"/>
                      <a:pt x="205" y="113"/>
                      <a:pt x="205" y="113"/>
                    </a:cubicBezTo>
                    <a:cubicBezTo>
                      <a:pt x="205" y="113"/>
                      <a:pt x="205" y="113"/>
                      <a:pt x="205" y="113"/>
                    </a:cubicBezTo>
                    <a:cubicBezTo>
                      <a:pt x="204" y="113"/>
                      <a:pt x="204" y="113"/>
                      <a:pt x="204" y="112"/>
                    </a:cubicBezTo>
                    <a:close/>
                    <a:moveTo>
                      <a:pt x="215" y="105"/>
                    </a:moveTo>
                    <a:cubicBezTo>
                      <a:pt x="215" y="104"/>
                      <a:pt x="215" y="104"/>
                      <a:pt x="215" y="103"/>
                    </a:cubicBezTo>
                    <a:cubicBezTo>
                      <a:pt x="215" y="103"/>
                      <a:pt x="215" y="103"/>
                      <a:pt x="215"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6" y="98"/>
                    </a:cubicBezTo>
                    <a:close/>
                    <a:moveTo>
                      <a:pt x="238" y="90"/>
                    </a:moveTo>
                    <a:cubicBezTo>
                      <a:pt x="237" y="90"/>
                      <a:pt x="237"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49" y="81"/>
                    </a:cubicBezTo>
                    <a:cubicBezTo>
                      <a:pt x="249" y="81"/>
                      <a:pt x="249" y="81"/>
                      <a:pt x="249" y="81"/>
                    </a:cubicBezTo>
                    <a:cubicBezTo>
                      <a:pt x="250" y="81"/>
                      <a:pt x="251" y="81"/>
                      <a:pt x="251" y="81"/>
                    </a:cubicBezTo>
                    <a:cubicBezTo>
                      <a:pt x="251" y="81"/>
                      <a:pt x="251" y="81"/>
                      <a:pt x="251" y="81"/>
                    </a:cubicBezTo>
                    <a:cubicBezTo>
                      <a:pt x="252" y="82"/>
                      <a:pt x="251"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1" y="76"/>
                    </a:cubicBezTo>
                    <a:cubicBezTo>
                      <a:pt x="261" y="76"/>
                      <a:pt x="261" y="76"/>
                      <a:pt x="261" y="76"/>
                    </a:cubicBezTo>
                    <a:cubicBezTo>
                      <a:pt x="261" y="76"/>
                      <a:pt x="261" y="76"/>
                      <a:pt x="260" y="76"/>
                    </a:cubicBezTo>
                    <a:close/>
                    <a:moveTo>
                      <a:pt x="272" y="68"/>
                    </a:moveTo>
                    <a:cubicBezTo>
                      <a:pt x="271" y="68"/>
                      <a:pt x="271" y="67"/>
                      <a:pt x="272" y="66"/>
                    </a:cubicBezTo>
                    <a:cubicBezTo>
                      <a:pt x="272" y="66"/>
                      <a:pt x="272" y="66"/>
                      <a:pt x="272" y="66"/>
                    </a:cubicBezTo>
                    <a:cubicBezTo>
                      <a:pt x="273"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5"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6" y="52"/>
                    </a:cubicBezTo>
                    <a:cubicBezTo>
                      <a:pt x="296" y="52"/>
                      <a:pt x="296" y="52"/>
                      <a:pt x="296"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4"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6" y="46"/>
                    </a:cubicBezTo>
                    <a:close/>
                    <a:moveTo>
                      <a:pt x="317" y="39"/>
                    </a:moveTo>
                    <a:cubicBezTo>
                      <a:pt x="316"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8"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0" y="30"/>
                    </a:cubicBezTo>
                    <a:cubicBezTo>
                      <a:pt x="330" y="30"/>
                      <a:pt x="330" y="30"/>
                      <a:pt x="330"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39"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3" y="16"/>
                      <a:pt x="353" y="17"/>
                      <a:pt x="353" y="17"/>
                    </a:cubicBezTo>
                    <a:cubicBezTo>
                      <a:pt x="353" y="17"/>
                      <a:pt x="353" y="17"/>
                      <a:pt x="353" y="17"/>
                    </a:cubicBezTo>
                    <a:cubicBezTo>
                      <a:pt x="352" y="17"/>
                      <a:pt x="352" y="17"/>
                      <a:pt x="352" y="17"/>
                    </a:cubicBezTo>
                    <a:cubicBezTo>
                      <a:pt x="352" y="17"/>
                      <a:pt x="352" y="17"/>
                      <a:pt x="352" y="17"/>
                    </a:cubicBezTo>
                    <a:cubicBezTo>
                      <a:pt x="351" y="17"/>
                      <a:pt x="351" y="17"/>
                      <a:pt x="351" y="17"/>
                    </a:cubicBezTo>
                    <a:close/>
                    <a:moveTo>
                      <a:pt x="362" y="9"/>
                    </a:moveTo>
                    <a:cubicBezTo>
                      <a:pt x="362" y="9"/>
                      <a:pt x="362" y="8"/>
                      <a:pt x="362" y="7"/>
                    </a:cubicBezTo>
                    <a:cubicBezTo>
                      <a:pt x="362" y="7"/>
                      <a:pt x="362" y="7"/>
                      <a:pt x="362"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23;p2"/>
              <p:cNvSpPr/>
              <p:nvPr/>
            </p:nvSpPr>
            <p:spPr>
              <a:xfrm>
                <a:off x="11961540" y="3526140"/>
                <a:ext cx="15664" cy="15664"/>
              </a:xfrm>
              <a:custGeom>
                <a:avLst/>
                <a:gdLst/>
                <a:ahLst/>
                <a:cxnLst/>
                <a:rect l="l" t="t" r="r" b="b"/>
                <a:pathLst>
                  <a:path w="2" h="3" extrusionOk="0">
                    <a:moveTo>
                      <a:pt x="1" y="3"/>
                    </a:moveTo>
                    <a:cubicBezTo>
                      <a:pt x="1" y="3"/>
                      <a:pt x="1" y="3"/>
                      <a:pt x="1" y="3"/>
                    </a:cubicBezTo>
                    <a:cubicBezTo>
                      <a:pt x="0" y="3"/>
                      <a:pt x="0" y="3"/>
                      <a:pt x="0" y="3"/>
                    </a:cubicBezTo>
                    <a:cubicBezTo>
                      <a:pt x="0" y="3"/>
                      <a:pt x="0" y="2"/>
                      <a:pt x="0" y="2"/>
                    </a:cubicBezTo>
                    <a:cubicBezTo>
                      <a:pt x="0" y="1"/>
                      <a:pt x="0" y="1"/>
                      <a:pt x="0" y="1"/>
                    </a:cubicBezTo>
                    <a:cubicBezTo>
                      <a:pt x="1" y="0"/>
                      <a:pt x="1" y="0"/>
                      <a:pt x="2" y="1"/>
                    </a:cubicBezTo>
                    <a:cubicBezTo>
                      <a:pt x="2" y="1"/>
                      <a:pt x="2" y="1"/>
                      <a:pt x="2" y="1"/>
                    </a:cubicBezTo>
                    <a:cubicBezTo>
                      <a:pt x="2" y="1"/>
                      <a:pt x="2" y="1"/>
                      <a:pt x="2"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4;p2"/>
              <p:cNvSpPr/>
              <p:nvPr/>
            </p:nvSpPr>
            <p:spPr>
              <a:xfrm>
                <a:off x="9576628" y="3573133"/>
                <a:ext cx="2330087"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2" y="243"/>
                      <a:pt x="3" y="244"/>
                    </a:cubicBezTo>
                    <a:cubicBezTo>
                      <a:pt x="3" y="244"/>
                      <a:pt x="3" y="244"/>
                      <a:pt x="3" y="244"/>
                    </a:cubicBezTo>
                    <a:cubicBezTo>
                      <a:pt x="3" y="244"/>
                      <a:pt x="3" y="245"/>
                      <a:pt x="2" y="245"/>
                    </a:cubicBezTo>
                    <a:cubicBezTo>
                      <a:pt x="2" y="245"/>
                      <a:pt x="2" y="245"/>
                      <a:pt x="2" y="245"/>
                    </a:cubicBezTo>
                    <a:cubicBezTo>
                      <a:pt x="2" y="246"/>
                      <a:pt x="2" y="246"/>
                      <a:pt x="2" y="246"/>
                    </a:cubicBezTo>
                    <a:cubicBezTo>
                      <a:pt x="2" y="246"/>
                      <a:pt x="2" y="246"/>
                      <a:pt x="2" y="246"/>
                    </a:cubicBezTo>
                    <a:cubicBezTo>
                      <a:pt x="1" y="246"/>
                      <a:pt x="1" y="245"/>
                      <a:pt x="1" y="245"/>
                    </a:cubicBezTo>
                    <a:close/>
                    <a:moveTo>
                      <a:pt x="12" y="238"/>
                    </a:moveTo>
                    <a:cubicBezTo>
                      <a:pt x="11"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5" y="229"/>
                    </a:cubicBezTo>
                    <a:cubicBezTo>
                      <a:pt x="25" y="229"/>
                      <a:pt x="25" y="229"/>
                      <a:pt x="25"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4" y="223"/>
                    </a:cubicBezTo>
                    <a:close/>
                    <a:moveTo>
                      <a:pt x="46" y="216"/>
                    </a:moveTo>
                    <a:cubicBezTo>
                      <a:pt x="45" y="215"/>
                      <a:pt x="46" y="214"/>
                      <a:pt x="46" y="214"/>
                    </a:cubicBezTo>
                    <a:cubicBezTo>
                      <a:pt x="46" y="214"/>
                      <a:pt x="46" y="214"/>
                      <a:pt x="46" y="214"/>
                    </a:cubicBezTo>
                    <a:cubicBezTo>
                      <a:pt x="47" y="213"/>
                      <a:pt x="48" y="213"/>
                      <a:pt x="48" y="214"/>
                    </a:cubicBezTo>
                    <a:cubicBezTo>
                      <a:pt x="48" y="214"/>
                      <a:pt x="48" y="214"/>
                      <a:pt x="48" y="214"/>
                    </a:cubicBezTo>
                    <a:cubicBezTo>
                      <a:pt x="48" y="215"/>
                      <a:pt x="48" y="215"/>
                      <a:pt x="48" y="216"/>
                    </a:cubicBezTo>
                    <a:cubicBezTo>
                      <a:pt x="48" y="216"/>
                      <a:pt x="48" y="216"/>
                      <a:pt x="48" y="216"/>
                    </a:cubicBezTo>
                    <a:cubicBezTo>
                      <a:pt x="47" y="216"/>
                      <a:pt x="47" y="216"/>
                      <a:pt x="47" y="216"/>
                    </a:cubicBezTo>
                    <a:cubicBezTo>
                      <a:pt x="47" y="216"/>
                      <a:pt x="47" y="216"/>
                      <a:pt x="47" y="216"/>
                    </a:cubicBezTo>
                    <a:cubicBezTo>
                      <a:pt x="46"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8"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0" y="194"/>
                      <a:pt x="80" y="194"/>
                      <a:pt x="80" y="193"/>
                    </a:cubicBezTo>
                    <a:close/>
                    <a:moveTo>
                      <a:pt x="91" y="186"/>
                    </a:moveTo>
                    <a:cubicBezTo>
                      <a:pt x="91" y="185"/>
                      <a:pt x="91" y="185"/>
                      <a:pt x="91" y="184"/>
                    </a:cubicBezTo>
                    <a:cubicBezTo>
                      <a:pt x="91" y="184"/>
                      <a:pt x="91" y="184"/>
                      <a:pt x="91" y="184"/>
                    </a:cubicBezTo>
                    <a:cubicBezTo>
                      <a:pt x="92" y="184"/>
                      <a:pt x="93" y="184"/>
                      <a:pt x="93" y="185"/>
                    </a:cubicBezTo>
                    <a:cubicBezTo>
                      <a:pt x="93" y="185"/>
                      <a:pt x="93" y="185"/>
                      <a:pt x="93" y="185"/>
                    </a:cubicBezTo>
                    <a:cubicBezTo>
                      <a:pt x="94" y="185"/>
                      <a:pt x="93" y="186"/>
                      <a:pt x="93" y="186"/>
                    </a:cubicBezTo>
                    <a:cubicBezTo>
                      <a:pt x="93" y="186"/>
                      <a:pt x="93" y="186"/>
                      <a:pt x="93" y="186"/>
                    </a:cubicBezTo>
                    <a:cubicBezTo>
                      <a:pt x="93"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3" y="179"/>
                    </a:cubicBezTo>
                    <a:cubicBezTo>
                      <a:pt x="103" y="179"/>
                      <a:pt x="103" y="179"/>
                      <a:pt x="103" y="179"/>
                    </a:cubicBezTo>
                    <a:cubicBezTo>
                      <a:pt x="103" y="179"/>
                      <a:pt x="103" y="179"/>
                      <a:pt x="102" y="179"/>
                    </a:cubicBezTo>
                    <a:close/>
                    <a:moveTo>
                      <a:pt x="114" y="171"/>
                    </a:moveTo>
                    <a:cubicBezTo>
                      <a:pt x="113" y="171"/>
                      <a:pt x="113" y="170"/>
                      <a:pt x="114" y="169"/>
                    </a:cubicBezTo>
                    <a:cubicBezTo>
                      <a:pt x="114" y="169"/>
                      <a:pt x="114" y="169"/>
                      <a:pt x="114" y="169"/>
                    </a:cubicBezTo>
                    <a:cubicBezTo>
                      <a:pt x="115"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7"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7" y="157"/>
                    </a:cubicBezTo>
                    <a:cubicBezTo>
                      <a:pt x="137" y="157"/>
                      <a:pt x="137" y="157"/>
                      <a:pt x="137"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9" y="150"/>
                    </a:cubicBezTo>
                    <a:cubicBezTo>
                      <a:pt x="149" y="150"/>
                      <a:pt x="149" y="150"/>
                      <a:pt x="149" y="150"/>
                    </a:cubicBezTo>
                    <a:cubicBezTo>
                      <a:pt x="148" y="150"/>
                      <a:pt x="148" y="150"/>
                      <a:pt x="148" y="149"/>
                    </a:cubicBezTo>
                    <a:close/>
                    <a:moveTo>
                      <a:pt x="159" y="142"/>
                    </a:moveTo>
                    <a:cubicBezTo>
                      <a:pt x="158"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2" y="133"/>
                    </a:cubicBezTo>
                    <a:cubicBezTo>
                      <a:pt x="172" y="133"/>
                      <a:pt x="172" y="133"/>
                      <a:pt x="172"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1" y="127"/>
                    </a:cubicBezTo>
                    <a:close/>
                    <a:moveTo>
                      <a:pt x="193" y="120"/>
                    </a:moveTo>
                    <a:cubicBezTo>
                      <a:pt x="192" y="119"/>
                      <a:pt x="193" y="118"/>
                      <a:pt x="193" y="118"/>
                    </a:cubicBezTo>
                    <a:cubicBezTo>
                      <a:pt x="193" y="118"/>
                      <a:pt x="193" y="118"/>
                      <a:pt x="193" y="118"/>
                    </a:cubicBezTo>
                    <a:cubicBezTo>
                      <a:pt x="194" y="118"/>
                      <a:pt x="195" y="118"/>
                      <a:pt x="195" y="118"/>
                    </a:cubicBezTo>
                    <a:cubicBezTo>
                      <a:pt x="195" y="118"/>
                      <a:pt x="195" y="118"/>
                      <a:pt x="195" y="118"/>
                    </a:cubicBezTo>
                    <a:cubicBezTo>
                      <a:pt x="195" y="119"/>
                      <a:pt x="195" y="120"/>
                      <a:pt x="195" y="120"/>
                    </a:cubicBezTo>
                    <a:cubicBezTo>
                      <a:pt x="195" y="120"/>
                      <a:pt x="195" y="120"/>
                      <a:pt x="195" y="120"/>
                    </a:cubicBezTo>
                    <a:cubicBezTo>
                      <a:pt x="194"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5"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7" y="98"/>
                      <a:pt x="227" y="98"/>
                      <a:pt x="227" y="98"/>
                    </a:cubicBezTo>
                    <a:close/>
                    <a:moveTo>
                      <a:pt x="238" y="90"/>
                    </a:moveTo>
                    <a:cubicBezTo>
                      <a:pt x="238" y="90"/>
                      <a:pt x="238" y="89"/>
                      <a:pt x="238" y="88"/>
                    </a:cubicBezTo>
                    <a:cubicBezTo>
                      <a:pt x="238" y="88"/>
                      <a:pt x="238" y="88"/>
                      <a:pt x="238"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0" y="84"/>
                    </a:cubicBezTo>
                    <a:cubicBezTo>
                      <a:pt x="250" y="84"/>
                      <a:pt x="250" y="84"/>
                      <a:pt x="250" y="84"/>
                    </a:cubicBezTo>
                    <a:cubicBezTo>
                      <a:pt x="250" y="84"/>
                      <a:pt x="250" y="83"/>
                      <a:pt x="249" y="83"/>
                    </a:cubicBezTo>
                    <a:close/>
                    <a:moveTo>
                      <a:pt x="261" y="76"/>
                    </a:moveTo>
                    <a:cubicBezTo>
                      <a:pt x="260" y="75"/>
                      <a:pt x="260" y="74"/>
                      <a:pt x="261" y="74"/>
                    </a:cubicBezTo>
                    <a:cubicBezTo>
                      <a:pt x="261" y="74"/>
                      <a:pt x="261" y="74"/>
                      <a:pt x="261" y="74"/>
                    </a:cubicBezTo>
                    <a:cubicBezTo>
                      <a:pt x="262" y="73"/>
                      <a:pt x="262"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4"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4" y="61"/>
                    </a:cubicBezTo>
                    <a:cubicBezTo>
                      <a:pt x="284" y="61"/>
                      <a:pt x="284" y="61"/>
                      <a:pt x="284" y="61"/>
                    </a:cubicBezTo>
                    <a:cubicBezTo>
                      <a:pt x="284" y="61"/>
                      <a:pt x="284" y="61"/>
                      <a:pt x="283" y="61"/>
                    </a:cubicBezTo>
                    <a:close/>
                    <a:moveTo>
                      <a:pt x="295" y="53"/>
                    </a:moveTo>
                    <a:cubicBezTo>
                      <a:pt x="294" y="53"/>
                      <a:pt x="294" y="52"/>
                      <a:pt x="295" y="52"/>
                    </a:cubicBezTo>
                    <a:cubicBezTo>
                      <a:pt x="295" y="52"/>
                      <a:pt x="295" y="52"/>
                      <a:pt x="295" y="52"/>
                    </a:cubicBezTo>
                    <a:cubicBezTo>
                      <a:pt x="296" y="51"/>
                      <a:pt x="296" y="51"/>
                      <a:pt x="297" y="52"/>
                    </a:cubicBezTo>
                    <a:cubicBezTo>
                      <a:pt x="297" y="52"/>
                      <a:pt x="297" y="52"/>
                      <a:pt x="297" y="52"/>
                    </a:cubicBezTo>
                    <a:cubicBezTo>
                      <a:pt x="297" y="53"/>
                      <a:pt x="297" y="53"/>
                      <a:pt x="296" y="54"/>
                    </a:cubicBezTo>
                    <a:cubicBezTo>
                      <a:pt x="296" y="54"/>
                      <a:pt x="296" y="54"/>
                      <a:pt x="296" y="54"/>
                    </a:cubicBezTo>
                    <a:cubicBezTo>
                      <a:pt x="296" y="54"/>
                      <a:pt x="296" y="54"/>
                      <a:pt x="296" y="54"/>
                    </a:cubicBezTo>
                    <a:cubicBezTo>
                      <a:pt x="296" y="54"/>
                      <a:pt x="296" y="54"/>
                      <a:pt x="296" y="54"/>
                    </a:cubicBezTo>
                    <a:cubicBezTo>
                      <a:pt x="295" y="54"/>
                      <a:pt x="295" y="54"/>
                      <a:pt x="295" y="53"/>
                    </a:cubicBezTo>
                    <a:close/>
                    <a:moveTo>
                      <a:pt x="306" y="46"/>
                    </a:moveTo>
                    <a:cubicBezTo>
                      <a:pt x="305"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19" y="37"/>
                    </a:cubicBezTo>
                    <a:cubicBezTo>
                      <a:pt x="319" y="37"/>
                      <a:pt x="319" y="37"/>
                      <a:pt x="319"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7"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39" y="23"/>
                      <a:pt x="340" y="23"/>
                      <a:pt x="340" y="22"/>
                    </a:cubicBezTo>
                    <a:cubicBezTo>
                      <a:pt x="340" y="22"/>
                      <a:pt x="340" y="22"/>
                      <a:pt x="340" y="22"/>
                    </a:cubicBezTo>
                    <a:cubicBezTo>
                      <a:pt x="341" y="22"/>
                      <a:pt x="342" y="22"/>
                      <a:pt x="342" y="23"/>
                    </a:cubicBezTo>
                    <a:cubicBezTo>
                      <a:pt x="342" y="23"/>
                      <a:pt x="342" y="23"/>
                      <a:pt x="342" y="23"/>
                    </a:cubicBezTo>
                    <a:cubicBezTo>
                      <a:pt x="342" y="23"/>
                      <a:pt x="342" y="24"/>
                      <a:pt x="342" y="24"/>
                    </a:cubicBezTo>
                    <a:cubicBezTo>
                      <a:pt x="342" y="24"/>
                      <a:pt x="342" y="24"/>
                      <a:pt x="342" y="24"/>
                    </a:cubicBezTo>
                    <a:cubicBezTo>
                      <a:pt x="341"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2"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5;p2"/>
              <p:cNvSpPr/>
              <p:nvPr/>
            </p:nvSpPr>
            <p:spPr>
              <a:xfrm>
                <a:off x="9506138" y="5123909"/>
                <a:ext cx="19581" cy="19580"/>
              </a:xfrm>
              <a:custGeom>
                <a:avLst/>
                <a:gdLst/>
                <a:ahLst/>
                <a:cxnLst/>
                <a:rect l="l" t="t" r="r" b="b"/>
                <a:pathLst>
                  <a:path w="3" h="3" extrusionOk="0">
                    <a:moveTo>
                      <a:pt x="1" y="3"/>
                    </a:moveTo>
                    <a:cubicBezTo>
                      <a:pt x="1" y="3"/>
                      <a:pt x="1" y="3"/>
                      <a:pt x="0" y="3"/>
                    </a:cubicBezTo>
                    <a:cubicBezTo>
                      <a:pt x="0" y="2"/>
                      <a:pt x="0" y="2"/>
                      <a:pt x="0" y="2"/>
                    </a:cubicBezTo>
                    <a:cubicBezTo>
                      <a:pt x="0" y="1"/>
                      <a:pt x="0" y="1"/>
                      <a:pt x="0" y="1"/>
                    </a:cubicBezTo>
                    <a:cubicBezTo>
                      <a:pt x="0" y="1"/>
                      <a:pt x="0" y="1"/>
                      <a:pt x="0" y="1"/>
                    </a:cubicBezTo>
                    <a:cubicBezTo>
                      <a:pt x="1" y="1"/>
                      <a:pt x="1" y="0"/>
                      <a:pt x="1" y="0"/>
                    </a:cubicBezTo>
                    <a:cubicBezTo>
                      <a:pt x="1" y="0"/>
                      <a:pt x="2" y="0"/>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6;p2"/>
              <p:cNvSpPr/>
              <p:nvPr/>
            </p:nvSpPr>
            <p:spPr>
              <a:xfrm>
                <a:off x="12106436" y="3526140"/>
                <a:ext cx="19581" cy="15664"/>
              </a:xfrm>
              <a:custGeom>
                <a:avLst/>
                <a:gdLst/>
                <a:ahLst/>
                <a:cxnLst/>
                <a:rect l="l" t="t" r="r" b="b"/>
                <a:pathLst>
                  <a:path w="3" h="3" extrusionOk="0">
                    <a:moveTo>
                      <a:pt x="2" y="3"/>
                    </a:moveTo>
                    <a:cubicBezTo>
                      <a:pt x="1" y="3"/>
                      <a:pt x="1" y="3"/>
                      <a:pt x="1" y="3"/>
                    </a:cubicBezTo>
                    <a:cubicBezTo>
                      <a:pt x="1" y="3"/>
                      <a:pt x="1" y="3"/>
                      <a:pt x="1" y="3"/>
                    </a:cubicBezTo>
                    <a:cubicBezTo>
                      <a:pt x="0" y="3"/>
                      <a:pt x="0" y="2"/>
                      <a:pt x="0" y="2"/>
                    </a:cubicBezTo>
                    <a:cubicBezTo>
                      <a:pt x="0" y="1"/>
                      <a:pt x="0" y="1"/>
                      <a:pt x="1" y="1"/>
                    </a:cubicBezTo>
                    <a:cubicBezTo>
                      <a:pt x="1" y="0"/>
                      <a:pt x="2" y="0"/>
                      <a:pt x="2" y="1"/>
                    </a:cubicBezTo>
                    <a:cubicBezTo>
                      <a:pt x="3" y="1"/>
                      <a:pt x="3" y="1"/>
                      <a:pt x="3" y="2"/>
                    </a:cubicBezTo>
                    <a:cubicBezTo>
                      <a:pt x="3" y="2"/>
                      <a:pt x="3" y="2"/>
                      <a:pt x="3" y="2"/>
                    </a:cubicBezTo>
                    <a:cubicBezTo>
                      <a:pt x="3" y="2"/>
                      <a:pt x="3" y="3"/>
                      <a:pt x="2"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7;p2"/>
              <p:cNvSpPr/>
              <p:nvPr/>
            </p:nvSpPr>
            <p:spPr>
              <a:xfrm>
                <a:off x="9725441" y="3573133"/>
                <a:ext cx="2330087"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3" y="236"/>
                    </a:cubicBezTo>
                    <a:cubicBezTo>
                      <a:pt x="13" y="236"/>
                      <a:pt x="13" y="236"/>
                      <a:pt x="13"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1"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3" y="222"/>
                      <a:pt x="34" y="221"/>
                      <a:pt x="34" y="221"/>
                    </a:cubicBezTo>
                    <a:cubicBezTo>
                      <a:pt x="34" y="221"/>
                      <a:pt x="34" y="221"/>
                      <a:pt x="34" y="221"/>
                    </a:cubicBezTo>
                    <a:cubicBezTo>
                      <a:pt x="35" y="221"/>
                      <a:pt x="36" y="221"/>
                      <a:pt x="36" y="221"/>
                    </a:cubicBezTo>
                    <a:cubicBezTo>
                      <a:pt x="36" y="221"/>
                      <a:pt x="36" y="221"/>
                      <a:pt x="36" y="221"/>
                    </a:cubicBezTo>
                    <a:cubicBezTo>
                      <a:pt x="36" y="222"/>
                      <a:pt x="36" y="223"/>
                      <a:pt x="36" y="223"/>
                    </a:cubicBezTo>
                    <a:cubicBezTo>
                      <a:pt x="36" y="223"/>
                      <a:pt x="36" y="223"/>
                      <a:pt x="36" y="223"/>
                    </a:cubicBezTo>
                    <a:cubicBezTo>
                      <a:pt x="35"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5" y="216"/>
                      <a:pt x="45" y="216"/>
                    </a:cubicBezTo>
                    <a:close/>
                    <a:moveTo>
                      <a:pt x="56" y="208"/>
                    </a:moveTo>
                    <a:cubicBezTo>
                      <a:pt x="56" y="208"/>
                      <a:pt x="56" y="207"/>
                      <a:pt x="57" y="206"/>
                    </a:cubicBezTo>
                    <a:cubicBezTo>
                      <a:pt x="57" y="206"/>
                      <a:pt x="57" y="206"/>
                      <a:pt x="57" y="206"/>
                    </a:cubicBezTo>
                    <a:cubicBezTo>
                      <a:pt x="57"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6"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8" y="201"/>
                      <a:pt x="68" y="201"/>
                      <a:pt x="68" y="201"/>
                    </a:cubicBezTo>
                    <a:close/>
                    <a:moveTo>
                      <a:pt x="79" y="193"/>
                    </a:moveTo>
                    <a:cubicBezTo>
                      <a:pt x="79" y="193"/>
                      <a:pt x="79" y="192"/>
                      <a:pt x="79" y="192"/>
                    </a:cubicBezTo>
                    <a:cubicBezTo>
                      <a:pt x="79" y="192"/>
                      <a:pt x="79" y="192"/>
                      <a:pt x="79"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0"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1" y="187"/>
                    </a:cubicBezTo>
                    <a:cubicBezTo>
                      <a:pt x="91" y="187"/>
                      <a:pt x="91" y="187"/>
                      <a:pt x="91" y="187"/>
                    </a:cubicBezTo>
                    <a:cubicBezTo>
                      <a:pt x="91" y="187"/>
                      <a:pt x="91" y="186"/>
                      <a:pt x="90" y="186"/>
                    </a:cubicBezTo>
                    <a:close/>
                    <a:moveTo>
                      <a:pt x="102" y="179"/>
                    </a:moveTo>
                    <a:cubicBezTo>
                      <a:pt x="101" y="178"/>
                      <a:pt x="101"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3" y="169"/>
                    </a:cubicBezTo>
                    <a:cubicBezTo>
                      <a:pt x="113" y="169"/>
                      <a:pt x="113" y="169"/>
                      <a:pt x="113" y="169"/>
                    </a:cubicBezTo>
                    <a:cubicBezTo>
                      <a:pt x="114" y="169"/>
                      <a:pt x="115" y="169"/>
                      <a:pt x="115" y="170"/>
                    </a:cubicBezTo>
                    <a:cubicBezTo>
                      <a:pt x="115" y="170"/>
                      <a:pt x="115" y="170"/>
                      <a:pt x="115" y="170"/>
                    </a:cubicBezTo>
                    <a:cubicBezTo>
                      <a:pt x="116" y="170"/>
                      <a:pt x="115"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5" y="165"/>
                    </a:cubicBezTo>
                    <a:cubicBezTo>
                      <a:pt x="125" y="165"/>
                      <a:pt x="125" y="165"/>
                      <a:pt x="125" y="165"/>
                    </a:cubicBezTo>
                    <a:cubicBezTo>
                      <a:pt x="125" y="165"/>
                      <a:pt x="125" y="164"/>
                      <a:pt x="124" y="164"/>
                    </a:cubicBezTo>
                    <a:close/>
                    <a:moveTo>
                      <a:pt x="136" y="157"/>
                    </a:moveTo>
                    <a:cubicBezTo>
                      <a:pt x="135" y="156"/>
                      <a:pt x="135" y="155"/>
                      <a:pt x="136" y="155"/>
                    </a:cubicBezTo>
                    <a:cubicBezTo>
                      <a:pt x="136" y="155"/>
                      <a:pt x="136" y="155"/>
                      <a:pt x="136" y="155"/>
                    </a:cubicBezTo>
                    <a:cubicBezTo>
                      <a:pt x="137" y="154"/>
                      <a:pt x="137" y="155"/>
                      <a:pt x="138" y="155"/>
                    </a:cubicBezTo>
                    <a:cubicBezTo>
                      <a:pt x="138" y="155"/>
                      <a:pt x="138" y="155"/>
                      <a:pt x="138" y="155"/>
                    </a:cubicBezTo>
                    <a:cubicBezTo>
                      <a:pt x="138" y="156"/>
                      <a:pt x="138" y="157"/>
                      <a:pt x="137" y="157"/>
                    </a:cubicBezTo>
                    <a:cubicBezTo>
                      <a:pt x="137" y="157"/>
                      <a:pt x="137" y="157"/>
                      <a:pt x="137"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0" y="140"/>
                    </a:cubicBezTo>
                    <a:cubicBezTo>
                      <a:pt x="160" y="140"/>
                      <a:pt x="160" y="140"/>
                      <a:pt x="160"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8"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0" y="127"/>
                      <a:pt x="181" y="126"/>
                      <a:pt x="181" y="125"/>
                    </a:cubicBezTo>
                    <a:cubicBezTo>
                      <a:pt x="181" y="125"/>
                      <a:pt x="181" y="125"/>
                      <a:pt x="181" y="125"/>
                    </a:cubicBezTo>
                    <a:cubicBezTo>
                      <a:pt x="182" y="125"/>
                      <a:pt x="183" y="125"/>
                      <a:pt x="183" y="126"/>
                    </a:cubicBezTo>
                    <a:cubicBezTo>
                      <a:pt x="183" y="126"/>
                      <a:pt x="183" y="126"/>
                      <a:pt x="183" y="126"/>
                    </a:cubicBezTo>
                    <a:cubicBezTo>
                      <a:pt x="183" y="126"/>
                      <a:pt x="183" y="127"/>
                      <a:pt x="183" y="128"/>
                    </a:cubicBezTo>
                    <a:cubicBezTo>
                      <a:pt x="183" y="128"/>
                      <a:pt x="183" y="128"/>
                      <a:pt x="183" y="128"/>
                    </a:cubicBezTo>
                    <a:cubicBezTo>
                      <a:pt x="182"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4" y="118"/>
                    </a:cubicBezTo>
                    <a:cubicBezTo>
                      <a:pt x="194" y="118"/>
                      <a:pt x="194" y="118"/>
                      <a:pt x="194"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2" y="120"/>
                      <a:pt x="192" y="120"/>
                    </a:cubicBezTo>
                    <a:close/>
                    <a:moveTo>
                      <a:pt x="203" y="112"/>
                    </a:moveTo>
                    <a:cubicBezTo>
                      <a:pt x="203" y="112"/>
                      <a:pt x="203" y="111"/>
                      <a:pt x="204" y="111"/>
                    </a:cubicBezTo>
                    <a:cubicBezTo>
                      <a:pt x="204" y="111"/>
                      <a:pt x="204" y="111"/>
                      <a:pt x="204" y="111"/>
                    </a:cubicBezTo>
                    <a:cubicBezTo>
                      <a:pt x="204"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3"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7" y="104"/>
                      <a:pt x="217" y="105"/>
                      <a:pt x="217" y="105"/>
                    </a:cubicBezTo>
                    <a:cubicBezTo>
                      <a:pt x="217" y="105"/>
                      <a:pt x="217" y="105"/>
                      <a:pt x="217" y="105"/>
                    </a:cubicBezTo>
                    <a:cubicBezTo>
                      <a:pt x="216" y="106"/>
                      <a:pt x="216" y="106"/>
                      <a:pt x="216" y="106"/>
                    </a:cubicBezTo>
                    <a:cubicBezTo>
                      <a:pt x="216" y="106"/>
                      <a:pt x="216" y="106"/>
                      <a:pt x="216" y="106"/>
                    </a:cubicBezTo>
                    <a:cubicBezTo>
                      <a:pt x="215" y="106"/>
                      <a:pt x="215" y="105"/>
                      <a:pt x="215" y="105"/>
                    </a:cubicBezTo>
                    <a:close/>
                    <a:moveTo>
                      <a:pt x="226" y="98"/>
                    </a:moveTo>
                    <a:cubicBezTo>
                      <a:pt x="226" y="97"/>
                      <a:pt x="226" y="96"/>
                      <a:pt x="226" y="96"/>
                    </a:cubicBezTo>
                    <a:cubicBezTo>
                      <a:pt x="226" y="96"/>
                      <a:pt x="226" y="96"/>
                      <a:pt x="226"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7"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8"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8"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0" y="74"/>
                    </a:cubicBezTo>
                    <a:cubicBezTo>
                      <a:pt x="260" y="74"/>
                      <a:pt x="260" y="74"/>
                      <a:pt x="260" y="74"/>
                    </a:cubicBezTo>
                    <a:cubicBezTo>
                      <a:pt x="261" y="73"/>
                      <a:pt x="262" y="73"/>
                      <a:pt x="262" y="74"/>
                    </a:cubicBezTo>
                    <a:cubicBezTo>
                      <a:pt x="262" y="74"/>
                      <a:pt x="262" y="74"/>
                      <a:pt x="262" y="74"/>
                    </a:cubicBezTo>
                    <a:cubicBezTo>
                      <a:pt x="263" y="75"/>
                      <a:pt x="262"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2" y="69"/>
                    </a:cubicBezTo>
                    <a:cubicBezTo>
                      <a:pt x="272" y="69"/>
                      <a:pt x="272" y="69"/>
                      <a:pt x="272" y="69"/>
                    </a:cubicBezTo>
                    <a:cubicBezTo>
                      <a:pt x="272" y="69"/>
                      <a:pt x="272" y="69"/>
                      <a:pt x="271" y="68"/>
                    </a:cubicBezTo>
                    <a:close/>
                    <a:moveTo>
                      <a:pt x="283" y="61"/>
                    </a:moveTo>
                    <a:cubicBezTo>
                      <a:pt x="282" y="60"/>
                      <a:pt x="282" y="59"/>
                      <a:pt x="283" y="59"/>
                    </a:cubicBezTo>
                    <a:cubicBezTo>
                      <a:pt x="283" y="59"/>
                      <a:pt x="283" y="59"/>
                      <a:pt x="283" y="59"/>
                    </a:cubicBezTo>
                    <a:cubicBezTo>
                      <a:pt x="284" y="59"/>
                      <a:pt x="284" y="59"/>
                      <a:pt x="285" y="59"/>
                    </a:cubicBezTo>
                    <a:cubicBezTo>
                      <a:pt x="285" y="59"/>
                      <a:pt x="285" y="59"/>
                      <a:pt x="285" y="59"/>
                    </a:cubicBezTo>
                    <a:cubicBezTo>
                      <a:pt x="285" y="60"/>
                      <a:pt x="285" y="61"/>
                      <a:pt x="284" y="61"/>
                    </a:cubicBezTo>
                    <a:cubicBezTo>
                      <a:pt x="284" y="61"/>
                      <a:pt x="284" y="61"/>
                      <a:pt x="284"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7" y="45"/>
                    </a:cubicBezTo>
                    <a:cubicBezTo>
                      <a:pt x="307" y="45"/>
                      <a:pt x="307" y="45"/>
                      <a:pt x="307"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7"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29"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1" y="23"/>
                    </a:cubicBezTo>
                    <a:cubicBezTo>
                      <a:pt x="341" y="23"/>
                      <a:pt x="341" y="23"/>
                      <a:pt x="341"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39" y="24"/>
                      <a:pt x="339" y="24"/>
                    </a:cubicBezTo>
                    <a:close/>
                    <a:moveTo>
                      <a:pt x="350" y="17"/>
                    </a:moveTo>
                    <a:cubicBezTo>
                      <a:pt x="350" y="16"/>
                      <a:pt x="350" y="15"/>
                      <a:pt x="351" y="15"/>
                    </a:cubicBezTo>
                    <a:cubicBezTo>
                      <a:pt x="351" y="15"/>
                      <a:pt x="351" y="15"/>
                      <a:pt x="351" y="15"/>
                    </a:cubicBezTo>
                    <a:cubicBezTo>
                      <a:pt x="351"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0"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4" y="8"/>
                      <a:pt x="364" y="9"/>
                      <a:pt x="364" y="10"/>
                    </a:cubicBezTo>
                    <a:cubicBezTo>
                      <a:pt x="364" y="10"/>
                      <a:pt x="364" y="10"/>
                      <a:pt x="364" y="10"/>
                    </a:cubicBezTo>
                    <a:cubicBezTo>
                      <a:pt x="363" y="10"/>
                      <a:pt x="363" y="10"/>
                      <a:pt x="363" y="10"/>
                    </a:cubicBezTo>
                    <a:cubicBezTo>
                      <a:pt x="363" y="10"/>
                      <a:pt x="363" y="10"/>
                      <a:pt x="363" y="10"/>
                    </a:cubicBezTo>
                    <a:cubicBezTo>
                      <a:pt x="362" y="10"/>
                      <a:pt x="362" y="10"/>
                      <a:pt x="362" y="9"/>
                    </a:cubicBezTo>
                    <a:close/>
                    <a:moveTo>
                      <a:pt x="373" y="2"/>
                    </a:moveTo>
                    <a:cubicBezTo>
                      <a:pt x="373" y="1"/>
                      <a:pt x="373" y="0"/>
                      <a:pt x="373" y="0"/>
                    </a:cubicBezTo>
                    <a:cubicBezTo>
                      <a:pt x="373" y="0"/>
                      <a:pt x="373" y="0"/>
                      <a:pt x="373"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4"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8;p2"/>
              <p:cNvSpPr/>
              <p:nvPr/>
            </p:nvSpPr>
            <p:spPr>
              <a:xfrm>
                <a:off x="9651034" y="5123909"/>
                <a:ext cx="19581" cy="19580"/>
              </a:xfrm>
              <a:custGeom>
                <a:avLst/>
                <a:gdLst/>
                <a:ahLst/>
                <a:cxnLst/>
                <a:rect l="l" t="t" r="r" b="b"/>
                <a:pathLst>
                  <a:path w="3" h="3" extrusionOk="0">
                    <a:moveTo>
                      <a:pt x="2" y="3"/>
                    </a:moveTo>
                    <a:cubicBezTo>
                      <a:pt x="2" y="3"/>
                      <a:pt x="1" y="3"/>
                      <a:pt x="1" y="3"/>
                    </a:cubicBezTo>
                    <a:cubicBezTo>
                      <a:pt x="1" y="3"/>
                      <a:pt x="1" y="3"/>
                      <a:pt x="1" y="3"/>
                    </a:cubicBezTo>
                    <a:cubicBezTo>
                      <a:pt x="1" y="2"/>
                      <a:pt x="0" y="2"/>
                      <a:pt x="0" y="2"/>
                    </a:cubicBezTo>
                    <a:cubicBezTo>
                      <a:pt x="0" y="1"/>
                      <a:pt x="1" y="1"/>
                      <a:pt x="1" y="1"/>
                    </a:cubicBezTo>
                    <a:cubicBezTo>
                      <a:pt x="1" y="1"/>
                      <a:pt x="1" y="0"/>
                      <a:pt x="1" y="0"/>
                    </a:cubicBezTo>
                    <a:cubicBezTo>
                      <a:pt x="2" y="0"/>
                      <a:pt x="2" y="0"/>
                      <a:pt x="2" y="0"/>
                    </a:cubicBezTo>
                    <a:cubicBezTo>
                      <a:pt x="2" y="0"/>
                      <a:pt x="3" y="1"/>
                      <a:pt x="3" y="1"/>
                    </a:cubicBezTo>
                    <a:cubicBezTo>
                      <a:pt x="3" y="1"/>
                      <a:pt x="3" y="1"/>
                      <a:pt x="3" y="1"/>
                    </a:cubicBezTo>
                    <a:cubicBezTo>
                      <a:pt x="3" y="1"/>
                      <a:pt x="3" y="1"/>
                      <a:pt x="3" y="2"/>
                    </a:cubicBezTo>
                    <a:cubicBezTo>
                      <a:pt x="3" y="2"/>
                      <a:pt x="3" y="2"/>
                      <a:pt x="3"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9;p2"/>
              <p:cNvSpPr/>
              <p:nvPr/>
            </p:nvSpPr>
            <p:spPr>
              <a:xfrm>
                <a:off x="12255248" y="3526140"/>
                <a:ext cx="11748" cy="15664"/>
              </a:xfrm>
              <a:custGeom>
                <a:avLst/>
                <a:gdLst/>
                <a:ahLst/>
                <a:cxnLst/>
                <a:rect l="l" t="t" r="r" b="b"/>
                <a:pathLst>
                  <a:path w="2" h="3" extrusionOk="0">
                    <a:moveTo>
                      <a:pt x="1" y="3"/>
                    </a:moveTo>
                    <a:cubicBezTo>
                      <a:pt x="1"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1"/>
                    </a:cubicBezTo>
                    <a:cubicBezTo>
                      <a:pt x="2" y="1"/>
                      <a:pt x="2" y="2"/>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30;p2"/>
              <p:cNvSpPr/>
              <p:nvPr/>
            </p:nvSpPr>
            <p:spPr>
              <a:xfrm>
                <a:off x="9866420" y="3573133"/>
                <a:ext cx="2334003"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2" y="244"/>
                    </a:cubicBezTo>
                    <a:cubicBezTo>
                      <a:pt x="2" y="244"/>
                      <a:pt x="2" y="244"/>
                      <a:pt x="2"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2"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4"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4" y="223"/>
                      <a:pt x="34" y="223"/>
                    </a:cubicBezTo>
                    <a:close/>
                    <a:moveTo>
                      <a:pt x="46" y="216"/>
                    </a:moveTo>
                    <a:cubicBezTo>
                      <a:pt x="45" y="215"/>
                      <a:pt x="45" y="214"/>
                      <a:pt x="46" y="214"/>
                    </a:cubicBezTo>
                    <a:cubicBezTo>
                      <a:pt x="46" y="214"/>
                      <a:pt x="46" y="214"/>
                      <a:pt x="46" y="214"/>
                    </a:cubicBezTo>
                    <a:cubicBezTo>
                      <a:pt x="46"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59" y="207"/>
                      <a:pt x="59" y="208"/>
                      <a:pt x="59" y="209"/>
                    </a:cubicBezTo>
                    <a:cubicBezTo>
                      <a:pt x="59" y="209"/>
                      <a:pt x="59" y="209"/>
                      <a:pt x="59" y="209"/>
                    </a:cubicBezTo>
                    <a:cubicBezTo>
                      <a:pt x="58" y="209"/>
                      <a:pt x="58" y="209"/>
                      <a:pt x="58" y="209"/>
                    </a:cubicBezTo>
                    <a:cubicBezTo>
                      <a:pt x="58" y="209"/>
                      <a:pt x="58" y="209"/>
                      <a:pt x="58" y="209"/>
                    </a:cubicBezTo>
                    <a:cubicBezTo>
                      <a:pt x="57" y="209"/>
                      <a:pt x="57" y="209"/>
                      <a:pt x="57" y="208"/>
                    </a:cubicBezTo>
                    <a:close/>
                    <a:moveTo>
                      <a:pt x="68" y="201"/>
                    </a:moveTo>
                    <a:cubicBezTo>
                      <a:pt x="68" y="200"/>
                      <a:pt x="68" y="199"/>
                      <a:pt x="68" y="199"/>
                    </a:cubicBezTo>
                    <a:cubicBezTo>
                      <a:pt x="68" y="199"/>
                      <a:pt x="68" y="199"/>
                      <a:pt x="68"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79" y="193"/>
                    </a:cubicBezTo>
                    <a:close/>
                    <a:moveTo>
                      <a:pt x="91" y="186"/>
                    </a:moveTo>
                    <a:cubicBezTo>
                      <a:pt x="90" y="185"/>
                      <a:pt x="90"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4" y="172"/>
                    </a:cubicBezTo>
                    <a:cubicBezTo>
                      <a:pt x="114" y="172"/>
                      <a:pt x="114" y="172"/>
                      <a:pt x="114"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6"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8"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49" y="148"/>
                    </a:cubicBezTo>
                    <a:cubicBezTo>
                      <a:pt x="149" y="148"/>
                      <a:pt x="149" y="148"/>
                      <a:pt x="149"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60" y="142"/>
                    </a:cubicBezTo>
                    <a:cubicBezTo>
                      <a:pt x="160" y="142"/>
                      <a:pt x="160" y="142"/>
                      <a:pt x="160" y="142"/>
                    </a:cubicBezTo>
                    <a:cubicBezTo>
                      <a:pt x="159" y="142"/>
                      <a:pt x="159" y="142"/>
                      <a:pt x="159" y="142"/>
                    </a:cubicBezTo>
                    <a:close/>
                    <a:moveTo>
                      <a:pt x="170" y="134"/>
                    </a:moveTo>
                    <a:cubicBezTo>
                      <a:pt x="169"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1"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1"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6" y="112"/>
                      <a:pt x="206" y="112"/>
                      <a:pt x="206" y="113"/>
                    </a:cubicBezTo>
                    <a:cubicBezTo>
                      <a:pt x="206" y="113"/>
                      <a:pt x="206" y="113"/>
                      <a:pt x="206" y="113"/>
                    </a:cubicBezTo>
                    <a:cubicBezTo>
                      <a:pt x="205" y="113"/>
                      <a:pt x="205" y="113"/>
                      <a:pt x="205" y="113"/>
                    </a:cubicBezTo>
                    <a:cubicBezTo>
                      <a:pt x="205" y="113"/>
                      <a:pt x="205" y="113"/>
                      <a:pt x="205" y="113"/>
                    </a:cubicBezTo>
                    <a:cubicBezTo>
                      <a:pt x="204"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6" y="98"/>
                    </a:cubicBezTo>
                    <a:close/>
                    <a:moveTo>
                      <a:pt x="238" y="90"/>
                    </a:moveTo>
                    <a:cubicBezTo>
                      <a:pt x="237" y="90"/>
                      <a:pt x="237"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49" y="81"/>
                    </a:cubicBezTo>
                    <a:cubicBezTo>
                      <a:pt x="249" y="81"/>
                      <a:pt x="249" y="81"/>
                      <a:pt x="249"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1" y="76"/>
                    </a:cubicBezTo>
                    <a:cubicBezTo>
                      <a:pt x="261" y="76"/>
                      <a:pt x="261" y="76"/>
                      <a:pt x="261" y="76"/>
                    </a:cubicBezTo>
                    <a:cubicBezTo>
                      <a:pt x="261" y="76"/>
                      <a:pt x="261" y="76"/>
                      <a:pt x="260" y="76"/>
                    </a:cubicBezTo>
                    <a:close/>
                    <a:moveTo>
                      <a:pt x="272" y="68"/>
                    </a:moveTo>
                    <a:cubicBezTo>
                      <a:pt x="271" y="68"/>
                      <a:pt x="271"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5"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6" y="46"/>
                    </a:cubicBezTo>
                    <a:close/>
                    <a:moveTo>
                      <a:pt x="317" y="39"/>
                    </a:moveTo>
                    <a:cubicBezTo>
                      <a:pt x="316"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0" y="30"/>
                    </a:cubicBezTo>
                    <a:cubicBezTo>
                      <a:pt x="330" y="30"/>
                      <a:pt x="330" y="30"/>
                      <a:pt x="330"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8"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3" y="16"/>
                      <a:pt x="353" y="17"/>
                      <a:pt x="353" y="17"/>
                    </a:cubicBezTo>
                    <a:cubicBezTo>
                      <a:pt x="353" y="17"/>
                      <a:pt x="353" y="17"/>
                      <a:pt x="353" y="17"/>
                    </a:cubicBezTo>
                    <a:cubicBezTo>
                      <a:pt x="352" y="17"/>
                      <a:pt x="352" y="17"/>
                      <a:pt x="352" y="17"/>
                    </a:cubicBezTo>
                    <a:cubicBezTo>
                      <a:pt x="352" y="17"/>
                      <a:pt x="352" y="17"/>
                      <a:pt x="352" y="17"/>
                    </a:cubicBezTo>
                    <a:cubicBezTo>
                      <a:pt x="351"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31;p2"/>
              <p:cNvSpPr/>
              <p:nvPr/>
            </p:nvSpPr>
            <p:spPr>
              <a:xfrm>
                <a:off x="9799847" y="5123909"/>
                <a:ext cx="11748" cy="19580"/>
              </a:xfrm>
              <a:custGeom>
                <a:avLst/>
                <a:gdLst/>
                <a:ahLst/>
                <a:cxnLst/>
                <a:rect l="l" t="t" r="r" b="b"/>
                <a:pathLst>
                  <a:path w="2"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0" y="0"/>
                      <a:pt x="1" y="0"/>
                    </a:cubicBezTo>
                    <a:cubicBezTo>
                      <a:pt x="1" y="0"/>
                      <a:pt x="2" y="0"/>
                      <a:pt x="2" y="1"/>
                    </a:cubicBezTo>
                    <a:cubicBezTo>
                      <a:pt x="2" y="1"/>
                      <a:pt x="2" y="1"/>
                      <a:pt x="2" y="2"/>
                    </a:cubicBezTo>
                    <a:cubicBezTo>
                      <a:pt x="2" y="2"/>
                      <a:pt x="2" y="2"/>
                      <a:pt x="2" y="3"/>
                    </a:cubicBezTo>
                    <a:cubicBezTo>
                      <a:pt x="2" y="3"/>
                      <a:pt x="2" y="3"/>
                      <a:pt x="2" y="3"/>
                    </a:cubicBezTo>
                    <a:cubicBezTo>
                      <a:pt x="1"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32;p2"/>
              <p:cNvSpPr/>
              <p:nvPr/>
            </p:nvSpPr>
            <p:spPr>
              <a:xfrm>
                <a:off x="12396228"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1" y="0"/>
                      <a:pt x="2" y="1"/>
                    </a:cubicBezTo>
                    <a:cubicBezTo>
                      <a:pt x="2" y="1"/>
                      <a:pt x="2" y="1"/>
                      <a:pt x="2" y="1"/>
                    </a:cubicBezTo>
                    <a:cubicBezTo>
                      <a:pt x="2" y="1"/>
                      <a:pt x="3" y="1"/>
                      <a:pt x="3" y="2"/>
                    </a:cubicBezTo>
                    <a:cubicBezTo>
                      <a:pt x="3" y="2"/>
                      <a:pt x="3" y="2"/>
                      <a:pt x="2"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33;p2"/>
              <p:cNvSpPr/>
              <p:nvPr/>
            </p:nvSpPr>
            <p:spPr>
              <a:xfrm>
                <a:off x="10011317" y="3573133"/>
                <a:ext cx="2330087"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2" y="243"/>
                      <a:pt x="3" y="244"/>
                    </a:cubicBezTo>
                    <a:cubicBezTo>
                      <a:pt x="3" y="244"/>
                      <a:pt x="3" y="244"/>
                      <a:pt x="3" y="244"/>
                    </a:cubicBezTo>
                    <a:cubicBezTo>
                      <a:pt x="3" y="244"/>
                      <a:pt x="3" y="245"/>
                      <a:pt x="2" y="245"/>
                    </a:cubicBezTo>
                    <a:cubicBezTo>
                      <a:pt x="2" y="245"/>
                      <a:pt x="2" y="245"/>
                      <a:pt x="2"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5" y="229"/>
                    </a:cubicBezTo>
                    <a:cubicBezTo>
                      <a:pt x="25" y="229"/>
                      <a:pt x="25" y="229"/>
                      <a:pt x="25"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3"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5" y="215"/>
                      <a:pt x="46" y="214"/>
                      <a:pt x="46" y="214"/>
                    </a:cubicBezTo>
                    <a:cubicBezTo>
                      <a:pt x="46" y="214"/>
                      <a:pt x="46" y="214"/>
                      <a:pt x="46" y="214"/>
                    </a:cubicBezTo>
                    <a:cubicBezTo>
                      <a:pt x="47" y="213"/>
                      <a:pt x="48" y="213"/>
                      <a:pt x="48" y="214"/>
                    </a:cubicBezTo>
                    <a:cubicBezTo>
                      <a:pt x="48" y="214"/>
                      <a:pt x="48" y="214"/>
                      <a:pt x="48" y="214"/>
                    </a:cubicBezTo>
                    <a:cubicBezTo>
                      <a:pt x="48" y="215"/>
                      <a:pt x="48" y="215"/>
                      <a:pt x="48" y="216"/>
                    </a:cubicBezTo>
                    <a:cubicBezTo>
                      <a:pt x="48" y="216"/>
                      <a:pt x="48" y="216"/>
                      <a:pt x="48" y="216"/>
                    </a:cubicBezTo>
                    <a:cubicBezTo>
                      <a:pt x="47"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8"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0" y="194"/>
                      <a:pt x="80" y="194"/>
                      <a:pt x="80" y="193"/>
                    </a:cubicBezTo>
                    <a:close/>
                    <a:moveTo>
                      <a:pt x="91" y="186"/>
                    </a:moveTo>
                    <a:cubicBezTo>
                      <a:pt x="91" y="185"/>
                      <a:pt x="91" y="185"/>
                      <a:pt x="91" y="184"/>
                    </a:cubicBezTo>
                    <a:cubicBezTo>
                      <a:pt x="91" y="184"/>
                      <a:pt x="91" y="184"/>
                      <a:pt x="91"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3"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7"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7" y="157"/>
                    </a:cubicBezTo>
                    <a:cubicBezTo>
                      <a:pt x="137" y="157"/>
                      <a:pt x="137" y="157"/>
                      <a:pt x="137"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2" y="133"/>
                    </a:cubicBezTo>
                    <a:cubicBezTo>
                      <a:pt x="172" y="133"/>
                      <a:pt x="172" y="133"/>
                      <a:pt x="172"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0"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2" y="119"/>
                      <a:pt x="193" y="118"/>
                      <a:pt x="193" y="118"/>
                    </a:cubicBezTo>
                    <a:cubicBezTo>
                      <a:pt x="193" y="118"/>
                      <a:pt x="193" y="118"/>
                      <a:pt x="193" y="118"/>
                    </a:cubicBezTo>
                    <a:cubicBezTo>
                      <a:pt x="194" y="118"/>
                      <a:pt x="195" y="118"/>
                      <a:pt x="195" y="118"/>
                    </a:cubicBezTo>
                    <a:cubicBezTo>
                      <a:pt x="195" y="118"/>
                      <a:pt x="195" y="118"/>
                      <a:pt x="195" y="118"/>
                    </a:cubicBezTo>
                    <a:cubicBezTo>
                      <a:pt x="195" y="119"/>
                      <a:pt x="195" y="120"/>
                      <a:pt x="195" y="120"/>
                    </a:cubicBezTo>
                    <a:cubicBezTo>
                      <a:pt x="195" y="120"/>
                      <a:pt x="195" y="120"/>
                      <a:pt x="195" y="120"/>
                    </a:cubicBezTo>
                    <a:cubicBezTo>
                      <a:pt x="194"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5"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7" y="98"/>
                      <a:pt x="227" y="98"/>
                      <a:pt x="227" y="98"/>
                    </a:cubicBezTo>
                    <a:close/>
                    <a:moveTo>
                      <a:pt x="238" y="90"/>
                    </a:moveTo>
                    <a:cubicBezTo>
                      <a:pt x="238" y="90"/>
                      <a:pt x="238" y="89"/>
                      <a:pt x="238" y="88"/>
                    </a:cubicBezTo>
                    <a:cubicBezTo>
                      <a:pt x="238" y="88"/>
                      <a:pt x="238" y="88"/>
                      <a:pt x="238"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49" y="83"/>
                    </a:cubicBezTo>
                    <a:close/>
                    <a:moveTo>
                      <a:pt x="261" y="76"/>
                    </a:moveTo>
                    <a:cubicBezTo>
                      <a:pt x="260" y="75"/>
                      <a:pt x="260"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4"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4" y="61"/>
                    </a:cubicBezTo>
                    <a:cubicBezTo>
                      <a:pt x="284" y="61"/>
                      <a:pt x="284" y="61"/>
                      <a:pt x="284" y="61"/>
                    </a:cubicBezTo>
                    <a:cubicBezTo>
                      <a:pt x="284" y="61"/>
                      <a:pt x="284" y="61"/>
                      <a:pt x="283" y="61"/>
                    </a:cubicBezTo>
                    <a:close/>
                    <a:moveTo>
                      <a:pt x="295" y="53"/>
                    </a:moveTo>
                    <a:cubicBezTo>
                      <a:pt x="294" y="53"/>
                      <a:pt x="294" y="52"/>
                      <a:pt x="295" y="52"/>
                    </a:cubicBezTo>
                    <a:cubicBezTo>
                      <a:pt x="295" y="52"/>
                      <a:pt x="295" y="52"/>
                      <a:pt x="295" y="52"/>
                    </a:cubicBezTo>
                    <a:cubicBezTo>
                      <a:pt x="296" y="51"/>
                      <a:pt x="296" y="51"/>
                      <a:pt x="297" y="52"/>
                    </a:cubicBezTo>
                    <a:cubicBezTo>
                      <a:pt x="297" y="52"/>
                      <a:pt x="297" y="52"/>
                      <a:pt x="297" y="52"/>
                    </a:cubicBezTo>
                    <a:cubicBezTo>
                      <a:pt x="297" y="53"/>
                      <a:pt x="297" y="53"/>
                      <a:pt x="296" y="54"/>
                    </a:cubicBezTo>
                    <a:cubicBezTo>
                      <a:pt x="296" y="54"/>
                      <a:pt x="296" y="54"/>
                      <a:pt x="296"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19" y="37"/>
                    </a:cubicBezTo>
                    <a:cubicBezTo>
                      <a:pt x="319" y="37"/>
                      <a:pt x="319" y="37"/>
                      <a:pt x="319"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7"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39" y="23"/>
                      <a:pt x="340" y="23"/>
                      <a:pt x="340" y="22"/>
                    </a:cubicBezTo>
                    <a:cubicBezTo>
                      <a:pt x="340" y="22"/>
                      <a:pt x="340" y="22"/>
                      <a:pt x="340" y="22"/>
                    </a:cubicBezTo>
                    <a:cubicBezTo>
                      <a:pt x="341" y="22"/>
                      <a:pt x="342" y="22"/>
                      <a:pt x="342" y="23"/>
                    </a:cubicBezTo>
                    <a:cubicBezTo>
                      <a:pt x="342" y="23"/>
                      <a:pt x="342" y="23"/>
                      <a:pt x="342" y="23"/>
                    </a:cubicBezTo>
                    <a:cubicBezTo>
                      <a:pt x="342" y="23"/>
                      <a:pt x="342" y="24"/>
                      <a:pt x="342" y="24"/>
                    </a:cubicBezTo>
                    <a:cubicBezTo>
                      <a:pt x="342" y="24"/>
                      <a:pt x="342" y="24"/>
                      <a:pt x="342" y="24"/>
                    </a:cubicBezTo>
                    <a:cubicBezTo>
                      <a:pt x="341"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2"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34;p2"/>
              <p:cNvSpPr/>
              <p:nvPr/>
            </p:nvSpPr>
            <p:spPr>
              <a:xfrm>
                <a:off x="9940827" y="5123909"/>
                <a:ext cx="19581" cy="19580"/>
              </a:xfrm>
              <a:custGeom>
                <a:avLst/>
                <a:gdLst/>
                <a:ahLst/>
                <a:cxnLst/>
                <a:rect l="l" t="t" r="r" b="b"/>
                <a:pathLst>
                  <a:path w="3" h="3" extrusionOk="0">
                    <a:moveTo>
                      <a:pt x="1" y="3"/>
                    </a:moveTo>
                    <a:cubicBezTo>
                      <a:pt x="1" y="3"/>
                      <a:pt x="1" y="3"/>
                      <a:pt x="0" y="3"/>
                    </a:cubicBezTo>
                    <a:cubicBezTo>
                      <a:pt x="0" y="2"/>
                      <a:pt x="0" y="2"/>
                      <a:pt x="0" y="2"/>
                    </a:cubicBezTo>
                    <a:cubicBezTo>
                      <a:pt x="0" y="1"/>
                      <a:pt x="0" y="1"/>
                      <a:pt x="0" y="1"/>
                    </a:cubicBezTo>
                    <a:cubicBezTo>
                      <a:pt x="0" y="1"/>
                      <a:pt x="0" y="1"/>
                      <a:pt x="0" y="1"/>
                    </a:cubicBezTo>
                    <a:cubicBezTo>
                      <a:pt x="1" y="1"/>
                      <a:pt x="1" y="0"/>
                      <a:pt x="1" y="0"/>
                    </a:cubicBezTo>
                    <a:cubicBezTo>
                      <a:pt x="1" y="0"/>
                      <a:pt x="2" y="0"/>
                      <a:pt x="2" y="0"/>
                    </a:cubicBezTo>
                    <a:cubicBezTo>
                      <a:pt x="2" y="0"/>
                      <a:pt x="2" y="1"/>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35;p2"/>
              <p:cNvSpPr/>
              <p:nvPr/>
            </p:nvSpPr>
            <p:spPr>
              <a:xfrm>
                <a:off x="12541124" y="3526140"/>
                <a:ext cx="15664" cy="15664"/>
              </a:xfrm>
              <a:custGeom>
                <a:avLst/>
                <a:gdLst/>
                <a:ahLst/>
                <a:cxnLst/>
                <a:rect l="l" t="t" r="r" b="b"/>
                <a:pathLst>
                  <a:path w="3" h="3" extrusionOk="0">
                    <a:moveTo>
                      <a:pt x="2" y="3"/>
                    </a:moveTo>
                    <a:cubicBezTo>
                      <a:pt x="1" y="3"/>
                      <a:pt x="1" y="3"/>
                      <a:pt x="1" y="3"/>
                    </a:cubicBezTo>
                    <a:cubicBezTo>
                      <a:pt x="1" y="3"/>
                      <a:pt x="1" y="3"/>
                      <a:pt x="1" y="3"/>
                    </a:cubicBezTo>
                    <a:cubicBezTo>
                      <a:pt x="0" y="3"/>
                      <a:pt x="0" y="2"/>
                      <a:pt x="0" y="2"/>
                    </a:cubicBezTo>
                    <a:cubicBezTo>
                      <a:pt x="0" y="1"/>
                      <a:pt x="0" y="1"/>
                      <a:pt x="1" y="1"/>
                    </a:cubicBezTo>
                    <a:cubicBezTo>
                      <a:pt x="1" y="0"/>
                      <a:pt x="2" y="0"/>
                      <a:pt x="2" y="1"/>
                    </a:cubicBezTo>
                    <a:cubicBezTo>
                      <a:pt x="3" y="1"/>
                      <a:pt x="3" y="1"/>
                      <a:pt x="3" y="2"/>
                    </a:cubicBezTo>
                    <a:cubicBezTo>
                      <a:pt x="3" y="2"/>
                      <a:pt x="3" y="3"/>
                      <a:pt x="2"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36;p2"/>
              <p:cNvSpPr/>
              <p:nvPr/>
            </p:nvSpPr>
            <p:spPr>
              <a:xfrm>
                <a:off x="10160129" y="3573133"/>
                <a:ext cx="2330087"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3" y="236"/>
                    </a:cubicBezTo>
                    <a:cubicBezTo>
                      <a:pt x="13" y="236"/>
                      <a:pt x="13" y="236"/>
                      <a:pt x="13"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3"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5"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5" y="216"/>
                      <a:pt x="45" y="216"/>
                    </a:cubicBezTo>
                    <a:close/>
                    <a:moveTo>
                      <a:pt x="56"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6"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8"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0"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0"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3" y="169"/>
                    </a:cubicBezTo>
                    <a:cubicBezTo>
                      <a:pt x="113" y="169"/>
                      <a:pt x="113" y="169"/>
                      <a:pt x="113"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5" y="165"/>
                    </a:cubicBezTo>
                    <a:cubicBezTo>
                      <a:pt x="125" y="165"/>
                      <a:pt x="125" y="165"/>
                      <a:pt x="125" y="165"/>
                    </a:cubicBezTo>
                    <a:cubicBezTo>
                      <a:pt x="125" y="165"/>
                      <a:pt x="125" y="164"/>
                      <a:pt x="124" y="164"/>
                    </a:cubicBezTo>
                    <a:close/>
                    <a:moveTo>
                      <a:pt x="136" y="157"/>
                    </a:moveTo>
                    <a:cubicBezTo>
                      <a:pt x="135" y="156"/>
                      <a:pt x="135" y="155"/>
                      <a:pt x="136" y="155"/>
                    </a:cubicBezTo>
                    <a:cubicBezTo>
                      <a:pt x="136" y="155"/>
                      <a:pt x="136" y="155"/>
                      <a:pt x="136" y="155"/>
                    </a:cubicBezTo>
                    <a:cubicBezTo>
                      <a:pt x="137" y="154"/>
                      <a:pt x="137"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0"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4" y="118"/>
                    </a:cubicBezTo>
                    <a:cubicBezTo>
                      <a:pt x="194" y="118"/>
                      <a:pt x="194" y="118"/>
                      <a:pt x="194"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2" y="120"/>
                      <a:pt x="192" y="120"/>
                    </a:cubicBezTo>
                    <a:close/>
                    <a:moveTo>
                      <a:pt x="203"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3"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7" y="104"/>
                      <a:pt x="217" y="105"/>
                      <a:pt x="217" y="105"/>
                    </a:cubicBezTo>
                    <a:cubicBezTo>
                      <a:pt x="217" y="105"/>
                      <a:pt x="217" y="105"/>
                      <a:pt x="217" y="105"/>
                    </a:cubicBezTo>
                    <a:cubicBezTo>
                      <a:pt x="216" y="106"/>
                      <a:pt x="216" y="106"/>
                      <a:pt x="216" y="106"/>
                    </a:cubicBezTo>
                    <a:cubicBezTo>
                      <a:pt x="216" y="106"/>
                      <a:pt x="216" y="106"/>
                      <a:pt x="216" y="106"/>
                    </a:cubicBezTo>
                    <a:cubicBezTo>
                      <a:pt x="215"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8"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0" y="74"/>
                    </a:cubicBezTo>
                    <a:cubicBezTo>
                      <a:pt x="260" y="74"/>
                      <a:pt x="260" y="74"/>
                      <a:pt x="260"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2" y="69"/>
                    </a:cubicBezTo>
                    <a:cubicBezTo>
                      <a:pt x="272" y="69"/>
                      <a:pt x="272" y="69"/>
                      <a:pt x="272" y="69"/>
                    </a:cubicBezTo>
                    <a:cubicBezTo>
                      <a:pt x="272" y="69"/>
                      <a:pt x="272" y="69"/>
                      <a:pt x="271" y="68"/>
                    </a:cubicBezTo>
                    <a:close/>
                    <a:moveTo>
                      <a:pt x="283" y="61"/>
                    </a:moveTo>
                    <a:cubicBezTo>
                      <a:pt x="282" y="60"/>
                      <a:pt x="282"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7"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1" y="23"/>
                    </a:cubicBezTo>
                    <a:cubicBezTo>
                      <a:pt x="341" y="23"/>
                      <a:pt x="341" y="23"/>
                      <a:pt x="341"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39"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4" y="8"/>
                      <a:pt x="364" y="9"/>
                      <a:pt x="364" y="10"/>
                    </a:cubicBezTo>
                    <a:cubicBezTo>
                      <a:pt x="364" y="10"/>
                      <a:pt x="364" y="10"/>
                      <a:pt x="364" y="10"/>
                    </a:cubicBezTo>
                    <a:cubicBezTo>
                      <a:pt x="363"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37;p2"/>
              <p:cNvSpPr/>
              <p:nvPr/>
            </p:nvSpPr>
            <p:spPr>
              <a:xfrm>
                <a:off x="10085723" y="5123909"/>
                <a:ext cx="15664" cy="19580"/>
              </a:xfrm>
              <a:custGeom>
                <a:avLst/>
                <a:gdLst/>
                <a:ahLst/>
                <a:cxnLst/>
                <a:rect l="l" t="t" r="r" b="b"/>
                <a:pathLst>
                  <a:path w="3" h="3" extrusionOk="0">
                    <a:moveTo>
                      <a:pt x="2" y="3"/>
                    </a:moveTo>
                    <a:cubicBezTo>
                      <a:pt x="2" y="3"/>
                      <a:pt x="1" y="3"/>
                      <a:pt x="1" y="3"/>
                    </a:cubicBezTo>
                    <a:cubicBezTo>
                      <a:pt x="1" y="3"/>
                      <a:pt x="1" y="3"/>
                      <a:pt x="1" y="3"/>
                    </a:cubicBezTo>
                    <a:cubicBezTo>
                      <a:pt x="1" y="2"/>
                      <a:pt x="0" y="2"/>
                      <a:pt x="0" y="2"/>
                    </a:cubicBezTo>
                    <a:cubicBezTo>
                      <a:pt x="0" y="1"/>
                      <a:pt x="0" y="1"/>
                      <a:pt x="1" y="1"/>
                    </a:cubicBezTo>
                    <a:cubicBezTo>
                      <a:pt x="1" y="1"/>
                      <a:pt x="1" y="1"/>
                      <a:pt x="1" y="1"/>
                    </a:cubicBezTo>
                    <a:cubicBezTo>
                      <a:pt x="1" y="1"/>
                      <a:pt x="1" y="0"/>
                      <a:pt x="1" y="0"/>
                    </a:cubicBezTo>
                    <a:cubicBezTo>
                      <a:pt x="2" y="0"/>
                      <a:pt x="2" y="0"/>
                      <a:pt x="2" y="0"/>
                    </a:cubicBezTo>
                    <a:cubicBezTo>
                      <a:pt x="2" y="0"/>
                      <a:pt x="3" y="1"/>
                      <a:pt x="3" y="1"/>
                    </a:cubicBezTo>
                    <a:cubicBezTo>
                      <a:pt x="3" y="1"/>
                      <a:pt x="3" y="1"/>
                      <a:pt x="3" y="1"/>
                    </a:cubicBezTo>
                    <a:cubicBezTo>
                      <a:pt x="3" y="1"/>
                      <a:pt x="3" y="1"/>
                      <a:pt x="3" y="2"/>
                    </a:cubicBezTo>
                    <a:cubicBezTo>
                      <a:pt x="3" y="2"/>
                      <a:pt x="3" y="2"/>
                      <a:pt x="3"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38;p2"/>
              <p:cNvSpPr/>
              <p:nvPr/>
            </p:nvSpPr>
            <p:spPr>
              <a:xfrm>
                <a:off x="12689936" y="3526140"/>
                <a:ext cx="11748" cy="15664"/>
              </a:xfrm>
              <a:custGeom>
                <a:avLst/>
                <a:gdLst/>
                <a:ahLst/>
                <a:cxnLst/>
                <a:rect l="l" t="t" r="r" b="b"/>
                <a:pathLst>
                  <a:path w="2" h="3" extrusionOk="0">
                    <a:moveTo>
                      <a:pt x="1" y="3"/>
                    </a:moveTo>
                    <a:cubicBezTo>
                      <a:pt x="1" y="3"/>
                      <a:pt x="1" y="3"/>
                      <a:pt x="0" y="3"/>
                    </a:cubicBezTo>
                    <a:cubicBezTo>
                      <a:pt x="0"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39;p2"/>
              <p:cNvSpPr/>
              <p:nvPr/>
            </p:nvSpPr>
            <p:spPr>
              <a:xfrm>
                <a:off x="10301109" y="3573133"/>
                <a:ext cx="2330087"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3" y="244"/>
                    </a:cubicBezTo>
                    <a:cubicBezTo>
                      <a:pt x="3" y="244"/>
                      <a:pt x="3" y="244"/>
                      <a:pt x="3"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2"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5"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4" y="223"/>
                      <a:pt x="34" y="223"/>
                    </a:cubicBezTo>
                    <a:close/>
                    <a:moveTo>
                      <a:pt x="46" y="216"/>
                    </a:moveTo>
                    <a:cubicBezTo>
                      <a:pt x="45" y="215"/>
                      <a:pt x="45" y="214"/>
                      <a:pt x="46" y="214"/>
                    </a:cubicBezTo>
                    <a:cubicBezTo>
                      <a:pt x="46" y="214"/>
                      <a:pt x="46" y="214"/>
                      <a:pt x="46" y="214"/>
                    </a:cubicBezTo>
                    <a:cubicBezTo>
                      <a:pt x="47"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59" y="207"/>
                      <a:pt x="59" y="208"/>
                      <a:pt x="59" y="209"/>
                    </a:cubicBezTo>
                    <a:cubicBezTo>
                      <a:pt x="59" y="209"/>
                      <a:pt x="59" y="209"/>
                      <a:pt x="59" y="209"/>
                    </a:cubicBezTo>
                    <a:cubicBezTo>
                      <a:pt x="58"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70"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79" y="193"/>
                    </a:cubicBezTo>
                    <a:close/>
                    <a:moveTo>
                      <a:pt x="91" y="186"/>
                    </a:moveTo>
                    <a:cubicBezTo>
                      <a:pt x="90" y="185"/>
                      <a:pt x="91"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7"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8"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60" y="142"/>
                    </a:cubicBezTo>
                    <a:cubicBezTo>
                      <a:pt x="160" y="142"/>
                      <a:pt x="160" y="142"/>
                      <a:pt x="160" y="142"/>
                    </a:cubicBezTo>
                    <a:cubicBezTo>
                      <a:pt x="159" y="142"/>
                      <a:pt x="159" y="142"/>
                      <a:pt x="159" y="142"/>
                    </a:cubicBezTo>
                    <a:close/>
                    <a:moveTo>
                      <a:pt x="170" y="134"/>
                    </a:moveTo>
                    <a:cubicBezTo>
                      <a:pt x="170"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2"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1"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6" y="112"/>
                      <a:pt x="206" y="112"/>
                      <a:pt x="206" y="113"/>
                    </a:cubicBezTo>
                    <a:cubicBezTo>
                      <a:pt x="206" y="113"/>
                      <a:pt x="206" y="113"/>
                      <a:pt x="206" y="113"/>
                    </a:cubicBezTo>
                    <a:cubicBezTo>
                      <a:pt x="205"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7"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6" y="98"/>
                    </a:cubicBezTo>
                    <a:close/>
                    <a:moveTo>
                      <a:pt x="238" y="90"/>
                    </a:moveTo>
                    <a:cubicBezTo>
                      <a:pt x="237" y="90"/>
                      <a:pt x="238"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49" y="81"/>
                    </a:cubicBezTo>
                    <a:cubicBezTo>
                      <a:pt x="249" y="81"/>
                      <a:pt x="249" y="81"/>
                      <a:pt x="249"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2" y="76"/>
                    </a:cubicBezTo>
                    <a:cubicBezTo>
                      <a:pt x="262" y="76"/>
                      <a:pt x="262" y="76"/>
                      <a:pt x="262" y="76"/>
                    </a:cubicBezTo>
                    <a:cubicBezTo>
                      <a:pt x="261" y="76"/>
                      <a:pt x="261" y="76"/>
                      <a:pt x="260" y="76"/>
                    </a:cubicBezTo>
                    <a:close/>
                    <a:moveTo>
                      <a:pt x="272" y="68"/>
                    </a:moveTo>
                    <a:cubicBezTo>
                      <a:pt x="271" y="68"/>
                      <a:pt x="271"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5"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6" y="46"/>
                    </a:cubicBezTo>
                    <a:close/>
                    <a:moveTo>
                      <a:pt x="317" y="39"/>
                    </a:moveTo>
                    <a:cubicBezTo>
                      <a:pt x="317"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0" y="30"/>
                    </a:cubicBezTo>
                    <a:cubicBezTo>
                      <a:pt x="330" y="30"/>
                      <a:pt x="330" y="30"/>
                      <a:pt x="330"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8"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4" y="16"/>
                      <a:pt x="353" y="17"/>
                      <a:pt x="353" y="17"/>
                    </a:cubicBezTo>
                    <a:cubicBezTo>
                      <a:pt x="353" y="17"/>
                      <a:pt x="353" y="17"/>
                      <a:pt x="353" y="17"/>
                    </a:cubicBezTo>
                    <a:cubicBezTo>
                      <a:pt x="352"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40;p2"/>
              <p:cNvSpPr/>
              <p:nvPr/>
            </p:nvSpPr>
            <p:spPr>
              <a:xfrm>
                <a:off x="10234535" y="5123909"/>
                <a:ext cx="11748" cy="19580"/>
              </a:xfrm>
              <a:custGeom>
                <a:avLst/>
                <a:gdLst/>
                <a:ahLst/>
                <a:cxnLst/>
                <a:rect l="l" t="t" r="r" b="b"/>
                <a:pathLst>
                  <a:path w="2"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0" y="0"/>
                      <a:pt x="1" y="0"/>
                    </a:cubicBezTo>
                    <a:cubicBezTo>
                      <a:pt x="1" y="0"/>
                      <a:pt x="1" y="0"/>
                      <a:pt x="2" y="0"/>
                    </a:cubicBezTo>
                    <a:cubicBezTo>
                      <a:pt x="2" y="0"/>
                      <a:pt x="2" y="1"/>
                      <a:pt x="2" y="1"/>
                    </a:cubicBezTo>
                    <a:cubicBezTo>
                      <a:pt x="2" y="1"/>
                      <a:pt x="2" y="1"/>
                      <a:pt x="2" y="2"/>
                    </a:cubicBezTo>
                    <a:cubicBezTo>
                      <a:pt x="2" y="2"/>
                      <a:pt x="2" y="2"/>
                      <a:pt x="2" y="3"/>
                    </a:cubicBezTo>
                    <a:cubicBezTo>
                      <a:pt x="2" y="3"/>
                      <a:pt x="2" y="3"/>
                      <a:pt x="2" y="3"/>
                    </a:cubicBezTo>
                    <a:cubicBezTo>
                      <a:pt x="1"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41;p2"/>
              <p:cNvSpPr/>
              <p:nvPr/>
            </p:nvSpPr>
            <p:spPr>
              <a:xfrm>
                <a:off x="12830916"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1" y="0"/>
                      <a:pt x="2" y="1"/>
                    </a:cubicBezTo>
                    <a:cubicBezTo>
                      <a:pt x="2" y="1"/>
                      <a:pt x="2" y="1"/>
                      <a:pt x="2" y="1"/>
                    </a:cubicBezTo>
                    <a:cubicBezTo>
                      <a:pt x="2" y="1"/>
                      <a:pt x="3" y="1"/>
                      <a:pt x="3" y="2"/>
                    </a:cubicBezTo>
                    <a:cubicBezTo>
                      <a:pt x="3" y="2"/>
                      <a:pt x="3" y="2"/>
                      <a:pt x="2"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42;p2"/>
              <p:cNvSpPr/>
              <p:nvPr/>
            </p:nvSpPr>
            <p:spPr>
              <a:xfrm>
                <a:off x="10446005" y="3573133"/>
                <a:ext cx="2330087"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2" y="243"/>
                      <a:pt x="3" y="244"/>
                    </a:cubicBezTo>
                    <a:cubicBezTo>
                      <a:pt x="3" y="244"/>
                      <a:pt x="3" y="244"/>
                      <a:pt x="3" y="244"/>
                    </a:cubicBezTo>
                    <a:cubicBezTo>
                      <a:pt x="3" y="244"/>
                      <a:pt x="3" y="245"/>
                      <a:pt x="2" y="245"/>
                    </a:cubicBezTo>
                    <a:cubicBezTo>
                      <a:pt x="2" y="245"/>
                      <a:pt x="2" y="245"/>
                      <a:pt x="2"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6" y="229"/>
                    </a:cubicBezTo>
                    <a:cubicBezTo>
                      <a:pt x="26" y="229"/>
                      <a:pt x="26" y="229"/>
                      <a:pt x="26"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3"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5" y="215"/>
                      <a:pt x="46" y="214"/>
                      <a:pt x="46" y="214"/>
                    </a:cubicBezTo>
                    <a:cubicBezTo>
                      <a:pt x="46" y="214"/>
                      <a:pt x="46" y="214"/>
                      <a:pt x="46" y="214"/>
                    </a:cubicBezTo>
                    <a:cubicBezTo>
                      <a:pt x="47" y="213"/>
                      <a:pt x="48" y="213"/>
                      <a:pt x="48" y="214"/>
                    </a:cubicBezTo>
                    <a:cubicBezTo>
                      <a:pt x="48" y="214"/>
                      <a:pt x="48" y="214"/>
                      <a:pt x="48" y="214"/>
                    </a:cubicBezTo>
                    <a:cubicBezTo>
                      <a:pt x="49" y="215"/>
                      <a:pt x="48" y="215"/>
                      <a:pt x="48" y="216"/>
                    </a:cubicBezTo>
                    <a:cubicBezTo>
                      <a:pt x="48" y="216"/>
                      <a:pt x="48" y="216"/>
                      <a:pt x="48" y="216"/>
                    </a:cubicBezTo>
                    <a:cubicBezTo>
                      <a:pt x="48"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70"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8"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0" y="194"/>
                      <a:pt x="80" y="194"/>
                      <a:pt x="80" y="193"/>
                    </a:cubicBezTo>
                    <a:close/>
                    <a:moveTo>
                      <a:pt x="91" y="186"/>
                    </a:moveTo>
                    <a:cubicBezTo>
                      <a:pt x="91" y="185"/>
                      <a:pt x="91" y="185"/>
                      <a:pt x="92" y="184"/>
                    </a:cubicBezTo>
                    <a:cubicBezTo>
                      <a:pt x="92" y="184"/>
                      <a:pt x="92" y="184"/>
                      <a:pt x="92"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3"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7"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7" y="157"/>
                    </a:cubicBezTo>
                    <a:cubicBezTo>
                      <a:pt x="137" y="157"/>
                      <a:pt x="137" y="157"/>
                      <a:pt x="137"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3" y="133"/>
                    </a:cubicBezTo>
                    <a:cubicBezTo>
                      <a:pt x="173" y="133"/>
                      <a:pt x="173" y="133"/>
                      <a:pt x="173"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1"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2" y="119"/>
                      <a:pt x="193" y="118"/>
                      <a:pt x="193" y="118"/>
                    </a:cubicBezTo>
                    <a:cubicBezTo>
                      <a:pt x="193" y="118"/>
                      <a:pt x="193" y="118"/>
                      <a:pt x="193" y="118"/>
                    </a:cubicBezTo>
                    <a:cubicBezTo>
                      <a:pt x="194" y="118"/>
                      <a:pt x="195" y="118"/>
                      <a:pt x="195" y="118"/>
                    </a:cubicBezTo>
                    <a:cubicBezTo>
                      <a:pt x="195" y="118"/>
                      <a:pt x="195" y="118"/>
                      <a:pt x="195" y="118"/>
                    </a:cubicBezTo>
                    <a:cubicBezTo>
                      <a:pt x="196" y="119"/>
                      <a:pt x="195" y="120"/>
                      <a:pt x="195" y="120"/>
                    </a:cubicBezTo>
                    <a:cubicBezTo>
                      <a:pt x="195" y="120"/>
                      <a:pt x="195" y="120"/>
                      <a:pt x="195" y="120"/>
                    </a:cubicBezTo>
                    <a:cubicBezTo>
                      <a:pt x="195"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7"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5"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8" y="98"/>
                      <a:pt x="227" y="98"/>
                      <a:pt x="227" y="98"/>
                    </a:cubicBezTo>
                    <a:close/>
                    <a:moveTo>
                      <a:pt x="238" y="90"/>
                    </a:moveTo>
                    <a:cubicBezTo>
                      <a:pt x="238" y="90"/>
                      <a:pt x="238" y="89"/>
                      <a:pt x="239" y="88"/>
                    </a:cubicBezTo>
                    <a:cubicBezTo>
                      <a:pt x="239" y="88"/>
                      <a:pt x="239" y="88"/>
                      <a:pt x="239"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49" y="83"/>
                    </a:cubicBezTo>
                    <a:close/>
                    <a:moveTo>
                      <a:pt x="261" y="76"/>
                    </a:moveTo>
                    <a:cubicBezTo>
                      <a:pt x="260" y="75"/>
                      <a:pt x="261"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4"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4" y="61"/>
                    </a:cubicBezTo>
                    <a:cubicBezTo>
                      <a:pt x="284" y="61"/>
                      <a:pt x="284" y="61"/>
                      <a:pt x="284" y="61"/>
                    </a:cubicBezTo>
                    <a:cubicBezTo>
                      <a:pt x="284" y="61"/>
                      <a:pt x="284" y="61"/>
                      <a:pt x="283" y="61"/>
                    </a:cubicBezTo>
                    <a:close/>
                    <a:moveTo>
                      <a:pt x="295" y="53"/>
                    </a:moveTo>
                    <a:cubicBezTo>
                      <a:pt x="294" y="53"/>
                      <a:pt x="294" y="52"/>
                      <a:pt x="295" y="52"/>
                    </a:cubicBezTo>
                    <a:cubicBezTo>
                      <a:pt x="295" y="52"/>
                      <a:pt x="295" y="52"/>
                      <a:pt x="295" y="52"/>
                    </a:cubicBezTo>
                    <a:cubicBezTo>
                      <a:pt x="296" y="51"/>
                      <a:pt x="296" y="51"/>
                      <a:pt x="297" y="52"/>
                    </a:cubicBezTo>
                    <a:cubicBezTo>
                      <a:pt x="297" y="52"/>
                      <a:pt x="297" y="52"/>
                      <a:pt x="297" y="52"/>
                    </a:cubicBezTo>
                    <a:cubicBezTo>
                      <a:pt x="297" y="53"/>
                      <a:pt x="297" y="53"/>
                      <a:pt x="297" y="54"/>
                    </a:cubicBezTo>
                    <a:cubicBezTo>
                      <a:pt x="297" y="54"/>
                      <a:pt x="297" y="54"/>
                      <a:pt x="297"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20" y="37"/>
                    </a:cubicBezTo>
                    <a:cubicBezTo>
                      <a:pt x="320" y="37"/>
                      <a:pt x="320" y="37"/>
                      <a:pt x="320"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8"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40" y="23"/>
                      <a:pt x="340" y="23"/>
                      <a:pt x="340" y="22"/>
                    </a:cubicBezTo>
                    <a:cubicBezTo>
                      <a:pt x="340" y="22"/>
                      <a:pt x="340" y="22"/>
                      <a:pt x="340" y="22"/>
                    </a:cubicBezTo>
                    <a:cubicBezTo>
                      <a:pt x="341" y="22"/>
                      <a:pt x="342" y="22"/>
                      <a:pt x="342" y="23"/>
                    </a:cubicBezTo>
                    <a:cubicBezTo>
                      <a:pt x="342" y="23"/>
                      <a:pt x="342" y="23"/>
                      <a:pt x="342" y="23"/>
                    </a:cubicBezTo>
                    <a:cubicBezTo>
                      <a:pt x="343" y="23"/>
                      <a:pt x="342" y="24"/>
                      <a:pt x="342" y="24"/>
                    </a:cubicBezTo>
                    <a:cubicBezTo>
                      <a:pt x="342" y="24"/>
                      <a:pt x="342" y="24"/>
                      <a:pt x="342" y="24"/>
                    </a:cubicBezTo>
                    <a:cubicBezTo>
                      <a:pt x="342"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1" y="17"/>
                      <a:pt x="351" y="17"/>
                    </a:cubicBezTo>
                    <a:close/>
                    <a:moveTo>
                      <a:pt x="363" y="9"/>
                    </a:moveTo>
                    <a:cubicBezTo>
                      <a:pt x="362" y="9"/>
                      <a:pt x="362" y="8"/>
                      <a:pt x="363" y="7"/>
                    </a:cubicBezTo>
                    <a:cubicBezTo>
                      <a:pt x="363" y="7"/>
                      <a:pt x="363" y="7"/>
                      <a:pt x="363" y="7"/>
                    </a:cubicBezTo>
                    <a:cubicBezTo>
                      <a:pt x="364"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3"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5"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 name="Google Shape;43;p2"/>
              <p:cNvSpPr/>
              <p:nvPr/>
            </p:nvSpPr>
            <p:spPr>
              <a:xfrm>
                <a:off x="10375515" y="5123909"/>
                <a:ext cx="19581" cy="19580"/>
              </a:xfrm>
              <a:custGeom>
                <a:avLst/>
                <a:gdLst/>
                <a:ahLst/>
                <a:cxnLst/>
                <a:rect l="l" t="t" r="r" b="b"/>
                <a:pathLst>
                  <a:path w="3" h="3" extrusionOk="0">
                    <a:moveTo>
                      <a:pt x="1" y="3"/>
                    </a:moveTo>
                    <a:cubicBezTo>
                      <a:pt x="1" y="3"/>
                      <a:pt x="1" y="3"/>
                      <a:pt x="1" y="3"/>
                    </a:cubicBezTo>
                    <a:cubicBezTo>
                      <a:pt x="0" y="2"/>
                      <a:pt x="0" y="2"/>
                      <a:pt x="0" y="2"/>
                    </a:cubicBezTo>
                    <a:cubicBezTo>
                      <a:pt x="0" y="1"/>
                      <a:pt x="0" y="1"/>
                      <a:pt x="0" y="1"/>
                    </a:cubicBezTo>
                    <a:cubicBezTo>
                      <a:pt x="0" y="1"/>
                      <a:pt x="0" y="1"/>
                      <a:pt x="1" y="1"/>
                    </a:cubicBezTo>
                    <a:cubicBezTo>
                      <a:pt x="1" y="1"/>
                      <a:pt x="1" y="0"/>
                      <a:pt x="1" y="0"/>
                    </a:cubicBezTo>
                    <a:cubicBezTo>
                      <a:pt x="1" y="0"/>
                      <a:pt x="2" y="0"/>
                      <a:pt x="2" y="0"/>
                    </a:cubicBezTo>
                    <a:cubicBezTo>
                      <a:pt x="2" y="0"/>
                      <a:pt x="2" y="1"/>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44;p2"/>
              <p:cNvSpPr/>
              <p:nvPr/>
            </p:nvSpPr>
            <p:spPr>
              <a:xfrm>
                <a:off x="12975813" y="3526140"/>
                <a:ext cx="15664" cy="15664"/>
              </a:xfrm>
              <a:custGeom>
                <a:avLst/>
                <a:gdLst/>
                <a:ahLst/>
                <a:cxnLst/>
                <a:rect l="l" t="t" r="r" b="b"/>
                <a:pathLst>
                  <a:path w="3" h="3" extrusionOk="0">
                    <a:moveTo>
                      <a:pt x="2" y="3"/>
                    </a:moveTo>
                    <a:cubicBezTo>
                      <a:pt x="1" y="3"/>
                      <a:pt x="1" y="3"/>
                      <a:pt x="1" y="3"/>
                    </a:cubicBezTo>
                    <a:cubicBezTo>
                      <a:pt x="0" y="3"/>
                      <a:pt x="0" y="2"/>
                      <a:pt x="0" y="2"/>
                    </a:cubicBezTo>
                    <a:cubicBezTo>
                      <a:pt x="0" y="1"/>
                      <a:pt x="0" y="1"/>
                      <a:pt x="1" y="1"/>
                    </a:cubicBezTo>
                    <a:cubicBezTo>
                      <a:pt x="1" y="0"/>
                      <a:pt x="2" y="0"/>
                      <a:pt x="3" y="1"/>
                    </a:cubicBezTo>
                    <a:cubicBezTo>
                      <a:pt x="3" y="1"/>
                      <a:pt x="3" y="1"/>
                      <a:pt x="3" y="2"/>
                    </a:cubicBezTo>
                    <a:cubicBezTo>
                      <a:pt x="3" y="2"/>
                      <a:pt x="3" y="3"/>
                      <a:pt x="3"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 name="Google Shape;45;p2"/>
              <p:cNvSpPr/>
              <p:nvPr/>
            </p:nvSpPr>
            <p:spPr>
              <a:xfrm>
                <a:off x="10594817" y="3573133"/>
                <a:ext cx="2330087"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4" y="236"/>
                    </a:cubicBezTo>
                    <a:cubicBezTo>
                      <a:pt x="14" y="236"/>
                      <a:pt x="14" y="236"/>
                      <a:pt x="14"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4"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6"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5" y="216"/>
                      <a:pt x="45" y="216"/>
                    </a:cubicBezTo>
                    <a:close/>
                    <a:moveTo>
                      <a:pt x="57"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7"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1"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0"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3" y="169"/>
                    </a:cubicBezTo>
                    <a:cubicBezTo>
                      <a:pt x="113" y="169"/>
                      <a:pt x="113" y="169"/>
                      <a:pt x="113"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5" y="165"/>
                    </a:cubicBezTo>
                    <a:cubicBezTo>
                      <a:pt x="125" y="165"/>
                      <a:pt x="125" y="165"/>
                      <a:pt x="125" y="165"/>
                    </a:cubicBezTo>
                    <a:cubicBezTo>
                      <a:pt x="125" y="165"/>
                      <a:pt x="125" y="164"/>
                      <a:pt x="124" y="164"/>
                    </a:cubicBezTo>
                    <a:close/>
                    <a:moveTo>
                      <a:pt x="136" y="157"/>
                    </a:moveTo>
                    <a:cubicBezTo>
                      <a:pt x="135" y="156"/>
                      <a:pt x="135" y="155"/>
                      <a:pt x="136" y="155"/>
                    </a:cubicBezTo>
                    <a:cubicBezTo>
                      <a:pt x="136" y="155"/>
                      <a:pt x="136" y="155"/>
                      <a:pt x="136" y="155"/>
                    </a:cubicBezTo>
                    <a:cubicBezTo>
                      <a:pt x="137" y="154"/>
                      <a:pt x="138"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1"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4" y="118"/>
                    </a:cubicBezTo>
                    <a:cubicBezTo>
                      <a:pt x="194" y="118"/>
                      <a:pt x="194" y="118"/>
                      <a:pt x="194"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2" y="120"/>
                      <a:pt x="192" y="120"/>
                    </a:cubicBezTo>
                    <a:close/>
                    <a:moveTo>
                      <a:pt x="204"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4"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7" y="104"/>
                      <a:pt x="217" y="105"/>
                      <a:pt x="217" y="105"/>
                    </a:cubicBezTo>
                    <a:cubicBezTo>
                      <a:pt x="217" y="105"/>
                      <a:pt x="217" y="105"/>
                      <a:pt x="217" y="105"/>
                    </a:cubicBezTo>
                    <a:cubicBezTo>
                      <a:pt x="216"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8"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0" y="74"/>
                    </a:cubicBezTo>
                    <a:cubicBezTo>
                      <a:pt x="260" y="74"/>
                      <a:pt x="260" y="74"/>
                      <a:pt x="260"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1" y="68"/>
                    </a:cubicBezTo>
                    <a:close/>
                    <a:moveTo>
                      <a:pt x="283" y="61"/>
                    </a:moveTo>
                    <a:cubicBezTo>
                      <a:pt x="282" y="60"/>
                      <a:pt x="282"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8"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1" y="23"/>
                    </a:cubicBezTo>
                    <a:cubicBezTo>
                      <a:pt x="341" y="23"/>
                      <a:pt x="341" y="23"/>
                      <a:pt x="341"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40"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4" y="8"/>
                      <a:pt x="364" y="9"/>
                      <a:pt x="364" y="10"/>
                    </a:cubicBezTo>
                    <a:cubicBezTo>
                      <a:pt x="364" y="10"/>
                      <a:pt x="364" y="10"/>
                      <a:pt x="364" y="10"/>
                    </a:cubicBezTo>
                    <a:cubicBezTo>
                      <a:pt x="363"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 name="Google Shape;46;p2"/>
              <p:cNvSpPr/>
              <p:nvPr/>
            </p:nvSpPr>
            <p:spPr>
              <a:xfrm>
                <a:off x="10520411" y="5123909"/>
                <a:ext cx="15664" cy="19580"/>
              </a:xfrm>
              <a:custGeom>
                <a:avLst/>
                <a:gdLst/>
                <a:ahLst/>
                <a:cxnLst/>
                <a:rect l="l" t="t" r="r" b="b"/>
                <a:pathLst>
                  <a:path w="3" h="3" extrusionOk="0">
                    <a:moveTo>
                      <a:pt x="2" y="3"/>
                    </a:moveTo>
                    <a:cubicBezTo>
                      <a:pt x="2" y="3"/>
                      <a:pt x="1" y="3"/>
                      <a:pt x="1" y="3"/>
                    </a:cubicBezTo>
                    <a:cubicBezTo>
                      <a:pt x="1" y="3"/>
                      <a:pt x="1" y="3"/>
                      <a:pt x="1" y="3"/>
                    </a:cubicBezTo>
                    <a:cubicBezTo>
                      <a:pt x="1" y="2"/>
                      <a:pt x="0" y="2"/>
                      <a:pt x="0" y="2"/>
                    </a:cubicBezTo>
                    <a:cubicBezTo>
                      <a:pt x="0" y="1"/>
                      <a:pt x="0" y="1"/>
                      <a:pt x="1" y="1"/>
                    </a:cubicBezTo>
                    <a:cubicBezTo>
                      <a:pt x="1" y="1"/>
                      <a:pt x="1" y="1"/>
                      <a:pt x="1" y="1"/>
                    </a:cubicBezTo>
                    <a:cubicBezTo>
                      <a:pt x="1" y="1"/>
                      <a:pt x="1" y="0"/>
                      <a:pt x="1" y="0"/>
                    </a:cubicBezTo>
                    <a:cubicBezTo>
                      <a:pt x="2" y="0"/>
                      <a:pt x="2" y="0"/>
                      <a:pt x="2" y="0"/>
                    </a:cubicBezTo>
                    <a:cubicBezTo>
                      <a:pt x="2" y="0"/>
                      <a:pt x="3" y="1"/>
                      <a:pt x="3" y="1"/>
                    </a:cubicBezTo>
                    <a:cubicBezTo>
                      <a:pt x="3" y="1"/>
                      <a:pt x="3" y="1"/>
                      <a:pt x="3" y="1"/>
                    </a:cubicBezTo>
                    <a:cubicBezTo>
                      <a:pt x="3" y="1"/>
                      <a:pt x="3" y="1"/>
                      <a:pt x="3" y="2"/>
                    </a:cubicBezTo>
                    <a:cubicBezTo>
                      <a:pt x="3" y="2"/>
                      <a:pt x="3" y="2"/>
                      <a:pt x="3"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47;p2"/>
              <p:cNvSpPr/>
              <p:nvPr/>
            </p:nvSpPr>
            <p:spPr>
              <a:xfrm>
                <a:off x="13124625" y="3526140"/>
                <a:ext cx="11748" cy="15664"/>
              </a:xfrm>
              <a:custGeom>
                <a:avLst/>
                <a:gdLst/>
                <a:ahLst/>
                <a:cxnLst/>
                <a:rect l="l" t="t" r="r" b="b"/>
                <a:pathLst>
                  <a:path w="2" h="3" extrusionOk="0">
                    <a:moveTo>
                      <a:pt x="1" y="3"/>
                    </a:moveTo>
                    <a:cubicBezTo>
                      <a:pt x="1" y="3"/>
                      <a:pt x="1" y="3"/>
                      <a:pt x="0" y="3"/>
                    </a:cubicBezTo>
                    <a:cubicBezTo>
                      <a:pt x="0"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 name="Google Shape;48;p2"/>
              <p:cNvSpPr/>
              <p:nvPr/>
            </p:nvSpPr>
            <p:spPr>
              <a:xfrm>
                <a:off x="10735797" y="3573133"/>
                <a:ext cx="2330087"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3" y="244"/>
                    </a:cubicBezTo>
                    <a:cubicBezTo>
                      <a:pt x="3" y="244"/>
                      <a:pt x="3" y="244"/>
                      <a:pt x="3"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3"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5"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5" y="223"/>
                      <a:pt x="34" y="223"/>
                    </a:cubicBezTo>
                    <a:close/>
                    <a:moveTo>
                      <a:pt x="46" y="216"/>
                    </a:moveTo>
                    <a:cubicBezTo>
                      <a:pt x="45" y="215"/>
                      <a:pt x="45" y="214"/>
                      <a:pt x="46" y="214"/>
                    </a:cubicBezTo>
                    <a:cubicBezTo>
                      <a:pt x="46" y="214"/>
                      <a:pt x="46" y="214"/>
                      <a:pt x="46" y="214"/>
                    </a:cubicBezTo>
                    <a:cubicBezTo>
                      <a:pt x="47"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60" y="207"/>
                      <a:pt x="59" y="208"/>
                      <a:pt x="59" y="209"/>
                    </a:cubicBezTo>
                    <a:cubicBezTo>
                      <a:pt x="59" y="209"/>
                      <a:pt x="59" y="209"/>
                      <a:pt x="59" y="209"/>
                    </a:cubicBezTo>
                    <a:cubicBezTo>
                      <a:pt x="58"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70" y="201"/>
                      <a:pt x="69" y="201"/>
                    </a:cubicBezTo>
                    <a:cubicBezTo>
                      <a:pt x="69" y="201"/>
                      <a:pt x="69" y="201"/>
                      <a:pt x="69" y="201"/>
                    </a:cubicBezTo>
                    <a:cubicBezTo>
                      <a:pt x="69" y="201"/>
                      <a:pt x="68" y="201"/>
                      <a:pt x="68" y="201"/>
                    </a:cubicBezTo>
                    <a:close/>
                    <a:moveTo>
                      <a:pt x="80"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80" y="193"/>
                    </a:cubicBezTo>
                    <a:close/>
                    <a:moveTo>
                      <a:pt x="91" y="186"/>
                    </a:moveTo>
                    <a:cubicBezTo>
                      <a:pt x="90" y="185"/>
                      <a:pt x="91"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7"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9"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1" y="142"/>
                    </a:cubicBezTo>
                    <a:cubicBezTo>
                      <a:pt x="161" y="142"/>
                      <a:pt x="161" y="142"/>
                      <a:pt x="161" y="142"/>
                    </a:cubicBezTo>
                    <a:cubicBezTo>
                      <a:pt x="160" y="142"/>
                      <a:pt x="160" y="142"/>
                      <a:pt x="160" y="142"/>
                    </a:cubicBezTo>
                    <a:cubicBezTo>
                      <a:pt x="160" y="142"/>
                      <a:pt x="160" y="142"/>
                      <a:pt x="160" y="142"/>
                    </a:cubicBezTo>
                    <a:cubicBezTo>
                      <a:pt x="159" y="142"/>
                      <a:pt x="159" y="142"/>
                      <a:pt x="159" y="142"/>
                    </a:cubicBezTo>
                    <a:close/>
                    <a:moveTo>
                      <a:pt x="170" y="134"/>
                    </a:moveTo>
                    <a:cubicBezTo>
                      <a:pt x="170"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2"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2"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7" y="112"/>
                      <a:pt x="206" y="112"/>
                      <a:pt x="206" y="113"/>
                    </a:cubicBezTo>
                    <a:cubicBezTo>
                      <a:pt x="206" y="113"/>
                      <a:pt x="206" y="113"/>
                      <a:pt x="206" y="113"/>
                    </a:cubicBezTo>
                    <a:cubicBezTo>
                      <a:pt x="205"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7" y="106"/>
                      <a:pt x="216" y="106"/>
                    </a:cubicBezTo>
                    <a:cubicBezTo>
                      <a:pt x="216" y="106"/>
                      <a:pt x="216" y="106"/>
                      <a:pt x="216" y="106"/>
                    </a:cubicBezTo>
                    <a:cubicBezTo>
                      <a:pt x="216" y="106"/>
                      <a:pt x="215" y="105"/>
                      <a:pt x="215" y="105"/>
                    </a:cubicBezTo>
                    <a:close/>
                    <a:moveTo>
                      <a:pt x="227"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7" y="98"/>
                    </a:cubicBezTo>
                    <a:close/>
                    <a:moveTo>
                      <a:pt x="238" y="90"/>
                    </a:moveTo>
                    <a:cubicBezTo>
                      <a:pt x="237" y="90"/>
                      <a:pt x="238"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50" y="81"/>
                    </a:cubicBezTo>
                    <a:cubicBezTo>
                      <a:pt x="250" y="81"/>
                      <a:pt x="250" y="81"/>
                      <a:pt x="250"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2" y="76"/>
                    </a:cubicBezTo>
                    <a:cubicBezTo>
                      <a:pt x="262" y="76"/>
                      <a:pt x="262" y="76"/>
                      <a:pt x="262" y="76"/>
                    </a:cubicBezTo>
                    <a:cubicBezTo>
                      <a:pt x="261" y="76"/>
                      <a:pt x="261" y="76"/>
                      <a:pt x="260" y="76"/>
                    </a:cubicBezTo>
                    <a:close/>
                    <a:moveTo>
                      <a:pt x="272" y="68"/>
                    </a:moveTo>
                    <a:cubicBezTo>
                      <a:pt x="271" y="68"/>
                      <a:pt x="272"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6"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8" y="46"/>
                    </a:cubicBezTo>
                    <a:cubicBezTo>
                      <a:pt x="308" y="46"/>
                      <a:pt x="308" y="46"/>
                      <a:pt x="308" y="46"/>
                    </a:cubicBezTo>
                    <a:cubicBezTo>
                      <a:pt x="307" y="47"/>
                      <a:pt x="307" y="47"/>
                      <a:pt x="307" y="47"/>
                    </a:cubicBezTo>
                    <a:cubicBezTo>
                      <a:pt x="307" y="47"/>
                      <a:pt x="307" y="47"/>
                      <a:pt x="307" y="47"/>
                    </a:cubicBezTo>
                    <a:cubicBezTo>
                      <a:pt x="306" y="47"/>
                      <a:pt x="306" y="46"/>
                      <a:pt x="306" y="46"/>
                    </a:cubicBezTo>
                    <a:close/>
                    <a:moveTo>
                      <a:pt x="317" y="39"/>
                    </a:moveTo>
                    <a:cubicBezTo>
                      <a:pt x="317"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1" y="30"/>
                    </a:cubicBezTo>
                    <a:cubicBezTo>
                      <a:pt x="331" y="30"/>
                      <a:pt x="331" y="30"/>
                      <a:pt x="331"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9"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4" y="16"/>
                      <a:pt x="353" y="17"/>
                      <a:pt x="353" y="17"/>
                    </a:cubicBezTo>
                    <a:cubicBezTo>
                      <a:pt x="353" y="17"/>
                      <a:pt x="353" y="17"/>
                      <a:pt x="353" y="17"/>
                    </a:cubicBezTo>
                    <a:cubicBezTo>
                      <a:pt x="353"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4" y="2"/>
                    </a:moveTo>
                    <a:cubicBezTo>
                      <a:pt x="373" y="1"/>
                      <a:pt x="373" y="0"/>
                      <a:pt x="374" y="0"/>
                    </a:cubicBezTo>
                    <a:cubicBezTo>
                      <a:pt x="374" y="0"/>
                      <a:pt x="374" y="0"/>
                      <a:pt x="374" y="0"/>
                    </a:cubicBezTo>
                    <a:cubicBezTo>
                      <a:pt x="375"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 name="Google Shape;49;p2"/>
              <p:cNvSpPr/>
              <p:nvPr/>
            </p:nvSpPr>
            <p:spPr>
              <a:xfrm>
                <a:off x="10669223" y="5123909"/>
                <a:ext cx="11748" cy="19580"/>
              </a:xfrm>
              <a:custGeom>
                <a:avLst/>
                <a:gdLst/>
                <a:ahLst/>
                <a:cxnLst/>
                <a:rect l="l" t="t" r="r" b="b"/>
                <a:pathLst>
                  <a:path w="2"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0" y="0"/>
                      <a:pt x="1" y="0"/>
                    </a:cubicBezTo>
                    <a:cubicBezTo>
                      <a:pt x="1" y="0"/>
                      <a:pt x="1" y="0"/>
                      <a:pt x="2" y="0"/>
                    </a:cubicBezTo>
                    <a:cubicBezTo>
                      <a:pt x="2" y="0"/>
                      <a:pt x="2" y="1"/>
                      <a:pt x="2" y="1"/>
                    </a:cubicBezTo>
                    <a:cubicBezTo>
                      <a:pt x="2" y="1"/>
                      <a:pt x="2" y="1"/>
                      <a:pt x="2" y="2"/>
                    </a:cubicBezTo>
                    <a:cubicBezTo>
                      <a:pt x="2" y="2"/>
                      <a:pt x="2" y="2"/>
                      <a:pt x="2" y="3"/>
                    </a:cubicBezTo>
                    <a:cubicBezTo>
                      <a:pt x="2" y="3"/>
                      <a:pt x="2" y="3"/>
                      <a:pt x="2" y="3"/>
                    </a:cubicBezTo>
                    <a:cubicBezTo>
                      <a:pt x="1"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50;p2"/>
              <p:cNvSpPr/>
              <p:nvPr/>
            </p:nvSpPr>
            <p:spPr>
              <a:xfrm>
                <a:off x="13265605"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2" y="0"/>
                      <a:pt x="2" y="1"/>
                    </a:cubicBezTo>
                    <a:cubicBezTo>
                      <a:pt x="2" y="1"/>
                      <a:pt x="3" y="1"/>
                      <a:pt x="3" y="2"/>
                    </a:cubicBezTo>
                    <a:cubicBezTo>
                      <a:pt x="3" y="2"/>
                      <a:pt x="3" y="2"/>
                      <a:pt x="3"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 name="Google Shape;51;p2"/>
              <p:cNvSpPr/>
              <p:nvPr/>
            </p:nvSpPr>
            <p:spPr>
              <a:xfrm>
                <a:off x="10876777" y="3573133"/>
                <a:ext cx="2334003"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3" y="243"/>
                      <a:pt x="3" y="244"/>
                    </a:cubicBezTo>
                    <a:cubicBezTo>
                      <a:pt x="3" y="244"/>
                      <a:pt x="3" y="244"/>
                      <a:pt x="3" y="244"/>
                    </a:cubicBezTo>
                    <a:cubicBezTo>
                      <a:pt x="3" y="244"/>
                      <a:pt x="3" y="245"/>
                      <a:pt x="3" y="245"/>
                    </a:cubicBezTo>
                    <a:cubicBezTo>
                      <a:pt x="3" y="245"/>
                      <a:pt x="3" y="245"/>
                      <a:pt x="3"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6" y="229"/>
                    </a:cubicBezTo>
                    <a:cubicBezTo>
                      <a:pt x="26" y="229"/>
                      <a:pt x="26" y="229"/>
                      <a:pt x="26"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4"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6" y="215"/>
                      <a:pt x="46" y="214"/>
                      <a:pt x="46" y="214"/>
                    </a:cubicBezTo>
                    <a:cubicBezTo>
                      <a:pt x="46" y="214"/>
                      <a:pt x="46" y="214"/>
                      <a:pt x="46" y="214"/>
                    </a:cubicBezTo>
                    <a:cubicBezTo>
                      <a:pt x="47" y="213"/>
                      <a:pt x="48" y="213"/>
                      <a:pt x="48" y="214"/>
                    </a:cubicBezTo>
                    <a:cubicBezTo>
                      <a:pt x="48" y="214"/>
                      <a:pt x="48" y="214"/>
                      <a:pt x="48" y="214"/>
                    </a:cubicBezTo>
                    <a:cubicBezTo>
                      <a:pt x="49" y="215"/>
                      <a:pt x="48" y="215"/>
                      <a:pt x="48" y="216"/>
                    </a:cubicBezTo>
                    <a:cubicBezTo>
                      <a:pt x="48" y="216"/>
                      <a:pt x="48" y="216"/>
                      <a:pt x="48" y="216"/>
                    </a:cubicBezTo>
                    <a:cubicBezTo>
                      <a:pt x="48"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9" y="201"/>
                    </a:moveTo>
                    <a:cubicBezTo>
                      <a:pt x="68" y="200"/>
                      <a:pt x="68" y="199"/>
                      <a:pt x="69" y="199"/>
                    </a:cubicBezTo>
                    <a:cubicBezTo>
                      <a:pt x="69" y="199"/>
                      <a:pt x="69" y="199"/>
                      <a:pt x="69" y="199"/>
                    </a:cubicBezTo>
                    <a:cubicBezTo>
                      <a:pt x="70"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9"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1" y="194"/>
                      <a:pt x="80" y="194"/>
                      <a:pt x="80" y="193"/>
                    </a:cubicBezTo>
                    <a:close/>
                    <a:moveTo>
                      <a:pt x="91" y="186"/>
                    </a:moveTo>
                    <a:cubicBezTo>
                      <a:pt x="91" y="185"/>
                      <a:pt x="91" y="185"/>
                      <a:pt x="92" y="184"/>
                    </a:cubicBezTo>
                    <a:cubicBezTo>
                      <a:pt x="92" y="184"/>
                      <a:pt x="92" y="184"/>
                      <a:pt x="92"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3"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4"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8"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8" y="157"/>
                    </a:cubicBezTo>
                    <a:cubicBezTo>
                      <a:pt x="138" y="157"/>
                      <a:pt x="138" y="157"/>
                      <a:pt x="138"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50" y="147"/>
                      <a:pt x="150" y="148"/>
                    </a:cubicBezTo>
                    <a:cubicBezTo>
                      <a:pt x="150" y="148"/>
                      <a:pt x="150" y="148"/>
                      <a:pt x="150" y="148"/>
                    </a:cubicBezTo>
                    <a:cubicBezTo>
                      <a:pt x="150" y="148"/>
                      <a:pt x="150" y="149"/>
                      <a:pt x="150" y="150"/>
                    </a:cubicBezTo>
                    <a:cubicBezTo>
                      <a:pt x="150" y="150"/>
                      <a:pt x="150" y="150"/>
                      <a:pt x="150"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3" y="133"/>
                    </a:cubicBezTo>
                    <a:cubicBezTo>
                      <a:pt x="173" y="133"/>
                      <a:pt x="173" y="133"/>
                      <a:pt x="173"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1"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3" y="119"/>
                      <a:pt x="193" y="118"/>
                      <a:pt x="193" y="118"/>
                    </a:cubicBezTo>
                    <a:cubicBezTo>
                      <a:pt x="193" y="118"/>
                      <a:pt x="193" y="118"/>
                      <a:pt x="193" y="118"/>
                    </a:cubicBezTo>
                    <a:cubicBezTo>
                      <a:pt x="194" y="118"/>
                      <a:pt x="195" y="118"/>
                      <a:pt x="195" y="118"/>
                    </a:cubicBezTo>
                    <a:cubicBezTo>
                      <a:pt x="195" y="118"/>
                      <a:pt x="195" y="118"/>
                      <a:pt x="195" y="118"/>
                    </a:cubicBezTo>
                    <a:cubicBezTo>
                      <a:pt x="196" y="119"/>
                      <a:pt x="195" y="120"/>
                      <a:pt x="195" y="120"/>
                    </a:cubicBezTo>
                    <a:cubicBezTo>
                      <a:pt x="195" y="120"/>
                      <a:pt x="195" y="120"/>
                      <a:pt x="195" y="120"/>
                    </a:cubicBezTo>
                    <a:cubicBezTo>
                      <a:pt x="195"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4" y="113"/>
                      <a:pt x="204" y="112"/>
                    </a:cubicBezTo>
                    <a:close/>
                    <a:moveTo>
                      <a:pt x="216" y="105"/>
                    </a:moveTo>
                    <a:cubicBezTo>
                      <a:pt x="215" y="104"/>
                      <a:pt x="215" y="104"/>
                      <a:pt x="216" y="103"/>
                    </a:cubicBezTo>
                    <a:cubicBezTo>
                      <a:pt x="216" y="103"/>
                      <a:pt x="216" y="103"/>
                      <a:pt x="216" y="103"/>
                    </a:cubicBezTo>
                    <a:cubicBezTo>
                      <a:pt x="217"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6"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8" y="98"/>
                      <a:pt x="227" y="98"/>
                      <a:pt x="227" y="98"/>
                    </a:cubicBezTo>
                    <a:close/>
                    <a:moveTo>
                      <a:pt x="238" y="90"/>
                    </a:moveTo>
                    <a:cubicBezTo>
                      <a:pt x="238" y="90"/>
                      <a:pt x="238" y="89"/>
                      <a:pt x="239" y="88"/>
                    </a:cubicBezTo>
                    <a:cubicBezTo>
                      <a:pt x="239" y="88"/>
                      <a:pt x="239" y="88"/>
                      <a:pt x="239"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40"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49" y="83"/>
                    </a:cubicBezTo>
                    <a:close/>
                    <a:moveTo>
                      <a:pt x="261" y="76"/>
                    </a:moveTo>
                    <a:cubicBezTo>
                      <a:pt x="260" y="75"/>
                      <a:pt x="261"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5"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5" y="61"/>
                    </a:cubicBezTo>
                    <a:cubicBezTo>
                      <a:pt x="285" y="61"/>
                      <a:pt x="285" y="61"/>
                      <a:pt x="285" y="61"/>
                    </a:cubicBezTo>
                    <a:cubicBezTo>
                      <a:pt x="284" y="61"/>
                      <a:pt x="284" y="61"/>
                      <a:pt x="283" y="61"/>
                    </a:cubicBezTo>
                    <a:close/>
                    <a:moveTo>
                      <a:pt x="295" y="53"/>
                    </a:moveTo>
                    <a:cubicBezTo>
                      <a:pt x="294" y="53"/>
                      <a:pt x="294" y="52"/>
                      <a:pt x="295" y="52"/>
                    </a:cubicBezTo>
                    <a:cubicBezTo>
                      <a:pt x="295" y="52"/>
                      <a:pt x="295" y="52"/>
                      <a:pt x="295" y="52"/>
                    </a:cubicBezTo>
                    <a:cubicBezTo>
                      <a:pt x="296" y="51"/>
                      <a:pt x="297" y="51"/>
                      <a:pt x="297" y="52"/>
                    </a:cubicBezTo>
                    <a:cubicBezTo>
                      <a:pt x="297" y="52"/>
                      <a:pt x="297" y="52"/>
                      <a:pt x="297" y="52"/>
                    </a:cubicBezTo>
                    <a:cubicBezTo>
                      <a:pt x="297" y="53"/>
                      <a:pt x="297" y="53"/>
                      <a:pt x="297" y="54"/>
                    </a:cubicBezTo>
                    <a:cubicBezTo>
                      <a:pt x="297" y="54"/>
                      <a:pt x="297" y="54"/>
                      <a:pt x="297"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20" y="37"/>
                    </a:cubicBezTo>
                    <a:cubicBezTo>
                      <a:pt x="320" y="37"/>
                      <a:pt x="320" y="37"/>
                      <a:pt x="320"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8"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40" y="23"/>
                      <a:pt x="340" y="23"/>
                      <a:pt x="340" y="22"/>
                    </a:cubicBezTo>
                    <a:cubicBezTo>
                      <a:pt x="340" y="22"/>
                      <a:pt x="340" y="22"/>
                      <a:pt x="340" y="22"/>
                    </a:cubicBezTo>
                    <a:cubicBezTo>
                      <a:pt x="341" y="22"/>
                      <a:pt x="342" y="22"/>
                      <a:pt x="342" y="23"/>
                    </a:cubicBezTo>
                    <a:cubicBezTo>
                      <a:pt x="342" y="23"/>
                      <a:pt x="342" y="23"/>
                      <a:pt x="342" y="23"/>
                    </a:cubicBezTo>
                    <a:cubicBezTo>
                      <a:pt x="343" y="23"/>
                      <a:pt x="342" y="24"/>
                      <a:pt x="342" y="24"/>
                    </a:cubicBezTo>
                    <a:cubicBezTo>
                      <a:pt x="342" y="24"/>
                      <a:pt x="342" y="24"/>
                      <a:pt x="342" y="24"/>
                    </a:cubicBezTo>
                    <a:cubicBezTo>
                      <a:pt x="342"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1" y="17"/>
                      <a:pt x="351" y="17"/>
                    </a:cubicBezTo>
                    <a:close/>
                    <a:moveTo>
                      <a:pt x="363" y="9"/>
                    </a:moveTo>
                    <a:cubicBezTo>
                      <a:pt x="362" y="9"/>
                      <a:pt x="362" y="8"/>
                      <a:pt x="363" y="7"/>
                    </a:cubicBezTo>
                    <a:cubicBezTo>
                      <a:pt x="363" y="7"/>
                      <a:pt x="363" y="7"/>
                      <a:pt x="363" y="7"/>
                    </a:cubicBezTo>
                    <a:cubicBezTo>
                      <a:pt x="364"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3"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5"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 name="Google Shape;52;p2"/>
              <p:cNvSpPr/>
              <p:nvPr/>
            </p:nvSpPr>
            <p:spPr>
              <a:xfrm>
                <a:off x="10810203" y="5123909"/>
                <a:ext cx="19581" cy="19580"/>
              </a:xfrm>
              <a:custGeom>
                <a:avLst/>
                <a:gdLst/>
                <a:ahLst/>
                <a:cxnLst/>
                <a:rect l="l" t="t" r="r" b="b"/>
                <a:pathLst>
                  <a:path w="3" h="3" extrusionOk="0">
                    <a:moveTo>
                      <a:pt x="1" y="3"/>
                    </a:moveTo>
                    <a:cubicBezTo>
                      <a:pt x="1" y="3"/>
                      <a:pt x="1" y="3"/>
                      <a:pt x="1" y="3"/>
                    </a:cubicBezTo>
                    <a:cubicBezTo>
                      <a:pt x="0" y="2"/>
                      <a:pt x="0" y="2"/>
                      <a:pt x="0" y="2"/>
                    </a:cubicBezTo>
                    <a:cubicBezTo>
                      <a:pt x="0" y="1"/>
                      <a:pt x="0" y="1"/>
                      <a:pt x="1" y="1"/>
                    </a:cubicBezTo>
                    <a:cubicBezTo>
                      <a:pt x="1" y="1"/>
                      <a:pt x="1" y="0"/>
                      <a:pt x="1" y="0"/>
                    </a:cubicBezTo>
                    <a:cubicBezTo>
                      <a:pt x="1" y="0"/>
                      <a:pt x="2" y="0"/>
                      <a:pt x="2" y="0"/>
                    </a:cubicBezTo>
                    <a:cubicBezTo>
                      <a:pt x="2" y="0"/>
                      <a:pt x="2" y="1"/>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53;p2"/>
              <p:cNvSpPr/>
              <p:nvPr/>
            </p:nvSpPr>
            <p:spPr>
              <a:xfrm>
                <a:off x="13406585" y="3526140"/>
                <a:ext cx="19581" cy="15664"/>
              </a:xfrm>
              <a:custGeom>
                <a:avLst/>
                <a:gdLst/>
                <a:ahLst/>
                <a:cxnLst/>
                <a:rect l="l" t="t" r="r" b="b"/>
                <a:pathLst>
                  <a:path w="3" h="3" extrusionOk="0">
                    <a:moveTo>
                      <a:pt x="2" y="3"/>
                    </a:moveTo>
                    <a:cubicBezTo>
                      <a:pt x="1" y="3"/>
                      <a:pt x="1" y="3"/>
                      <a:pt x="1" y="3"/>
                    </a:cubicBezTo>
                    <a:cubicBezTo>
                      <a:pt x="0" y="3"/>
                      <a:pt x="0" y="2"/>
                      <a:pt x="0" y="2"/>
                    </a:cubicBezTo>
                    <a:cubicBezTo>
                      <a:pt x="0" y="1"/>
                      <a:pt x="0" y="1"/>
                      <a:pt x="1" y="1"/>
                    </a:cubicBezTo>
                    <a:cubicBezTo>
                      <a:pt x="1" y="0"/>
                      <a:pt x="2" y="0"/>
                      <a:pt x="3" y="1"/>
                    </a:cubicBezTo>
                    <a:cubicBezTo>
                      <a:pt x="3" y="1"/>
                      <a:pt x="3" y="1"/>
                      <a:pt x="3" y="2"/>
                    </a:cubicBezTo>
                    <a:cubicBezTo>
                      <a:pt x="3" y="2"/>
                      <a:pt x="3" y="3"/>
                      <a:pt x="3"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 name="Google Shape;54;p2"/>
              <p:cNvSpPr/>
              <p:nvPr/>
            </p:nvSpPr>
            <p:spPr>
              <a:xfrm>
                <a:off x="11025589" y="3573133"/>
                <a:ext cx="2334003"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4" y="236"/>
                    </a:cubicBezTo>
                    <a:cubicBezTo>
                      <a:pt x="14" y="236"/>
                      <a:pt x="14" y="236"/>
                      <a:pt x="14"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4"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6"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6" y="216"/>
                      <a:pt x="45" y="216"/>
                    </a:cubicBezTo>
                    <a:close/>
                    <a:moveTo>
                      <a:pt x="57"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7"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1"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0"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4" y="169"/>
                    </a:cubicBezTo>
                    <a:cubicBezTo>
                      <a:pt x="114" y="169"/>
                      <a:pt x="114" y="169"/>
                      <a:pt x="114"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6" y="165"/>
                    </a:cubicBezTo>
                    <a:cubicBezTo>
                      <a:pt x="126" y="165"/>
                      <a:pt x="126" y="165"/>
                      <a:pt x="126" y="165"/>
                    </a:cubicBezTo>
                    <a:cubicBezTo>
                      <a:pt x="125" y="165"/>
                      <a:pt x="125" y="164"/>
                      <a:pt x="124" y="164"/>
                    </a:cubicBezTo>
                    <a:close/>
                    <a:moveTo>
                      <a:pt x="136" y="157"/>
                    </a:moveTo>
                    <a:cubicBezTo>
                      <a:pt x="135" y="156"/>
                      <a:pt x="136" y="155"/>
                      <a:pt x="136" y="155"/>
                    </a:cubicBezTo>
                    <a:cubicBezTo>
                      <a:pt x="136" y="155"/>
                      <a:pt x="136" y="155"/>
                      <a:pt x="136" y="155"/>
                    </a:cubicBezTo>
                    <a:cubicBezTo>
                      <a:pt x="137" y="154"/>
                      <a:pt x="138"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1"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3" y="120"/>
                      <a:pt x="192" y="120"/>
                    </a:cubicBezTo>
                    <a:close/>
                    <a:moveTo>
                      <a:pt x="204"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4"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8" y="104"/>
                      <a:pt x="217"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9"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1" y="74"/>
                    </a:cubicBezTo>
                    <a:cubicBezTo>
                      <a:pt x="261" y="74"/>
                      <a:pt x="261" y="74"/>
                      <a:pt x="261"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1" y="68"/>
                    </a:cubicBezTo>
                    <a:close/>
                    <a:moveTo>
                      <a:pt x="283" y="61"/>
                    </a:moveTo>
                    <a:cubicBezTo>
                      <a:pt x="282" y="60"/>
                      <a:pt x="283"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8"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2" y="23"/>
                    </a:cubicBezTo>
                    <a:cubicBezTo>
                      <a:pt x="342" y="23"/>
                      <a:pt x="342" y="23"/>
                      <a:pt x="342"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40"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5" y="8"/>
                      <a:pt x="364" y="9"/>
                      <a:pt x="364" y="10"/>
                    </a:cubicBezTo>
                    <a:cubicBezTo>
                      <a:pt x="364" y="10"/>
                      <a:pt x="364" y="10"/>
                      <a:pt x="364" y="10"/>
                    </a:cubicBezTo>
                    <a:cubicBezTo>
                      <a:pt x="364"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 name="Google Shape;55;p2"/>
              <p:cNvSpPr/>
              <p:nvPr/>
            </p:nvSpPr>
            <p:spPr>
              <a:xfrm>
                <a:off x="10959015" y="5123909"/>
                <a:ext cx="11748" cy="19580"/>
              </a:xfrm>
              <a:custGeom>
                <a:avLst/>
                <a:gdLst/>
                <a:ahLst/>
                <a:cxnLst/>
                <a:rect l="l" t="t" r="r" b="b"/>
                <a:pathLst>
                  <a:path w="2" h="3" extrusionOk="0">
                    <a:moveTo>
                      <a:pt x="1" y="3"/>
                    </a:moveTo>
                    <a:cubicBezTo>
                      <a:pt x="1" y="3"/>
                      <a:pt x="0" y="3"/>
                      <a:pt x="0" y="3"/>
                    </a:cubicBezTo>
                    <a:cubicBezTo>
                      <a:pt x="0" y="3"/>
                      <a:pt x="0" y="3"/>
                      <a:pt x="0" y="3"/>
                    </a:cubicBezTo>
                    <a:cubicBezTo>
                      <a:pt x="0" y="2"/>
                      <a:pt x="0" y="2"/>
                      <a:pt x="0" y="2"/>
                    </a:cubicBezTo>
                    <a:cubicBezTo>
                      <a:pt x="0" y="1"/>
                      <a:pt x="0" y="1"/>
                      <a:pt x="0" y="1"/>
                    </a:cubicBezTo>
                    <a:cubicBezTo>
                      <a:pt x="0" y="1"/>
                      <a:pt x="0" y="1"/>
                      <a:pt x="0" y="1"/>
                    </a:cubicBezTo>
                    <a:cubicBezTo>
                      <a:pt x="0" y="1"/>
                      <a:pt x="0" y="0"/>
                      <a:pt x="0" y="0"/>
                    </a:cubicBezTo>
                    <a:cubicBezTo>
                      <a:pt x="1" y="0"/>
                      <a:pt x="1" y="0"/>
                      <a:pt x="1" y="0"/>
                    </a:cubicBezTo>
                    <a:cubicBezTo>
                      <a:pt x="2" y="0"/>
                      <a:pt x="2" y="1"/>
                      <a:pt x="2" y="1"/>
                    </a:cubicBezTo>
                    <a:cubicBezTo>
                      <a:pt x="2" y="1"/>
                      <a:pt x="2" y="1"/>
                      <a:pt x="2" y="1"/>
                    </a:cubicBezTo>
                    <a:cubicBezTo>
                      <a:pt x="2" y="1"/>
                      <a:pt x="2" y="1"/>
                      <a:pt x="2" y="2"/>
                    </a:cubicBezTo>
                    <a:cubicBezTo>
                      <a:pt x="2" y="2"/>
                      <a:pt x="2" y="2"/>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56;p2"/>
              <p:cNvSpPr/>
              <p:nvPr/>
            </p:nvSpPr>
            <p:spPr>
              <a:xfrm>
                <a:off x="13555397" y="3526140"/>
                <a:ext cx="15664" cy="15664"/>
              </a:xfrm>
              <a:custGeom>
                <a:avLst/>
                <a:gdLst/>
                <a:ahLst/>
                <a:cxnLst/>
                <a:rect l="l" t="t" r="r" b="b"/>
                <a:pathLst>
                  <a:path w="2" h="3" extrusionOk="0">
                    <a:moveTo>
                      <a:pt x="1" y="3"/>
                    </a:moveTo>
                    <a:cubicBezTo>
                      <a:pt x="1" y="3"/>
                      <a:pt x="1" y="3"/>
                      <a:pt x="0" y="3"/>
                    </a:cubicBezTo>
                    <a:cubicBezTo>
                      <a:pt x="0"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 name="Google Shape;57;p2"/>
              <p:cNvSpPr/>
              <p:nvPr/>
            </p:nvSpPr>
            <p:spPr>
              <a:xfrm>
                <a:off x="11170485" y="3573133"/>
                <a:ext cx="2330087"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3" y="244"/>
                    </a:cubicBezTo>
                    <a:cubicBezTo>
                      <a:pt x="3" y="244"/>
                      <a:pt x="3" y="244"/>
                      <a:pt x="3"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4" y="236"/>
                      <a:pt x="14" y="236"/>
                    </a:cubicBezTo>
                    <a:cubicBezTo>
                      <a:pt x="14" y="236"/>
                      <a:pt x="14" y="236"/>
                      <a:pt x="14" y="236"/>
                    </a:cubicBezTo>
                    <a:cubicBezTo>
                      <a:pt x="14" y="237"/>
                      <a:pt x="14" y="238"/>
                      <a:pt x="14" y="238"/>
                    </a:cubicBezTo>
                    <a:cubicBezTo>
                      <a:pt x="14" y="238"/>
                      <a:pt x="14" y="238"/>
                      <a:pt x="14" y="238"/>
                    </a:cubicBezTo>
                    <a:cubicBezTo>
                      <a:pt x="13" y="238"/>
                      <a:pt x="13" y="238"/>
                      <a:pt x="13" y="238"/>
                    </a:cubicBezTo>
                    <a:cubicBezTo>
                      <a:pt x="13" y="238"/>
                      <a:pt x="13" y="238"/>
                      <a:pt x="13" y="238"/>
                    </a:cubicBezTo>
                    <a:cubicBezTo>
                      <a:pt x="12" y="238"/>
                      <a:pt x="12" y="238"/>
                      <a:pt x="12" y="238"/>
                    </a:cubicBezTo>
                    <a:close/>
                    <a:moveTo>
                      <a:pt x="23" y="230"/>
                    </a:moveTo>
                    <a:cubicBezTo>
                      <a:pt x="23"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5"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7" y="221"/>
                    </a:cubicBezTo>
                    <a:cubicBezTo>
                      <a:pt x="37" y="221"/>
                      <a:pt x="37" y="221"/>
                      <a:pt x="37"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5" y="223"/>
                      <a:pt x="34" y="223"/>
                    </a:cubicBezTo>
                    <a:close/>
                    <a:moveTo>
                      <a:pt x="46" y="216"/>
                    </a:moveTo>
                    <a:cubicBezTo>
                      <a:pt x="45" y="215"/>
                      <a:pt x="45" y="214"/>
                      <a:pt x="46" y="214"/>
                    </a:cubicBezTo>
                    <a:cubicBezTo>
                      <a:pt x="46" y="214"/>
                      <a:pt x="46" y="214"/>
                      <a:pt x="46" y="214"/>
                    </a:cubicBezTo>
                    <a:cubicBezTo>
                      <a:pt x="47"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60" y="207"/>
                      <a:pt x="59" y="208"/>
                      <a:pt x="59" y="209"/>
                    </a:cubicBezTo>
                    <a:cubicBezTo>
                      <a:pt x="59" y="209"/>
                      <a:pt x="59" y="209"/>
                      <a:pt x="59" y="209"/>
                    </a:cubicBezTo>
                    <a:cubicBezTo>
                      <a:pt x="59"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70" y="201"/>
                      <a:pt x="69" y="201"/>
                    </a:cubicBezTo>
                    <a:cubicBezTo>
                      <a:pt x="69" y="201"/>
                      <a:pt x="69" y="201"/>
                      <a:pt x="69" y="201"/>
                    </a:cubicBezTo>
                    <a:cubicBezTo>
                      <a:pt x="69" y="201"/>
                      <a:pt x="68" y="201"/>
                      <a:pt x="68" y="201"/>
                    </a:cubicBezTo>
                    <a:close/>
                    <a:moveTo>
                      <a:pt x="80" y="193"/>
                    </a:moveTo>
                    <a:cubicBezTo>
                      <a:pt x="79" y="193"/>
                      <a:pt x="79" y="192"/>
                      <a:pt x="80" y="192"/>
                    </a:cubicBezTo>
                    <a:cubicBezTo>
                      <a:pt x="80" y="192"/>
                      <a:pt x="80" y="192"/>
                      <a:pt x="80" y="192"/>
                    </a:cubicBezTo>
                    <a:cubicBezTo>
                      <a:pt x="81"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80" y="193"/>
                    </a:cubicBezTo>
                    <a:close/>
                    <a:moveTo>
                      <a:pt x="91" y="186"/>
                    </a:moveTo>
                    <a:cubicBezTo>
                      <a:pt x="90" y="185"/>
                      <a:pt x="91"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4"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3" y="171"/>
                    </a:cubicBezTo>
                    <a:close/>
                    <a:moveTo>
                      <a:pt x="125" y="164"/>
                    </a:moveTo>
                    <a:cubicBezTo>
                      <a:pt x="124" y="163"/>
                      <a:pt x="125" y="162"/>
                      <a:pt x="125" y="162"/>
                    </a:cubicBezTo>
                    <a:cubicBezTo>
                      <a:pt x="125" y="162"/>
                      <a:pt x="125" y="162"/>
                      <a:pt x="125" y="162"/>
                    </a:cubicBezTo>
                    <a:cubicBezTo>
                      <a:pt x="126" y="162"/>
                      <a:pt x="127"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9"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1" y="140"/>
                      <a:pt x="161" y="140"/>
                    </a:cubicBezTo>
                    <a:cubicBezTo>
                      <a:pt x="161" y="140"/>
                      <a:pt x="161" y="140"/>
                      <a:pt x="161" y="140"/>
                    </a:cubicBezTo>
                    <a:cubicBezTo>
                      <a:pt x="161" y="141"/>
                      <a:pt x="161" y="142"/>
                      <a:pt x="161" y="142"/>
                    </a:cubicBezTo>
                    <a:cubicBezTo>
                      <a:pt x="161" y="142"/>
                      <a:pt x="161" y="142"/>
                      <a:pt x="161" y="142"/>
                    </a:cubicBezTo>
                    <a:cubicBezTo>
                      <a:pt x="160" y="142"/>
                      <a:pt x="160" y="142"/>
                      <a:pt x="160" y="142"/>
                    </a:cubicBezTo>
                    <a:cubicBezTo>
                      <a:pt x="160" y="142"/>
                      <a:pt x="160" y="142"/>
                      <a:pt x="160" y="142"/>
                    </a:cubicBezTo>
                    <a:cubicBezTo>
                      <a:pt x="159" y="142"/>
                      <a:pt x="159" y="142"/>
                      <a:pt x="159" y="142"/>
                    </a:cubicBezTo>
                    <a:close/>
                    <a:moveTo>
                      <a:pt x="170" y="134"/>
                    </a:moveTo>
                    <a:cubicBezTo>
                      <a:pt x="170"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2"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2"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4" y="112"/>
                      <a:pt x="204" y="111"/>
                      <a:pt x="204" y="111"/>
                    </a:cubicBezTo>
                    <a:cubicBezTo>
                      <a:pt x="204" y="111"/>
                      <a:pt x="204" y="111"/>
                      <a:pt x="204" y="111"/>
                    </a:cubicBezTo>
                    <a:cubicBezTo>
                      <a:pt x="205" y="110"/>
                      <a:pt x="206" y="110"/>
                      <a:pt x="206" y="111"/>
                    </a:cubicBezTo>
                    <a:cubicBezTo>
                      <a:pt x="206" y="111"/>
                      <a:pt x="206" y="111"/>
                      <a:pt x="206" y="111"/>
                    </a:cubicBezTo>
                    <a:cubicBezTo>
                      <a:pt x="207" y="112"/>
                      <a:pt x="206" y="112"/>
                      <a:pt x="206" y="113"/>
                    </a:cubicBezTo>
                    <a:cubicBezTo>
                      <a:pt x="206" y="113"/>
                      <a:pt x="206" y="113"/>
                      <a:pt x="206" y="113"/>
                    </a:cubicBezTo>
                    <a:cubicBezTo>
                      <a:pt x="206"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7" y="106"/>
                      <a:pt x="216" y="106"/>
                    </a:cubicBezTo>
                    <a:cubicBezTo>
                      <a:pt x="216" y="106"/>
                      <a:pt x="216" y="106"/>
                      <a:pt x="216" y="106"/>
                    </a:cubicBezTo>
                    <a:cubicBezTo>
                      <a:pt x="216" y="106"/>
                      <a:pt x="215" y="105"/>
                      <a:pt x="215" y="105"/>
                    </a:cubicBezTo>
                    <a:close/>
                    <a:moveTo>
                      <a:pt x="227" y="98"/>
                    </a:moveTo>
                    <a:cubicBezTo>
                      <a:pt x="226" y="97"/>
                      <a:pt x="226" y="96"/>
                      <a:pt x="227" y="96"/>
                    </a:cubicBezTo>
                    <a:cubicBezTo>
                      <a:pt x="227" y="96"/>
                      <a:pt x="227" y="96"/>
                      <a:pt x="227" y="96"/>
                    </a:cubicBezTo>
                    <a:cubicBezTo>
                      <a:pt x="228"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7" y="98"/>
                    </a:cubicBezTo>
                    <a:close/>
                    <a:moveTo>
                      <a:pt x="238" y="90"/>
                    </a:moveTo>
                    <a:cubicBezTo>
                      <a:pt x="237" y="90"/>
                      <a:pt x="238"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1"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2" y="76"/>
                    </a:cubicBezTo>
                    <a:cubicBezTo>
                      <a:pt x="262" y="76"/>
                      <a:pt x="262" y="76"/>
                      <a:pt x="262" y="76"/>
                    </a:cubicBezTo>
                    <a:cubicBezTo>
                      <a:pt x="261" y="76"/>
                      <a:pt x="261" y="76"/>
                      <a:pt x="260" y="76"/>
                    </a:cubicBezTo>
                    <a:close/>
                    <a:moveTo>
                      <a:pt x="272" y="68"/>
                    </a:moveTo>
                    <a:cubicBezTo>
                      <a:pt x="271" y="68"/>
                      <a:pt x="272"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6"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8" y="44"/>
                      <a:pt x="308" y="45"/>
                    </a:cubicBezTo>
                    <a:cubicBezTo>
                      <a:pt x="308" y="45"/>
                      <a:pt x="308" y="45"/>
                      <a:pt x="308" y="45"/>
                    </a:cubicBezTo>
                    <a:cubicBezTo>
                      <a:pt x="308" y="45"/>
                      <a:pt x="308" y="46"/>
                      <a:pt x="308" y="46"/>
                    </a:cubicBezTo>
                    <a:cubicBezTo>
                      <a:pt x="308" y="46"/>
                      <a:pt x="308" y="46"/>
                      <a:pt x="308" y="46"/>
                    </a:cubicBezTo>
                    <a:cubicBezTo>
                      <a:pt x="307" y="47"/>
                      <a:pt x="307" y="47"/>
                      <a:pt x="307" y="47"/>
                    </a:cubicBezTo>
                    <a:cubicBezTo>
                      <a:pt x="307" y="47"/>
                      <a:pt x="307" y="47"/>
                      <a:pt x="307" y="47"/>
                    </a:cubicBezTo>
                    <a:cubicBezTo>
                      <a:pt x="306" y="47"/>
                      <a:pt x="306" y="46"/>
                      <a:pt x="306" y="46"/>
                    </a:cubicBezTo>
                    <a:close/>
                    <a:moveTo>
                      <a:pt x="317" y="39"/>
                    </a:moveTo>
                    <a:cubicBezTo>
                      <a:pt x="317"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1" y="30"/>
                    </a:cubicBezTo>
                    <a:cubicBezTo>
                      <a:pt x="331" y="30"/>
                      <a:pt x="331" y="30"/>
                      <a:pt x="331"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9"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1" y="16"/>
                      <a:pt x="351" y="15"/>
                      <a:pt x="351" y="15"/>
                    </a:cubicBezTo>
                    <a:cubicBezTo>
                      <a:pt x="351" y="15"/>
                      <a:pt x="351" y="15"/>
                      <a:pt x="351" y="15"/>
                    </a:cubicBezTo>
                    <a:cubicBezTo>
                      <a:pt x="352" y="14"/>
                      <a:pt x="353" y="15"/>
                      <a:pt x="353" y="15"/>
                    </a:cubicBezTo>
                    <a:cubicBezTo>
                      <a:pt x="353" y="15"/>
                      <a:pt x="353" y="15"/>
                      <a:pt x="353" y="15"/>
                    </a:cubicBezTo>
                    <a:cubicBezTo>
                      <a:pt x="354" y="16"/>
                      <a:pt x="353" y="17"/>
                      <a:pt x="353" y="17"/>
                    </a:cubicBezTo>
                    <a:cubicBezTo>
                      <a:pt x="353" y="17"/>
                      <a:pt x="353" y="17"/>
                      <a:pt x="353" y="17"/>
                    </a:cubicBezTo>
                    <a:cubicBezTo>
                      <a:pt x="353"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4" y="2"/>
                    </a:moveTo>
                    <a:cubicBezTo>
                      <a:pt x="373" y="1"/>
                      <a:pt x="373" y="0"/>
                      <a:pt x="374" y="0"/>
                    </a:cubicBezTo>
                    <a:cubicBezTo>
                      <a:pt x="374" y="0"/>
                      <a:pt x="374" y="0"/>
                      <a:pt x="374" y="0"/>
                    </a:cubicBezTo>
                    <a:cubicBezTo>
                      <a:pt x="375"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58;p2"/>
              <p:cNvSpPr/>
              <p:nvPr/>
            </p:nvSpPr>
            <p:spPr>
              <a:xfrm>
                <a:off x="11099995" y="5123909"/>
                <a:ext cx="19581" cy="19580"/>
              </a:xfrm>
              <a:custGeom>
                <a:avLst/>
                <a:gdLst/>
                <a:ahLst/>
                <a:cxnLst/>
                <a:rect l="l" t="t" r="r" b="b"/>
                <a:pathLst>
                  <a:path w="3"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1" y="0"/>
                      <a:pt x="1" y="0"/>
                    </a:cubicBezTo>
                    <a:cubicBezTo>
                      <a:pt x="1" y="0"/>
                      <a:pt x="1" y="0"/>
                      <a:pt x="2" y="0"/>
                    </a:cubicBezTo>
                    <a:cubicBezTo>
                      <a:pt x="2" y="0"/>
                      <a:pt x="2" y="1"/>
                      <a:pt x="2" y="1"/>
                    </a:cubicBezTo>
                    <a:cubicBezTo>
                      <a:pt x="2" y="1"/>
                      <a:pt x="3" y="1"/>
                      <a:pt x="3" y="2"/>
                    </a:cubicBezTo>
                    <a:cubicBezTo>
                      <a:pt x="3" y="2"/>
                      <a:pt x="2" y="2"/>
                      <a:pt x="2" y="3"/>
                    </a:cubicBezTo>
                    <a:cubicBezTo>
                      <a:pt x="2" y="3"/>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59;p2"/>
              <p:cNvSpPr/>
              <p:nvPr/>
            </p:nvSpPr>
            <p:spPr>
              <a:xfrm>
                <a:off x="13700293"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2" y="0"/>
                      <a:pt x="2" y="1"/>
                    </a:cubicBezTo>
                    <a:cubicBezTo>
                      <a:pt x="3" y="1"/>
                      <a:pt x="3" y="1"/>
                      <a:pt x="3" y="2"/>
                    </a:cubicBezTo>
                    <a:cubicBezTo>
                      <a:pt x="3" y="2"/>
                      <a:pt x="3" y="2"/>
                      <a:pt x="3" y="2"/>
                    </a:cubicBezTo>
                    <a:cubicBezTo>
                      <a:pt x="2" y="2"/>
                      <a:pt x="2" y="3"/>
                      <a:pt x="2" y="3"/>
                    </a:cubicBezTo>
                    <a:cubicBezTo>
                      <a:pt x="2" y="3"/>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60;p2"/>
              <p:cNvSpPr/>
              <p:nvPr/>
            </p:nvSpPr>
            <p:spPr>
              <a:xfrm>
                <a:off x="11311465" y="3573133"/>
                <a:ext cx="2337917" cy="1527278"/>
              </a:xfrm>
              <a:custGeom>
                <a:avLst/>
                <a:gdLst/>
                <a:ahLst/>
                <a:cxnLst/>
                <a:rect l="l" t="t" r="r" b="b"/>
                <a:pathLst>
                  <a:path w="377" h="246" extrusionOk="0">
                    <a:moveTo>
                      <a:pt x="1" y="245"/>
                    </a:moveTo>
                    <a:cubicBezTo>
                      <a:pt x="0" y="244"/>
                      <a:pt x="0" y="244"/>
                      <a:pt x="1" y="243"/>
                    </a:cubicBezTo>
                    <a:cubicBezTo>
                      <a:pt x="1" y="243"/>
                      <a:pt x="1" y="243"/>
                      <a:pt x="1" y="243"/>
                    </a:cubicBezTo>
                    <a:cubicBezTo>
                      <a:pt x="2" y="243"/>
                      <a:pt x="3" y="243"/>
                      <a:pt x="3" y="244"/>
                    </a:cubicBezTo>
                    <a:cubicBezTo>
                      <a:pt x="3" y="244"/>
                      <a:pt x="3" y="244"/>
                      <a:pt x="3" y="244"/>
                    </a:cubicBezTo>
                    <a:cubicBezTo>
                      <a:pt x="3" y="244"/>
                      <a:pt x="3" y="245"/>
                      <a:pt x="3" y="245"/>
                    </a:cubicBezTo>
                    <a:cubicBezTo>
                      <a:pt x="3" y="245"/>
                      <a:pt x="3" y="245"/>
                      <a:pt x="3"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6" y="229"/>
                    </a:cubicBezTo>
                    <a:cubicBezTo>
                      <a:pt x="26" y="229"/>
                      <a:pt x="26" y="229"/>
                      <a:pt x="26"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4"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6" y="215"/>
                      <a:pt x="46" y="214"/>
                      <a:pt x="46" y="214"/>
                    </a:cubicBezTo>
                    <a:cubicBezTo>
                      <a:pt x="46" y="214"/>
                      <a:pt x="46" y="214"/>
                      <a:pt x="46" y="214"/>
                    </a:cubicBezTo>
                    <a:cubicBezTo>
                      <a:pt x="47" y="213"/>
                      <a:pt x="48" y="213"/>
                      <a:pt x="48" y="214"/>
                    </a:cubicBezTo>
                    <a:cubicBezTo>
                      <a:pt x="48" y="214"/>
                      <a:pt x="48" y="214"/>
                      <a:pt x="48" y="214"/>
                    </a:cubicBezTo>
                    <a:cubicBezTo>
                      <a:pt x="49" y="215"/>
                      <a:pt x="48" y="215"/>
                      <a:pt x="48" y="216"/>
                    </a:cubicBezTo>
                    <a:cubicBezTo>
                      <a:pt x="48" y="216"/>
                      <a:pt x="48" y="216"/>
                      <a:pt x="48" y="216"/>
                    </a:cubicBezTo>
                    <a:cubicBezTo>
                      <a:pt x="48"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9" y="201"/>
                    </a:moveTo>
                    <a:cubicBezTo>
                      <a:pt x="68" y="200"/>
                      <a:pt x="68" y="199"/>
                      <a:pt x="69" y="199"/>
                    </a:cubicBezTo>
                    <a:cubicBezTo>
                      <a:pt x="69" y="199"/>
                      <a:pt x="69" y="199"/>
                      <a:pt x="69" y="199"/>
                    </a:cubicBezTo>
                    <a:cubicBezTo>
                      <a:pt x="70"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9"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3" y="193"/>
                      <a:pt x="82" y="193"/>
                      <a:pt x="82" y="194"/>
                    </a:cubicBezTo>
                    <a:cubicBezTo>
                      <a:pt x="82" y="194"/>
                      <a:pt x="82" y="194"/>
                      <a:pt x="82" y="194"/>
                    </a:cubicBezTo>
                    <a:cubicBezTo>
                      <a:pt x="81" y="194"/>
                      <a:pt x="81" y="194"/>
                      <a:pt x="81" y="194"/>
                    </a:cubicBezTo>
                    <a:cubicBezTo>
                      <a:pt x="81" y="194"/>
                      <a:pt x="81" y="194"/>
                      <a:pt x="81" y="194"/>
                    </a:cubicBezTo>
                    <a:cubicBezTo>
                      <a:pt x="81" y="194"/>
                      <a:pt x="80" y="194"/>
                      <a:pt x="80" y="193"/>
                    </a:cubicBezTo>
                    <a:close/>
                    <a:moveTo>
                      <a:pt x="91" y="186"/>
                    </a:moveTo>
                    <a:cubicBezTo>
                      <a:pt x="91" y="185"/>
                      <a:pt x="91" y="185"/>
                      <a:pt x="92" y="184"/>
                    </a:cubicBezTo>
                    <a:cubicBezTo>
                      <a:pt x="92" y="184"/>
                      <a:pt x="92" y="184"/>
                      <a:pt x="92"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3"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4"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8"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8" y="157"/>
                    </a:cubicBezTo>
                    <a:cubicBezTo>
                      <a:pt x="138" y="157"/>
                      <a:pt x="138" y="157"/>
                      <a:pt x="138"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50" y="147"/>
                      <a:pt x="150" y="148"/>
                    </a:cubicBezTo>
                    <a:cubicBezTo>
                      <a:pt x="150" y="148"/>
                      <a:pt x="150" y="148"/>
                      <a:pt x="150" y="148"/>
                    </a:cubicBezTo>
                    <a:cubicBezTo>
                      <a:pt x="150" y="148"/>
                      <a:pt x="150" y="149"/>
                      <a:pt x="150" y="150"/>
                    </a:cubicBezTo>
                    <a:cubicBezTo>
                      <a:pt x="150" y="150"/>
                      <a:pt x="150" y="150"/>
                      <a:pt x="150"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3" y="133"/>
                    </a:cubicBezTo>
                    <a:cubicBezTo>
                      <a:pt x="173" y="133"/>
                      <a:pt x="173" y="133"/>
                      <a:pt x="173"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1"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3" y="119"/>
                      <a:pt x="193" y="118"/>
                      <a:pt x="193" y="118"/>
                    </a:cubicBezTo>
                    <a:cubicBezTo>
                      <a:pt x="193" y="118"/>
                      <a:pt x="193" y="118"/>
                      <a:pt x="193" y="118"/>
                    </a:cubicBezTo>
                    <a:cubicBezTo>
                      <a:pt x="194" y="118"/>
                      <a:pt x="195" y="118"/>
                      <a:pt x="195" y="118"/>
                    </a:cubicBezTo>
                    <a:cubicBezTo>
                      <a:pt x="195" y="118"/>
                      <a:pt x="195" y="118"/>
                      <a:pt x="195" y="118"/>
                    </a:cubicBezTo>
                    <a:cubicBezTo>
                      <a:pt x="196" y="119"/>
                      <a:pt x="195" y="120"/>
                      <a:pt x="195" y="120"/>
                    </a:cubicBezTo>
                    <a:cubicBezTo>
                      <a:pt x="195" y="120"/>
                      <a:pt x="195" y="120"/>
                      <a:pt x="195" y="120"/>
                    </a:cubicBezTo>
                    <a:cubicBezTo>
                      <a:pt x="195"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5" y="113"/>
                      <a:pt x="204" y="112"/>
                    </a:cubicBezTo>
                    <a:close/>
                    <a:moveTo>
                      <a:pt x="216" y="105"/>
                    </a:moveTo>
                    <a:cubicBezTo>
                      <a:pt x="215" y="104"/>
                      <a:pt x="215" y="104"/>
                      <a:pt x="216" y="103"/>
                    </a:cubicBezTo>
                    <a:cubicBezTo>
                      <a:pt x="216" y="103"/>
                      <a:pt x="216" y="103"/>
                      <a:pt x="216" y="103"/>
                    </a:cubicBezTo>
                    <a:cubicBezTo>
                      <a:pt x="217"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6"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30" y="97"/>
                      <a:pt x="229" y="98"/>
                      <a:pt x="229" y="98"/>
                    </a:cubicBezTo>
                    <a:cubicBezTo>
                      <a:pt x="229" y="98"/>
                      <a:pt x="229" y="98"/>
                      <a:pt x="229" y="98"/>
                    </a:cubicBezTo>
                    <a:cubicBezTo>
                      <a:pt x="228" y="98"/>
                      <a:pt x="228" y="98"/>
                      <a:pt x="228" y="98"/>
                    </a:cubicBezTo>
                    <a:cubicBezTo>
                      <a:pt x="228" y="98"/>
                      <a:pt x="228" y="98"/>
                      <a:pt x="228" y="98"/>
                    </a:cubicBezTo>
                    <a:cubicBezTo>
                      <a:pt x="228" y="98"/>
                      <a:pt x="227" y="98"/>
                      <a:pt x="227" y="98"/>
                    </a:cubicBezTo>
                    <a:close/>
                    <a:moveTo>
                      <a:pt x="238" y="90"/>
                    </a:moveTo>
                    <a:cubicBezTo>
                      <a:pt x="238" y="90"/>
                      <a:pt x="238" y="89"/>
                      <a:pt x="239" y="88"/>
                    </a:cubicBezTo>
                    <a:cubicBezTo>
                      <a:pt x="239" y="88"/>
                      <a:pt x="239" y="88"/>
                      <a:pt x="239"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40" y="91"/>
                      <a:pt x="239" y="91"/>
                    </a:cubicBezTo>
                    <a:cubicBezTo>
                      <a:pt x="239" y="91"/>
                      <a:pt x="239" y="91"/>
                      <a:pt x="239" y="91"/>
                    </a:cubicBezTo>
                    <a:cubicBezTo>
                      <a:pt x="239" y="91"/>
                      <a:pt x="238" y="91"/>
                      <a:pt x="238" y="90"/>
                    </a:cubicBezTo>
                    <a:close/>
                    <a:moveTo>
                      <a:pt x="250"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50" y="83"/>
                    </a:cubicBezTo>
                    <a:close/>
                    <a:moveTo>
                      <a:pt x="261" y="76"/>
                    </a:moveTo>
                    <a:cubicBezTo>
                      <a:pt x="260" y="75"/>
                      <a:pt x="261"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5"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5" y="61"/>
                    </a:cubicBezTo>
                    <a:cubicBezTo>
                      <a:pt x="285" y="61"/>
                      <a:pt x="285" y="61"/>
                      <a:pt x="285" y="61"/>
                    </a:cubicBezTo>
                    <a:cubicBezTo>
                      <a:pt x="284" y="61"/>
                      <a:pt x="284" y="61"/>
                      <a:pt x="283" y="61"/>
                    </a:cubicBezTo>
                    <a:close/>
                    <a:moveTo>
                      <a:pt x="295" y="53"/>
                    </a:moveTo>
                    <a:cubicBezTo>
                      <a:pt x="294" y="53"/>
                      <a:pt x="294" y="52"/>
                      <a:pt x="295" y="52"/>
                    </a:cubicBezTo>
                    <a:cubicBezTo>
                      <a:pt x="295" y="52"/>
                      <a:pt x="295" y="52"/>
                      <a:pt x="295" y="52"/>
                    </a:cubicBezTo>
                    <a:cubicBezTo>
                      <a:pt x="296" y="51"/>
                      <a:pt x="297" y="51"/>
                      <a:pt x="297" y="52"/>
                    </a:cubicBezTo>
                    <a:cubicBezTo>
                      <a:pt x="297" y="52"/>
                      <a:pt x="297" y="52"/>
                      <a:pt x="297" y="52"/>
                    </a:cubicBezTo>
                    <a:cubicBezTo>
                      <a:pt x="297" y="53"/>
                      <a:pt x="297" y="53"/>
                      <a:pt x="297" y="54"/>
                    </a:cubicBezTo>
                    <a:cubicBezTo>
                      <a:pt x="297" y="54"/>
                      <a:pt x="297" y="54"/>
                      <a:pt x="297"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20" y="37"/>
                    </a:cubicBezTo>
                    <a:cubicBezTo>
                      <a:pt x="320" y="37"/>
                      <a:pt x="320" y="37"/>
                      <a:pt x="320"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8"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1" y="32"/>
                    </a:cubicBezTo>
                    <a:cubicBezTo>
                      <a:pt x="331" y="32"/>
                      <a:pt x="331" y="32"/>
                      <a:pt x="331" y="32"/>
                    </a:cubicBezTo>
                    <a:cubicBezTo>
                      <a:pt x="330" y="32"/>
                      <a:pt x="330" y="32"/>
                      <a:pt x="330" y="32"/>
                    </a:cubicBezTo>
                    <a:cubicBezTo>
                      <a:pt x="330" y="32"/>
                      <a:pt x="330" y="32"/>
                      <a:pt x="330" y="32"/>
                    </a:cubicBezTo>
                    <a:cubicBezTo>
                      <a:pt x="329" y="32"/>
                      <a:pt x="329" y="32"/>
                      <a:pt x="329" y="31"/>
                    </a:cubicBezTo>
                    <a:close/>
                    <a:moveTo>
                      <a:pt x="340" y="24"/>
                    </a:moveTo>
                    <a:cubicBezTo>
                      <a:pt x="340" y="23"/>
                      <a:pt x="340" y="23"/>
                      <a:pt x="340" y="22"/>
                    </a:cubicBezTo>
                    <a:cubicBezTo>
                      <a:pt x="340" y="22"/>
                      <a:pt x="340" y="22"/>
                      <a:pt x="340" y="22"/>
                    </a:cubicBezTo>
                    <a:cubicBezTo>
                      <a:pt x="341" y="22"/>
                      <a:pt x="342" y="22"/>
                      <a:pt x="342" y="23"/>
                    </a:cubicBezTo>
                    <a:cubicBezTo>
                      <a:pt x="342" y="23"/>
                      <a:pt x="342" y="23"/>
                      <a:pt x="342" y="23"/>
                    </a:cubicBezTo>
                    <a:cubicBezTo>
                      <a:pt x="343" y="23"/>
                      <a:pt x="342" y="24"/>
                      <a:pt x="342" y="24"/>
                    </a:cubicBezTo>
                    <a:cubicBezTo>
                      <a:pt x="342" y="24"/>
                      <a:pt x="342" y="24"/>
                      <a:pt x="342" y="24"/>
                    </a:cubicBezTo>
                    <a:cubicBezTo>
                      <a:pt x="342"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4" y="15"/>
                    </a:cubicBezTo>
                    <a:cubicBezTo>
                      <a:pt x="354" y="15"/>
                      <a:pt x="354" y="15"/>
                      <a:pt x="354"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2" y="17"/>
                      <a:pt x="351" y="17"/>
                    </a:cubicBezTo>
                    <a:close/>
                    <a:moveTo>
                      <a:pt x="363" y="9"/>
                    </a:moveTo>
                    <a:cubicBezTo>
                      <a:pt x="362" y="9"/>
                      <a:pt x="362" y="8"/>
                      <a:pt x="363" y="7"/>
                    </a:cubicBezTo>
                    <a:cubicBezTo>
                      <a:pt x="363" y="7"/>
                      <a:pt x="363" y="7"/>
                      <a:pt x="363" y="7"/>
                    </a:cubicBezTo>
                    <a:cubicBezTo>
                      <a:pt x="364"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3"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7" y="1"/>
                      <a:pt x="376" y="2"/>
                      <a:pt x="376" y="2"/>
                    </a:cubicBezTo>
                    <a:cubicBezTo>
                      <a:pt x="376" y="2"/>
                      <a:pt x="376" y="2"/>
                      <a:pt x="376" y="2"/>
                    </a:cubicBezTo>
                    <a:cubicBezTo>
                      <a:pt x="376" y="2"/>
                      <a:pt x="375" y="3"/>
                      <a:pt x="375" y="3"/>
                    </a:cubicBezTo>
                    <a:cubicBezTo>
                      <a:pt x="375" y="3"/>
                      <a:pt x="375" y="3"/>
                      <a:pt x="375" y="3"/>
                    </a:cubicBezTo>
                    <a:cubicBezTo>
                      <a:pt x="375"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61;p2"/>
              <p:cNvSpPr/>
              <p:nvPr/>
            </p:nvSpPr>
            <p:spPr>
              <a:xfrm>
                <a:off x="11244892" y="5123909"/>
                <a:ext cx="19581" cy="19580"/>
              </a:xfrm>
              <a:custGeom>
                <a:avLst/>
                <a:gdLst/>
                <a:ahLst/>
                <a:cxnLst/>
                <a:rect l="l" t="t" r="r" b="b"/>
                <a:pathLst>
                  <a:path w="3" h="3" extrusionOk="0">
                    <a:moveTo>
                      <a:pt x="2" y="3"/>
                    </a:moveTo>
                    <a:cubicBezTo>
                      <a:pt x="1" y="3"/>
                      <a:pt x="1" y="3"/>
                      <a:pt x="1" y="3"/>
                    </a:cubicBezTo>
                    <a:cubicBezTo>
                      <a:pt x="0" y="2"/>
                      <a:pt x="0" y="2"/>
                      <a:pt x="0" y="2"/>
                    </a:cubicBezTo>
                    <a:cubicBezTo>
                      <a:pt x="0" y="1"/>
                      <a:pt x="0" y="1"/>
                      <a:pt x="1" y="1"/>
                    </a:cubicBezTo>
                    <a:cubicBezTo>
                      <a:pt x="1" y="1"/>
                      <a:pt x="1" y="0"/>
                      <a:pt x="1" y="0"/>
                    </a:cubicBezTo>
                    <a:cubicBezTo>
                      <a:pt x="1" y="0"/>
                      <a:pt x="2" y="0"/>
                      <a:pt x="2" y="0"/>
                    </a:cubicBezTo>
                    <a:cubicBezTo>
                      <a:pt x="2" y="0"/>
                      <a:pt x="2" y="1"/>
                      <a:pt x="2" y="1"/>
                    </a:cubicBezTo>
                    <a:cubicBezTo>
                      <a:pt x="3" y="1"/>
                      <a:pt x="3" y="1"/>
                      <a:pt x="3" y="1"/>
                    </a:cubicBezTo>
                    <a:cubicBezTo>
                      <a:pt x="3" y="1"/>
                      <a:pt x="3" y="1"/>
                      <a:pt x="3" y="2"/>
                    </a:cubicBezTo>
                    <a:cubicBezTo>
                      <a:pt x="3" y="2"/>
                      <a:pt x="3" y="2"/>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62;p2"/>
              <p:cNvSpPr/>
              <p:nvPr/>
            </p:nvSpPr>
            <p:spPr>
              <a:xfrm>
                <a:off x="13841273" y="3526140"/>
                <a:ext cx="19581" cy="15664"/>
              </a:xfrm>
              <a:custGeom>
                <a:avLst/>
                <a:gdLst/>
                <a:ahLst/>
                <a:cxnLst/>
                <a:rect l="l" t="t" r="r" b="b"/>
                <a:pathLst>
                  <a:path w="3" h="3" extrusionOk="0">
                    <a:moveTo>
                      <a:pt x="2" y="3"/>
                    </a:moveTo>
                    <a:cubicBezTo>
                      <a:pt x="1" y="3"/>
                      <a:pt x="1" y="3"/>
                      <a:pt x="1" y="3"/>
                    </a:cubicBezTo>
                    <a:cubicBezTo>
                      <a:pt x="0" y="3"/>
                      <a:pt x="0" y="2"/>
                      <a:pt x="0" y="2"/>
                    </a:cubicBezTo>
                    <a:cubicBezTo>
                      <a:pt x="0" y="1"/>
                      <a:pt x="0" y="1"/>
                      <a:pt x="1" y="1"/>
                    </a:cubicBezTo>
                    <a:cubicBezTo>
                      <a:pt x="1" y="1"/>
                      <a:pt x="1" y="1"/>
                      <a:pt x="1" y="1"/>
                    </a:cubicBezTo>
                    <a:cubicBezTo>
                      <a:pt x="2" y="0"/>
                      <a:pt x="2" y="0"/>
                      <a:pt x="3" y="1"/>
                    </a:cubicBezTo>
                    <a:cubicBezTo>
                      <a:pt x="3" y="1"/>
                      <a:pt x="3" y="1"/>
                      <a:pt x="3" y="2"/>
                    </a:cubicBezTo>
                    <a:cubicBezTo>
                      <a:pt x="3" y="2"/>
                      <a:pt x="3" y="3"/>
                      <a:pt x="3"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63;p2"/>
              <p:cNvSpPr/>
              <p:nvPr/>
            </p:nvSpPr>
            <p:spPr>
              <a:xfrm>
                <a:off x="11460278" y="3573133"/>
                <a:ext cx="2334003"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3"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4" y="236"/>
                    </a:cubicBezTo>
                    <a:cubicBezTo>
                      <a:pt x="14" y="236"/>
                      <a:pt x="14" y="236"/>
                      <a:pt x="14"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5" y="231"/>
                    </a:cubicBezTo>
                    <a:cubicBezTo>
                      <a:pt x="25" y="231"/>
                      <a:pt x="25" y="231"/>
                      <a:pt x="25" y="231"/>
                    </a:cubicBezTo>
                    <a:cubicBezTo>
                      <a:pt x="24" y="231"/>
                      <a:pt x="24" y="231"/>
                      <a:pt x="24" y="231"/>
                    </a:cubicBezTo>
                    <a:cubicBezTo>
                      <a:pt x="24" y="231"/>
                      <a:pt x="24" y="231"/>
                      <a:pt x="24" y="231"/>
                    </a:cubicBezTo>
                    <a:cubicBezTo>
                      <a:pt x="23" y="231"/>
                      <a:pt x="23" y="231"/>
                      <a:pt x="23" y="230"/>
                    </a:cubicBezTo>
                    <a:close/>
                    <a:moveTo>
                      <a:pt x="34" y="223"/>
                    </a:moveTo>
                    <a:cubicBezTo>
                      <a:pt x="34"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6"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8" y="214"/>
                    </a:cubicBezTo>
                    <a:cubicBezTo>
                      <a:pt x="48" y="214"/>
                      <a:pt x="48" y="214"/>
                      <a:pt x="48"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6" y="216"/>
                      <a:pt x="45" y="216"/>
                    </a:cubicBezTo>
                    <a:close/>
                    <a:moveTo>
                      <a:pt x="57"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7" y="208"/>
                    </a:cubicBezTo>
                    <a:close/>
                    <a:moveTo>
                      <a:pt x="68" y="201"/>
                    </a:moveTo>
                    <a:cubicBezTo>
                      <a:pt x="68" y="200"/>
                      <a:pt x="68" y="199"/>
                      <a:pt x="68" y="199"/>
                    </a:cubicBezTo>
                    <a:cubicBezTo>
                      <a:pt x="68" y="199"/>
                      <a:pt x="68" y="199"/>
                      <a:pt x="68" y="199"/>
                    </a:cubicBezTo>
                    <a:cubicBezTo>
                      <a:pt x="69" y="199"/>
                      <a:pt x="70" y="199"/>
                      <a:pt x="70" y="199"/>
                    </a:cubicBezTo>
                    <a:cubicBezTo>
                      <a:pt x="70" y="199"/>
                      <a:pt x="70" y="199"/>
                      <a:pt x="70" y="199"/>
                    </a:cubicBezTo>
                    <a:cubicBezTo>
                      <a:pt x="71" y="200"/>
                      <a:pt x="70" y="201"/>
                      <a:pt x="70" y="201"/>
                    </a:cubicBezTo>
                    <a:cubicBezTo>
                      <a:pt x="70" y="201"/>
                      <a:pt x="70" y="201"/>
                      <a:pt x="70" y="201"/>
                    </a:cubicBezTo>
                    <a:cubicBezTo>
                      <a:pt x="70"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1" y="194"/>
                      <a:pt x="80" y="194"/>
                    </a:cubicBezTo>
                    <a:cubicBezTo>
                      <a:pt x="80" y="194"/>
                      <a:pt x="80" y="194"/>
                      <a:pt x="80" y="194"/>
                    </a:cubicBezTo>
                    <a:cubicBezTo>
                      <a:pt x="80" y="194"/>
                      <a:pt x="79" y="194"/>
                      <a:pt x="79" y="193"/>
                    </a:cubicBezTo>
                    <a:close/>
                    <a:moveTo>
                      <a:pt x="91" y="186"/>
                    </a:moveTo>
                    <a:cubicBezTo>
                      <a:pt x="90" y="185"/>
                      <a:pt x="90" y="185"/>
                      <a:pt x="91" y="184"/>
                    </a:cubicBezTo>
                    <a:cubicBezTo>
                      <a:pt x="91" y="184"/>
                      <a:pt x="91" y="184"/>
                      <a:pt x="91" y="184"/>
                    </a:cubicBezTo>
                    <a:cubicBezTo>
                      <a:pt x="92"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1"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6" y="165"/>
                    </a:cubicBezTo>
                    <a:cubicBezTo>
                      <a:pt x="126" y="165"/>
                      <a:pt x="126" y="165"/>
                      <a:pt x="126" y="165"/>
                    </a:cubicBezTo>
                    <a:cubicBezTo>
                      <a:pt x="125" y="165"/>
                      <a:pt x="125" y="164"/>
                      <a:pt x="124" y="164"/>
                    </a:cubicBezTo>
                    <a:close/>
                    <a:moveTo>
                      <a:pt x="136" y="157"/>
                    </a:moveTo>
                    <a:cubicBezTo>
                      <a:pt x="135" y="156"/>
                      <a:pt x="136" y="155"/>
                      <a:pt x="136" y="155"/>
                    </a:cubicBezTo>
                    <a:cubicBezTo>
                      <a:pt x="136" y="155"/>
                      <a:pt x="136" y="155"/>
                      <a:pt x="136" y="155"/>
                    </a:cubicBezTo>
                    <a:cubicBezTo>
                      <a:pt x="137" y="154"/>
                      <a:pt x="138"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50"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2" y="132"/>
                      <a:pt x="172" y="133"/>
                    </a:cubicBezTo>
                    <a:cubicBezTo>
                      <a:pt x="172" y="133"/>
                      <a:pt x="172" y="133"/>
                      <a:pt x="172" y="133"/>
                    </a:cubicBezTo>
                    <a:cubicBezTo>
                      <a:pt x="172" y="134"/>
                      <a:pt x="172" y="134"/>
                      <a:pt x="172" y="135"/>
                    </a:cubicBezTo>
                    <a:cubicBezTo>
                      <a:pt x="172" y="135"/>
                      <a:pt x="172" y="135"/>
                      <a:pt x="172" y="135"/>
                    </a:cubicBezTo>
                    <a:cubicBezTo>
                      <a:pt x="171" y="135"/>
                      <a:pt x="171" y="135"/>
                      <a:pt x="171" y="135"/>
                    </a:cubicBezTo>
                    <a:cubicBezTo>
                      <a:pt x="171" y="135"/>
                      <a:pt x="171" y="135"/>
                      <a:pt x="171" y="135"/>
                    </a:cubicBezTo>
                    <a:cubicBezTo>
                      <a:pt x="170" y="135"/>
                      <a:pt x="170" y="135"/>
                      <a:pt x="170" y="134"/>
                    </a:cubicBezTo>
                    <a:close/>
                    <a:moveTo>
                      <a:pt x="181" y="127"/>
                    </a:moveTo>
                    <a:cubicBezTo>
                      <a:pt x="181"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3" y="120"/>
                      <a:pt x="192" y="120"/>
                    </a:cubicBezTo>
                    <a:close/>
                    <a:moveTo>
                      <a:pt x="204"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4" y="112"/>
                    </a:cubicBezTo>
                    <a:close/>
                    <a:moveTo>
                      <a:pt x="215" y="105"/>
                    </a:moveTo>
                    <a:cubicBezTo>
                      <a:pt x="215" y="104"/>
                      <a:pt x="215" y="104"/>
                      <a:pt x="215" y="103"/>
                    </a:cubicBezTo>
                    <a:cubicBezTo>
                      <a:pt x="215" y="103"/>
                      <a:pt x="215" y="103"/>
                      <a:pt x="215" y="103"/>
                    </a:cubicBezTo>
                    <a:cubicBezTo>
                      <a:pt x="216" y="103"/>
                      <a:pt x="217" y="103"/>
                      <a:pt x="217" y="104"/>
                    </a:cubicBezTo>
                    <a:cubicBezTo>
                      <a:pt x="217" y="104"/>
                      <a:pt x="217" y="104"/>
                      <a:pt x="217" y="104"/>
                    </a:cubicBezTo>
                    <a:cubicBezTo>
                      <a:pt x="218" y="104"/>
                      <a:pt x="217"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8" y="90"/>
                    </a:moveTo>
                    <a:cubicBezTo>
                      <a:pt x="237" y="90"/>
                      <a:pt x="237" y="89"/>
                      <a:pt x="238" y="88"/>
                    </a:cubicBezTo>
                    <a:cubicBezTo>
                      <a:pt x="238" y="88"/>
                      <a:pt x="238" y="88"/>
                      <a:pt x="238" y="88"/>
                    </a:cubicBezTo>
                    <a:cubicBezTo>
                      <a:pt x="239"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8"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2"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1" y="68"/>
                    </a:cubicBezTo>
                    <a:close/>
                    <a:moveTo>
                      <a:pt x="283" y="61"/>
                    </a:moveTo>
                    <a:cubicBezTo>
                      <a:pt x="282" y="60"/>
                      <a:pt x="283"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7"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5" y="46"/>
                    </a:cubicBezTo>
                    <a:close/>
                    <a:moveTo>
                      <a:pt x="317" y="39"/>
                    </a:moveTo>
                    <a:cubicBezTo>
                      <a:pt x="316" y="38"/>
                      <a:pt x="316" y="37"/>
                      <a:pt x="317" y="37"/>
                    </a:cubicBezTo>
                    <a:cubicBezTo>
                      <a:pt x="317" y="37"/>
                      <a:pt x="317" y="37"/>
                      <a:pt x="317" y="37"/>
                    </a:cubicBezTo>
                    <a:cubicBezTo>
                      <a:pt x="318" y="36"/>
                      <a:pt x="319" y="37"/>
                      <a:pt x="319" y="37"/>
                    </a:cubicBezTo>
                    <a:cubicBezTo>
                      <a:pt x="319" y="37"/>
                      <a:pt x="319" y="37"/>
                      <a:pt x="319" y="37"/>
                    </a:cubicBezTo>
                    <a:cubicBezTo>
                      <a:pt x="319" y="38"/>
                      <a:pt x="319" y="39"/>
                      <a:pt x="319" y="39"/>
                    </a:cubicBezTo>
                    <a:cubicBezTo>
                      <a:pt x="319" y="39"/>
                      <a:pt x="319" y="39"/>
                      <a:pt x="319" y="39"/>
                    </a:cubicBezTo>
                    <a:cubicBezTo>
                      <a:pt x="318" y="39"/>
                      <a:pt x="318" y="39"/>
                      <a:pt x="318" y="39"/>
                    </a:cubicBezTo>
                    <a:cubicBezTo>
                      <a:pt x="318" y="39"/>
                      <a:pt x="318" y="39"/>
                      <a:pt x="318" y="39"/>
                    </a:cubicBezTo>
                    <a:cubicBezTo>
                      <a:pt x="317" y="39"/>
                      <a:pt x="317" y="39"/>
                      <a:pt x="317" y="39"/>
                    </a:cubicBezTo>
                    <a:close/>
                    <a:moveTo>
                      <a:pt x="328" y="31"/>
                    </a:moveTo>
                    <a:cubicBezTo>
                      <a:pt x="328"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2" y="23"/>
                    </a:cubicBezTo>
                    <a:cubicBezTo>
                      <a:pt x="342" y="23"/>
                      <a:pt x="342" y="23"/>
                      <a:pt x="342"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40"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2" y="9"/>
                      <a:pt x="362" y="8"/>
                      <a:pt x="362" y="7"/>
                    </a:cubicBezTo>
                    <a:cubicBezTo>
                      <a:pt x="362" y="7"/>
                      <a:pt x="362" y="7"/>
                      <a:pt x="362" y="7"/>
                    </a:cubicBezTo>
                    <a:cubicBezTo>
                      <a:pt x="363" y="7"/>
                      <a:pt x="364" y="7"/>
                      <a:pt x="364" y="8"/>
                    </a:cubicBezTo>
                    <a:cubicBezTo>
                      <a:pt x="364" y="8"/>
                      <a:pt x="364" y="8"/>
                      <a:pt x="364" y="8"/>
                    </a:cubicBezTo>
                    <a:cubicBezTo>
                      <a:pt x="365" y="8"/>
                      <a:pt x="364" y="9"/>
                      <a:pt x="364" y="10"/>
                    </a:cubicBezTo>
                    <a:cubicBezTo>
                      <a:pt x="364" y="10"/>
                      <a:pt x="364" y="10"/>
                      <a:pt x="364" y="10"/>
                    </a:cubicBezTo>
                    <a:cubicBezTo>
                      <a:pt x="364"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 name="Google Shape;64;p2"/>
              <p:cNvSpPr/>
              <p:nvPr/>
            </p:nvSpPr>
            <p:spPr>
              <a:xfrm>
                <a:off x="11393704" y="5123909"/>
                <a:ext cx="11748" cy="19580"/>
              </a:xfrm>
              <a:custGeom>
                <a:avLst/>
                <a:gdLst/>
                <a:ahLst/>
                <a:cxnLst/>
                <a:rect l="l" t="t" r="r" b="b"/>
                <a:pathLst>
                  <a:path w="2" h="3" extrusionOk="0">
                    <a:moveTo>
                      <a:pt x="1" y="3"/>
                    </a:moveTo>
                    <a:cubicBezTo>
                      <a:pt x="1" y="3"/>
                      <a:pt x="1" y="3"/>
                      <a:pt x="0" y="3"/>
                    </a:cubicBezTo>
                    <a:cubicBezTo>
                      <a:pt x="0" y="3"/>
                      <a:pt x="0" y="3"/>
                      <a:pt x="0" y="3"/>
                    </a:cubicBezTo>
                    <a:cubicBezTo>
                      <a:pt x="0" y="2"/>
                      <a:pt x="0" y="2"/>
                      <a:pt x="0" y="2"/>
                    </a:cubicBezTo>
                    <a:cubicBezTo>
                      <a:pt x="0" y="1"/>
                      <a:pt x="0" y="1"/>
                      <a:pt x="0" y="1"/>
                    </a:cubicBezTo>
                    <a:cubicBezTo>
                      <a:pt x="0" y="1"/>
                      <a:pt x="0" y="1"/>
                      <a:pt x="0" y="1"/>
                    </a:cubicBezTo>
                    <a:cubicBezTo>
                      <a:pt x="0" y="0"/>
                      <a:pt x="1" y="0"/>
                      <a:pt x="1" y="0"/>
                    </a:cubicBezTo>
                    <a:cubicBezTo>
                      <a:pt x="2" y="0"/>
                      <a:pt x="2" y="1"/>
                      <a:pt x="2" y="1"/>
                    </a:cubicBezTo>
                    <a:cubicBezTo>
                      <a:pt x="2" y="1"/>
                      <a:pt x="2" y="1"/>
                      <a:pt x="2" y="1"/>
                    </a:cubicBezTo>
                    <a:cubicBezTo>
                      <a:pt x="2" y="1"/>
                      <a:pt x="2" y="1"/>
                      <a:pt x="2" y="2"/>
                    </a:cubicBezTo>
                    <a:cubicBezTo>
                      <a:pt x="2" y="2"/>
                      <a:pt x="2" y="2"/>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5" name="Google Shape;65;p2"/>
            <p:cNvGrpSpPr/>
            <p:nvPr/>
          </p:nvGrpSpPr>
          <p:grpSpPr>
            <a:xfrm>
              <a:off x="1179442" y="-1025151"/>
              <a:ext cx="2901838" cy="1613433"/>
              <a:chOff x="11828392" y="-448701"/>
              <a:chExt cx="2901838" cy="1613433"/>
            </a:xfrm>
          </p:grpSpPr>
          <p:sp>
            <p:nvSpPr>
              <p:cNvPr id="66" name="Google Shape;66;p2"/>
              <p:cNvSpPr/>
              <p:nvPr/>
            </p:nvSpPr>
            <p:spPr>
              <a:xfrm>
                <a:off x="12259164" y="1152983"/>
                <a:ext cx="19581" cy="11748"/>
              </a:xfrm>
              <a:custGeom>
                <a:avLst/>
                <a:gdLst/>
                <a:ahLst/>
                <a:cxnLst/>
                <a:rect l="l" t="t" r="r" b="b"/>
                <a:pathLst>
                  <a:path w="3" h="2" extrusionOk="0">
                    <a:moveTo>
                      <a:pt x="1" y="0"/>
                    </a:moveTo>
                    <a:cubicBezTo>
                      <a:pt x="2" y="0"/>
                      <a:pt x="2" y="0"/>
                      <a:pt x="2" y="0"/>
                    </a:cubicBezTo>
                    <a:cubicBezTo>
                      <a:pt x="2" y="0"/>
                      <a:pt x="3" y="1"/>
                      <a:pt x="3" y="1"/>
                    </a:cubicBezTo>
                    <a:cubicBezTo>
                      <a:pt x="3" y="1"/>
                      <a:pt x="2" y="2"/>
                      <a:pt x="2" y="2"/>
                    </a:cubicBezTo>
                    <a:cubicBezTo>
                      <a:pt x="2" y="2"/>
                      <a:pt x="1" y="2"/>
                      <a:pt x="0" y="2"/>
                    </a:cubicBezTo>
                    <a:cubicBezTo>
                      <a:pt x="0" y="2"/>
                      <a:pt x="0" y="1"/>
                      <a:pt x="0" y="1"/>
                    </a:cubicBezTo>
                    <a:cubicBezTo>
                      <a:pt x="0" y="1"/>
                      <a:pt x="0" y="0"/>
                      <a:pt x="0" y="0"/>
                    </a:cubicBezTo>
                    <a:cubicBezTo>
                      <a:pt x="0" y="0"/>
                      <a:pt x="1" y="0"/>
                      <a:pt x="1"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67;p2"/>
              <p:cNvSpPr/>
              <p:nvPr/>
            </p:nvSpPr>
            <p:spPr>
              <a:xfrm>
                <a:off x="12329654" y="-405624"/>
                <a:ext cx="2330087" cy="1527278"/>
              </a:xfrm>
              <a:custGeom>
                <a:avLst/>
                <a:gdLst/>
                <a:ahLst/>
                <a:cxnLst/>
                <a:rect l="l" t="t" r="r" b="b"/>
                <a:pathLst>
                  <a:path w="376" h="246" extrusionOk="0">
                    <a:moveTo>
                      <a:pt x="376" y="1"/>
                    </a:moveTo>
                    <a:cubicBezTo>
                      <a:pt x="376" y="1"/>
                      <a:pt x="376" y="2"/>
                      <a:pt x="375" y="3"/>
                    </a:cubicBezTo>
                    <a:cubicBezTo>
                      <a:pt x="375" y="3"/>
                      <a:pt x="375" y="3"/>
                      <a:pt x="375" y="3"/>
                    </a:cubicBezTo>
                    <a:cubicBezTo>
                      <a:pt x="375" y="3"/>
                      <a:pt x="374" y="3"/>
                      <a:pt x="374" y="2"/>
                    </a:cubicBezTo>
                    <a:cubicBezTo>
                      <a:pt x="374" y="2"/>
                      <a:pt x="374" y="2"/>
                      <a:pt x="374" y="2"/>
                    </a:cubicBezTo>
                    <a:cubicBezTo>
                      <a:pt x="373" y="2"/>
                      <a:pt x="373" y="1"/>
                      <a:pt x="374" y="0"/>
                    </a:cubicBezTo>
                    <a:cubicBezTo>
                      <a:pt x="374" y="0"/>
                      <a:pt x="374" y="0"/>
                      <a:pt x="374" y="0"/>
                    </a:cubicBezTo>
                    <a:cubicBezTo>
                      <a:pt x="374" y="0"/>
                      <a:pt x="375" y="0"/>
                      <a:pt x="375" y="0"/>
                    </a:cubicBezTo>
                    <a:cubicBezTo>
                      <a:pt x="375" y="0"/>
                      <a:pt x="375" y="0"/>
                      <a:pt x="375" y="0"/>
                    </a:cubicBezTo>
                    <a:cubicBezTo>
                      <a:pt x="375" y="0"/>
                      <a:pt x="376" y="0"/>
                      <a:pt x="376" y="1"/>
                    </a:cubicBezTo>
                    <a:close/>
                    <a:moveTo>
                      <a:pt x="365" y="8"/>
                    </a:moveTo>
                    <a:cubicBezTo>
                      <a:pt x="365" y="9"/>
                      <a:pt x="365" y="10"/>
                      <a:pt x="364" y="10"/>
                    </a:cubicBezTo>
                    <a:cubicBezTo>
                      <a:pt x="364" y="10"/>
                      <a:pt x="364" y="10"/>
                      <a:pt x="364" y="10"/>
                    </a:cubicBezTo>
                    <a:cubicBezTo>
                      <a:pt x="364" y="10"/>
                      <a:pt x="363" y="10"/>
                      <a:pt x="362" y="10"/>
                    </a:cubicBezTo>
                    <a:cubicBezTo>
                      <a:pt x="362" y="10"/>
                      <a:pt x="362" y="10"/>
                      <a:pt x="362" y="10"/>
                    </a:cubicBezTo>
                    <a:cubicBezTo>
                      <a:pt x="362" y="9"/>
                      <a:pt x="362" y="8"/>
                      <a:pt x="363" y="8"/>
                    </a:cubicBezTo>
                    <a:cubicBezTo>
                      <a:pt x="363" y="8"/>
                      <a:pt x="363" y="8"/>
                      <a:pt x="363" y="8"/>
                    </a:cubicBezTo>
                    <a:cubicBezTo>
                      <a:pt x="363" y="8"/>
                      <a:pt x="363" y="8"/>
                      <a:pt x="363" y="8"/>
                    </a:cubicBezTo>
                    <a:cubicBezTo>
                      <a:pt x="363" y="8"/>
                      <a:pt x="363" y="8"/>
                      <a:pt x="363" y="8"/>
                    </a:cubicBezTo>
                    <a:cubicBezTo>
                      <a:pt x="364" y="8"/>
                      <a:pt x="364" y="8"/>
                      <a:pt x="365" y="8"/>
                    </a:cubicBezTo>
                    <a:close/>
                    <a:moveTo>
                      <a:pt x="353" y="16"/>
                    </a:moveTo>
                    <a:cubicBezTo>
                      <a:pt x="354" y="16"/>
                      <a:pt x="354" y="17"/>
                      <a:pt x="353" y="17"/>
                    </a:cubicBezTo>
                    <a:cubicBezTo>
                      <a:pt x="353" y="17"/>
                      <a:pt x="353" y="17"/>
                      <a:pt x="353" y="17"/>
                    </a:cubicBezTo>
                    <a:cubicBezTo>
                      <a:pt x="352" y="18"/>
                      <a:pt x="351" y="18"/>
                      <a:pt x="351" y="17"/>
                    </a:cubicBezTo>
                    <a:cubicBezTo>
                      <a:pt x="351" y="17"/>
                      <a:pt x="351" y="17"/>
                      <a:pt x="351" y="17"/>
                    </a:cubicBezTo>
                    <a:cubicBezTo>
                      <a:pt x="351" y="16"/>
                      <a:pt x="351" y="16"/>
                      <a:pt x="351" y="15"/>
                    </a:cubicBezTo>
                    <a:cubicBezTo>
                      <a:pt x="351" y="15"/>
                      <a:pt x="351" y="15"/>
                      <a:pt x="351" y="15"/>
                    </a:cubicBezTo>
                    <a:cubicBezTo>
                      <a:pt x="352" y="15"/>
                      <a:pt x="352" y="15"/>
                      <a:pt x="352" y="15"/>
                    </a:cubicBezTo>
                    <a:cubicBezTo>
                      <a:pt x="352" y="15"/>
                      <a:pt x="352" y="15"/>
                      <a:pt x="352" y="15"/>
                    </a:cubicBezTo>
                    <a:cubicBezTo>
                      <a:pt x="353" y="15"/>
                      <a:pt x="353" y="15"/>
                      <a:pt x="353" y="16"/>
                    </a:cubicBezTo>
                    <a:close/>
                    <a:moveTo>
                      <a:pt x="342" y="23"/>
                    </a:moveTo>
                    <a:cubicBezTo>
                      <a:pt x="342" y="24"/>
                      <a:pt x="342" y="24"/>
                      <a:pt x="342" y="25"/>
                    </a:cubicBezTo>
                    <a:cubicBezTo>
                      <a:pt x="342" y="25"/>
                      <a:pt x="342" y="25"/>
                      <a:pt x="342" y="25"/>
                    </a:cubicBezTo>
                    <a:cubicBezTo>
                      <a:pt x="341" y="25"/>
                      <a:pt x="340" y="25"/>
                      <a:pt x="340" y="24"/>
                    </a:cubicBezTo>
                    <a:cubicBezTo>
                      <a:pt x="340" y="24"/>
                      <a:pt x="340" y="24"/>
                      <a:pt x="340" y="24"/>
                    </a:cubicBezTo>
                    <a:cubicBezTo>
                      <a:pt x="339" y="24"/>
                      <a:pt x="340" y="23"/>
                      <a:pt x="340" y="23"/>
                    </a:cubicBezTo>
                    <a:cubicBezTo>
                      <a:pt x="340" y="23"/>
                      <a:pt x="340" y="23"/>
                      <a:pt x="340" y="23"/>
                    </a:cubicBezTo>
                    <a:cubicBezTo>
                      <a:pt x="340" y="22"/>
                      <a:pt x="341" y="22"/>
                      <a:pt x="341" y="22"/>
                    </a:cubicBezTo>
                    <a:cubicBezTo>
                      <a:pt x="341" y="22"/>
                      <a:pt x="341" y="22"/>
                      <a:pt x="341" y="22"/>
                    </a:cubicBezTo>
                    <a:cubicBezTo>
                      <a:pt x="341" y="22"/>
                      <a:pt x="342" y="23"/>
                      <a:pt x="342" y="23"/>
                    </a:cubicBezTo>
                    <a:close/>
                    <a:moveTo>
                      <a:pt x="331" y="30"/>
                    </a:moveTo>
                    <a:cubicBezTo>
                      <a:pt x="331" y="31"/>
                      <a:pt x="331" y="32"/>
                      <a:pt x="330" y="32"/>
                    </a:cubicBezTo>
                    <a:cubicBezTo>
                      <a:pt x="330" y="32"/>
                      <a:pt x="330" y="32"/>
                      <a:pt x="330" y="32"/>
                    </a:cubicBezTo>
                    <a:cubicBezTo>
                      <a:pt x="330" y="33"/>
                      <a:pt x="329" y="32"/>
                      <a:pt x="328" y="32"/>
                    </a:cubicBezTo>
                    <a:cubicBezTo>
                      <a:pt x="328" y="32"/>
                      <a:pt x="328" y="32"/>
                      <a:pt x="328" y="32"/>
                    </a:cubicBezTo>
                    <a:cubicBezTo>
                      <a:pt x="328" y="31"/>
                      <a:pt x="328" y="30"/>
                      <a:pt x="329" y="30"/>
                    </a:cubicBezTo>
                    <a:cubicBezTo>
                      <a:pt x="329" y="30"/>
                      <a:pt x="329" y="30"/>
                      <a:pt x="329" y="30"/>
                    </a:cubicBezTo>
                    <a:cubicBezTo>
                      <a:pt x="329" y="30"/>
                      <a:pt x="329" y="30"/>
                      <a:pt x="330" y="30"/>
                    </a:cubicBezTo>
                    <a:cubicBezTo>
                      <a:pt x="330" y="30"/>
                      <a:pt x="330" y="30"/>
                      <a:pt x="330" y="30"/>
                    </a:cubicBezTo>
                    <a:cubicBezTo>
                      <a:pt x="330" y="30"/>
                      <a:pt x="330" y="30"/>
                      <a:pt x="331" y="30"/>
                    </a:cubicBezTo>
                    <a:close/>
                    <a:moveTo>
                      <a:pt x="319" y="38"/>
                    </a:moveTo>
                    <a:cubicBezTo>
                      <a:pt x="320" y="38"/>
                      <a:pt x="320" y="39"/>
                      <a:pt x="319" y="40"/>
                    </a:cubicBezTo>
                    <a:cubicBezTo>
                      <a:pt x="319" y="40"/>
                      <a:pt x="319" y="40"/>
                      <a:pt x="319" y="40"/>
                    </a:cubicBezTo>
                    <a:cubicBezTo>
                      <a:pt x="318" y="40"/>
                      <a:pt x="318" y="40"/>
                      <a:pt x="317" y="39"/>
                    </a:cubicBezTo>
                    <a:cubicBezTo>
                      <a:pt x="317" y="39"/>
                      <a:pt x="317" y="39"/>
                      <a:pt x="317" y="39"/>
                    </a:cubicBezTo>
                    <a:cubicBezTo>
                      <a:pt x="317" y="39"/>
                      <a:pt x="317" y="38"/>
                      <a:pt x="318" y="37"/>
                    </a:cubicBezTo>
                    <a:cubicBezTo>
                      <a:pt x="318" y="37"/>
                      <a:pt x="318" y="37"/>
                      <a:pt x="318" y="37"/>
                    </a:cubicBezTo>
                    <a:cubicBezTo>
                      <a:pt x="318" y="37"/>
                      <a:pt x="318" y="37"/>
                      <a:pt x="318" y="37"/>
                    </a:cubicBezTo>
                    <a:cubicBezTo>
                      <a:pt x="318" y="37"/>
                      <a:pt x="318" y="37"/>
                      <a:pt x="318" y="37"/>
                    </a:cubicBezTo>
                    <a:cubicBezTo>
                      <a:pt x="319" y="37"/>
                      <a:pt x="319" y="37"/>
                      <a:pt x="319" y="38"/>
                    </a:cubicBezTo>
                    <a:close/>
                    <a:moveTo>
                      <a:pt x="308" y="45"/>
                    </a:moveTo>
                    <a:cubicBezTo>
                      <a:pt x="308" y="46"/>
                      <a:pt x="308" y="46"/>
                      <a:pt x="308" y="47"/>
                    </a:cubicBezTo>
                    <a:cubicBezTo>
                      <a:pt x="308" y="47"/>
                      <a:pt x="308" y="47"/>
                      <a:pt x="308" y="47"/>
                    </a:cubicBezTo>
                    <a:cubicBezTo>
                      <a:pt x="307" y="47"/>
                      <a:pt x="306" y="47"/>
                      <a:pt x="306" y="47"/>
                    </a:cubicBezTo>
                    <a:cubicBezTo>
                      <a:pt x="306" y="47"/>
                      <a:pt x="306" y="47"/>
                      <a:pt x="306" y="47"/>
                    </a:cubicBezTo>
                    <a:cubicBezTo>
                      <a:pt x="305" y="46"/>
                      <a:pt x="306" y="45"/>
                      <a:pt x="306" y="45"/>
                    </a:cubicBezTo>
                    <a:cubicBezTo>
                      <a:pt x="306" y="45"/>
                      <a:pt x="306" y="45"/>
                      <a:pt x="306" y="45"/>
                    </a:cubicBezTo>
                    <a:cubicBezTo>
                      <a:pt x="306" y="45"/>
                      <a:pt x="307" y="44"/>
                      <a:pt x="307" y="44"/>
                    </a:cubicBezTo>
                    <a:cubicBezTo>
                      <a:pt x="307" y="44"/>
                      <a:pt x="307" y="44"/>
                      <a:pt x="307" y="44"/>
                    </a:cubicBezTo>
                    <a:cubicBezTo>
                      <a:pt x="307" y="44"/>
                      <a:pt x="308" y="45"/>
                      <a:pt x="308" y="45"/>
                    </a:cubicBezTo>
                    <a:close/>
                    <a:moveTo>
                      <a:pt x="297" y="52"/>
                    </a:moveTo>
                    <a:cubicBezTo>
                      <a:pt x="297" y="53"/>
                      <a:pt x="297" y="54"/>
                      <a:pt x="296" y="54"/>
                    </a:cubicBezTo>
                    <a:cubicBezTo>
                      <a:pt x="296" y="54"/>
                      <a:pt x="296" y="54"/>
                      <a:pt x="296" y="54"/>
                    </a:cubicBezTo>
                    <a:cubicBezTo>
                      <a:pt x="296" y="55"/>
                      <a:pt x="295" y="54"/>
                      <a:pt x="294" y="54"/>
                    </a:cubicBezTo>
                    <a:cubicBezTo>
                      <a:pt x="294" y="54"/>
                      <a:pt x="294" y="54"/>
                      <a:pt x="294" y="54"/>
                    </a:cubicBezTo>
                    <a:cubicBezTo>
                      <a:pt x="294" y="53"/>
                      <a:pt x="294" y="52"/>
                      <a:pt x="295" y="52"/>
                    </a:cubicBezTo>
                    <a:cubicBezTo>
                      <a:pt x="295" y="52"/>
                      <a:pt x="295" y="52"/>
                      <a:pt x="295" y="52"/>
                    </a:cubicBezTo>
                    <a:cubicBezTo>
                      <a:pt x="295" y="52"/>
                      <a:pt x="295" y="52"/>
                      <a:pt x="296" y="52"/>
                    </a:cubicBezTo>
                    <a:cubicBezTo>
                      <a:pt x="296" y="52"/>
                      <a:pt x="296" y="52"/>
                      <a:pt x="296" y="52"/>
                    </a:cubicBezTo>
                    <a:cubicBezTo>
                      <a:pt x="296" y="52"/>
                      <a:pt x="296" y="52"/>
                      <a:pt x="297" y="52"/>
                    </a:cubicBezTo>
                    <a:close/>
                    <a:moveTo>
                      <a:pt x="285" y="60"/>
                    </a:moveTo>
                    <a:cubicBezTo>
                      <a:pt x="286" y="60"/>
                      <a:pt x="286" y="61"/>
                      <a:pt x="285" y="62"/>
                    </a:cubicBezTo>
                    <a:cubicBezTo>
                      <a:pt x="285" y="62"/>
                      <a:pt x="285" y="62"/>
                      <a:pt x="285" y="62"/>
                    </a:cubicBezTo>
                    <a:cubicBezTo>
                      <a:pt x="284" y="62"/>
                      <a:pt x="284" y="62"/>
                      <a:pt x="283" y="61"/>
                    </a:cubicBezTo>
                    <a:cubicBezTo>
                      <a:pt x="283" y="61"/>
                      <a:pt x="283" y="61"/>
                      <a:pt x="283" y="61"/>
                    </a:cubicBezTo>
                    <a:cubicBezTo>
                      <a:pt x="283" y="61"/>
                      <a:pt x="283" y="60"/>
                      <a:pt x="284" y="59"/>
                    </a:cubicBezTo>
                    <a:cubicBezTo>
                      <a:pt x="284" y="59"/>
                      <a:pt x="284" y="59"/>
                      <a:pt x="284" y="59"/>
                    </a:cubicBezTo>
                    <a:cubicBezTo>
                      <a:pt x="284" y="59"/>
                      <a:pt x="284" y="59"/>
                      <a:pt x="284" y="59"/>
                    </a:cubicBezTo>
                    <a:cubicBezTo>
                      <a:pt x="284" y="59"/>
                      <a:pt x="284" y="59"/>
                      <a:pt x="284" y="59"/>
                    </a:cubicBezTo>
                    <a:cubicBezTo>
                      <a:pt x="285" y="59"/>
                      <a:pt x="285" y="59"/>
                      <a:pt x="285" y="60"/>
                    </a:cubicBezTo>
                    <a:close/>
                    <a:moveTo>
                      <a:pt x="274" y="67"/>
                    </a:moveTo>
                    <a:cubicBezTo>
                      <a:pt x="275" y="68"/>
                      <a:pt x="274" y="69"/>
                      <a:pt x="274" y="69"/>
                    </a:cubicBezTo>
                    <a:cubicBezTo>
                      <a:pt x="274" y="69"/>
                      <a:pt x="274" y="69"/>
                      <a:pt x="274" y="69"/>
                    </a:cubicBezTo>
                    <a:cubicBezTo>
                      <a:pt x="273" y="69"/>
                      <a:pt x="272" y="69"/>
                      <a:pt x="272" y="69"/>
                    </a:cubicBezTo>
                    <a:cubicBezTo>
                      <a:pt x="272" y="69"/>
                      <a:pt x="272" y="69"/>
                      <a:pt x="272" y="69"/>
                    </a:cubicBezTo>
                    <a:cubicBezTo>
                      <a:pt x="271" y="68"/>
                      <a:pt x="272" y="67"/>
                      <a:pt x="272" y="67"/>
                    </a:cubicBezTo>
                    <a:cubicBezTo>
                      <a:pt x="272" y="67"/>
                      <a:pt x="272" y="67"/>
                      <a:pt x="272" y="67"/>
                    </a:cubicBezTo>
                    <a:cubicBezTo>
                      <a:pt x="272" y="67"/>
                      <a:pt x="273" y="67"/>
                      <a:pt x="273" y="67"/>
                    </a:cubicBezTo>
                    <a:cubicBezTo>
                      <a:pt x="273" y="67"/>
                      <a:pt x="273" y="67"/>
                      <a:pt x="273" y="67"/>
                    </a:cubicBezTo>
                    <a:cubicBezTo>
                      <a:pt x="273" y="67"/>
                      <a:pt x="274" y="67"/>
                      <a:pt x="274" y="67"/>
                    </a:cubicBezTo>
                    <a:close/>
                    <a:moveTo>
                      <a:pt x="263" y="75"/>
                    </a:moveTo>
                    <a:cubicBezTo>
                      <a:pt x="263" y="75"/>
                      <a:pt x="263" y="76"/>
                      <a:pt x="262" y="76"/>
                    </a:cubicBezTo>
                    <a:cubicBezTo>
                      <a:pt x="262" y="76"/>
                      <a:pt x="262" y="76"/>
                      <a:pt x="262" y="76"/>
                    </a:cubicBezTo>
                    <a:cubicBezTo>
                      <a:pt x="262" y="77"/>
                      <a:pt x="261" y="77"/>
                      <a:pt x="261" y="76"/>
                    </a:cubicBezTo>
                    <a:cubicBezTo>
                      <a:pt x="261" y="76"/>
                      <a:pt x="261" y="76"/>
                      <a:pt x="261" y="76"/>
                    </a:cubicBezTo>
                    <a:cubicBezTo>
                      <a:pt x="260" y="75"/>
                      <a:pt x="260" y="75"/>
                      <a:pt x="261" y="74"/>
                    </a:cubicBezTo>
                    <a:cubicBezTo>
                      <a:pt x="261" y="74"/>
                      <a:pt x="261" y="74"/>
                      <a:pt x="261" y="74"/>
                    </a:cubicBezTo>
                    <a:cubicBezTo>
                      <a:pt x="261" y="74"/>
                      <a:pt x="261" y="74"/>
                      <a:pt x="262" y="74"/>
                    </a:cubicBezTo>
                    <a:cubicBezTo>
                      <a:pt x="262" y="74"/>
                      <a:pt x="262" y="74"/>
                      <a:pt x="262" y="74"/>
                    </a:cubicBezTo>
                    <a:cubicBezTo>
                      <a:pt x="262" y="74"/>
                      <a:pt x="263" y="74"/>
                      <a:pt x="263" y="75"/>
                    </a:cubicBezTo>
                    <a:close/>
                    <a:moveTo>
                      <a:pt x="251" y="82"/>
                    </a:moveTo>
                    <a:cubicBezTo>
                      <a:pt x="252" y="83"/>
                      <a:pt x="252" y="83"/>
                      <a:pt x="251" y="84"/>
                    </a:cubicBezTo>
                    <a:cubicBezTo>
                      <a:pt x="251" y="84"/>
                      <a:pt x="251" y="84"/>
                      <a:pt x="251" y="84"/>
                    </a:cubicBezTo>
                    <a:cubicBezTo>
                      <a:pt x="250" y="84"/>
                      <a:pt x="250" y="84"/>
                      <a:pt x="249" y="83"/>
                    </a:cubicBezTo>
                    <a:cubicBezTo>
                      <a:pt x="249" y="83"/>
                      <a:pt x="249" y="83"/>
                      <a:pt x="249" y="83"/>
                    </a:cubicBezTo>
                    <a:cubicBezTo>
                      <a:pt x="249" y="83"/>
                      <a:pt x="249" y="82"/>
                      <a:pt x="250" y="81"/>
                    </a:cubicBezTo>
                    <a:cubicBezTo>
                      <a:pt x="250" y="81"/>
                      <a:pt x="250" y="81"/>
                      <a:pt x="250" y="81"/>
                    </a:cubicBezTo>
                    <a:cubicBezTo>
                      <a:pt x="250" y="81"/>
                      <a:pt x="250" y="81"/>
                      <a:pt x="250" y="81"/>
                    </a:cubicBezTo>
                    <a:cubicBezTo>
                      <a:pt x="250" y="81"/>
                      <a:pt x="250" y="81"/>
                      <a:pt x="250" y="81"/>
                    </a:cubicBezTo>
                    <a:cubicBezTo>
                      <a:pt x="251" y="81"/>
                      <a:pt x="251" y="81"/>
                      <a:pt x="251" y="82"/>
                    </a:cubicBezTo>
                    <a:close/>
                    <a:moveTo>
                      <a:pt x="240" y="89"/>
                    </a:moveTo>
                    <a:cubicBezTo>
                      <a:pt x="241" y="90"/>
                      <a:pt x="240" y="91"/>
                      <a:pt x="240" y="91"/>
                    </a:cubicBezTo>
                    <a:cubicBezTo>
                      <a:pt x="240" y="91"/>
                      <a:pt x="240" y="91"/>
                      <a:pt x="240" y="91"/>
                    </a:cubicBezTo>
                    <a:cubicBezTo>
                      <a:pt x="239" y="92"/>
                      <a:pt x="238" y="91"/>
                      <a:pt x="238" y="91"/>
                    </a:cubicBezTo>
                    <a:cubicBezTo>
                      <a:pt x="238" y="91"/>
                      <a:pt x="238" y="91"/>
                      <a:pt x="238" y="91"/>
                    </a:cubicBezTo>
                    <a:cubicBezTo>
                      <a:pt x="238" y="90"/>
                      <a:pt x="238" y="89"/>
                      <a:pt x="238" y="89"/>
                    </a:cubicBezTo>
                    <a:cubicBezTo>
                      <a:pt x="238" y="89"/>
                      <a:pt x="238" y="89"/>
                      <a:pt x="238" y="89"/>
                    </a:cubicBezTo>
                    <a:cubicBezTo>
                      <a:pt x="239" y="89"/>
                      <a:pt x="239" y="89"/>
                      <a:pt x="239" y="89"/>
                    </a:cubicBezTo>
                    <a:cubicBezTo>
                      <a:pt x="239" y="89"/>
                      <a:pt x="239" y="89"/>
                      <a:pt x="239" y="89"/>
                    </a:cubicBezTo>
                    <a:cubicBezTo>
                      <a:pt x="239" y="89"/>
                      <a:pt x="240" y="89"/>
                      <a:pt x="240" y="89"/>
                    </a:cubicBezTo>
                    <a:close/>
                    <a:moveTo>
                      <a:pt x="229" y="97"/>
                    </a:moveTo>
                    <a:cubicBezTo>
                      <a:pt x="229" y="97"/>
                      <a:pt x="229" y="98"/>
                      <a:pt x="228" y="98"/>
                    </a:cubicBezTo>
                    <a:cubicBezTo>
                      <a:pt x="228" y="98"/>
                      <a:pt x="228" y="98"/>
                      <a:pt x="228" y="98"/>
                    </a:cubicBezTo>
                    <a:cubicBezTo>
                      <a:pt x="228" y="99"/>
                      <a:pt x="227" y="99"/>
                      <a:pt x="227" y="98"/>
                    </a:cubicBezTo>
                    <a:cubicBezTo>
                      <a:pt x="227" y="98"/>
                      <a:pt x="227" y="98"/>
                      <a:pt x="227" y="98"/>
                    </a:cubicBezTo>
                    <a:cubicBezTo>
                      <a:pt x="226" y="97"/>
                      <a:pt x="226" y="97"/>
                      <a:pt x="227" y="96"/>
                    </a:cubicBezTo>
                    <a:cubicBezTo>
                      <a:pt x="227" y="96"/>
                      <a:pt x="227" y="96"/>
                      <a:pt x="227" y="96"/>
                    </a:cubicBezTo>
                    <a:cubicBezTo>
                      <a:pt x="227" y="96"/>
                      <a:pt x="228" y="96"/>
                      <a:pt x="228" y="96"/>
                    </a:cubicBezTo>
                    <a:cubicBezTo>
                      <a:pt x="228" y="96"/>
                      <a:pt x="228" y="96"/>
                      <a:pt x="228" y="96"/>
                    </a:cubicBezTo>
                    <a:cubicBezTo>
                      <a:pt x="228" y="96"/>
                      <a:pt x="229" y="96"/>
                      <a:pt x="229" y="97"/>
                    </a:cubicBezTo>
                    <a:close/>
                    <a:moveTo>
                      <a:pt x="218" y="104"/>
                    </a:moveTo>
                    <a:cubicBezTo>
                      <a:pt x="218" y="105"/>
                      <a:pt x="218" y="105"/>
                      <a:pt x="217" y="106"/>
                    </a:cubicBezTo>
                    <a:cubicBezTo>
                      <a:pt x="217" y="106"/>
                      <a:pt x="217" y="106"/>
                      <a:pt x="217" y="106"/>
                    </a:cubicBezTo>
                    <a:cubicBezTo>
                      <a:pt x="217" y="106"/>
                      <a:pt x="216" y="106"/>
                      <a:pt x="215" y="105"/>
                    </a:cubicBezTo>
                    <a:cubicBezTo>
                      <a:pt x="215" y="105"/>
                      <a:pt x="215" y="105"/>
                      <a:pt x="215" y="105"/>
                    </a:cubicBezTo>
                    <a:cubicBezTo>
                      <a:pt x="215" y="105"/>
                      <a:pt x="215" y="104"/>
                      <a:pt x="216" y="104"/>
                    </a:cubicBezTo>
                    <a:cubicBezTo>
                      <a:pt x="216" y="104"/>
                      <a:pt x="216" y="104"/>
                      <a:pt x="216" y="104"/>
                    </a:cubicBezTo>
                    <a:cubicBezTo>
                      <a:pt x="216" y="103"/>
                      <a:pt x="216" y="103"/>
                      <a:pt x="216" y="103"/>
                    </a:cubicBezTo>
                    <a:cubicBezTo>
                      <a:pt x="216" y="103"/>
                      <a:pt x="216" y="103"/>
                      <a:pt x="216" y="103"/>
                    </a:cubicBezTo>
                    <a:cubicBezTo>
                      <a:pt x="217" y="103"/>
                      <a:pt x="217" y="104"/>
                      <a:pt x="218" y="104"/>
                    </a:cubicBezTo>
                    <a:close/>
                    <a:moveTo>
                      <a:pt x="206" y="111"/>
                    </a:moveTo>
                    <a:cubicBezTo>
                      <a:pt x="207" y="112"/>
                      <a:pt x="206" y="113"/>
                      <a:pt x="206" y="113"/>
                    </a:cubicBezTo>
                    <a:cubicBezTo>
                      <a:pt x="206" y="113"/>
                      <a:pt x="206" y="113"/>
                      <a:pt x="206" y="113"/>
                    </a:cubicBezTo>
                    <a:cubicBezTo>
                      <a:pt x="205" y="114"/>
                      <a:pt x="204" y="113"/>
                      <a:pt x="204" y="113"/>
                    </a:cubicBezTo>
                    <a:cubicBezTo>
                      <a:pt x="204" y="113"/>
                      <a:pt x="204" y="113"/>
                      <a:pt x="204" y="113"/>
                    </a:cubicBezTo>
                    <a:cubicBezTo>
                      <a:pt x="204" y="112"/>
                      <a:pt x="204" y="111"/>
                      <a:pt x="204" y="111"/>
                    </a:cubicBezTo>
                    <a:cubicBezTo>
                      <a:pt x="204" y="111"/>
                      <a:pt x="204" y="111"/>
                      <a:pt x="204" y="111"/>
                    </a:cubicBezTo>
                    <a:cubicBezTo>
                      <a:pt x="205" y="111"/>
                      <a:pt x="205" y="111"/>
                      <a:pt x="205" y="111"/>
                    </a:cubicBezTo>
                    <a:cubicBezTo>
                      <a:pt x="205" y="111"/>
                      <a:pt x="205" y="111"/>
                      <a:pt x="205" y="111"/>
                    </a:cubicBezTo>
                    <a:cubicBezTo>
                      <a:pt x="206" y="111"/>
                      <a:pt x="206" y="111"/>
                      <a:pt x="206" y="111"/>
                    </a:cubicBezTo>
                    <a:close/>
                    <a:moveTo>
                      <a:pt x="195" y="119"/>
                    </a:moveTo>
                    <a:cubicBezTo>
                      <a:pt x="195" y="119"/>
                      <a:pt x="195" y="120"/>
                      <a:pt x="195" y="121"/>
                    </a:cubicBezTo>
                    <a:cubicBezTo>
                      <a:pt x="195" y="121"/>
                      <a:pt x="195" y="121"/>
                      <a:pt x="195" y="121"/>
                    </a:cubicBezTo>
                    <a:cubicBezTo>
                      <a:pt x="194" y="121"/>
                      <a:pt x="193" y="121"/>
                      <a:pt x="193" y="120"/>
                    </a:cubicBezTo>
                    <a:cubicBezTo>
                      <a:pt x="193" y="120"/>
                      <a:pt x="193" y="120"/>
                      <a:pt x="193" y="120"/>
                    </a:cubicBezTo>
                    <a:cubicBezTo>
                      <a:pt x="192" y="120"/>
                      <a:pt x="192" y="119"/>
                      <a:pt x="193" y="118"/>
                    </a:cubicBezTo>
                    <a:cubicBezTo>
                      <a:pt x="193" y="118"/>
                      <a:pt x="193" y="118"/>
                      <a:pt x="193" y="118"/>
                    </a:cubicBezTo>
                    <a:cubicBezTo>
                      <a:pt x="193" y="118"/>
                      <a:pt x="194" y="118"/>
                      <a:pt x="194" y="118"/>
                    </a:cubicBezTo>
                    <a:cubicBezTo>
                      <a:pt x="194" y="118"/>
                      <a:pt x="194" y="118"/>
                      <a:pt x="194" y="118"/>
                    </a:cubicBezTo>
                    <a:cubicBezTo>
                      <a:pt x="194" y="118"/>
                      <a:pt x="195" y="118"/>
                      <a:pt x="195" y="119"/>
                    </a:cubicBezTo>
                    <a:close/>
                    <a:moveTo>
                      <a:pt x="184" y="126"/>
                    </a:moveTo>
                    <a:cubicBezTo>
                      <a:pt x="184" y="127"/>
                      <a:pt x="184" y="128"/>
                      <a:pt x="183" y="128"/>
                    </a:cubicBezTo>
                    <a:cubicBezTo>
                      <a:pt x="183" y="128"/>
                      <a:pt x="183" y="128"/>
                      <a:pt x="183" y="128"/>
                    </a:cubicBezTo>
                    <a:cubicBezTo>
                      <a:pt x="183" y="128"/>
                      <a:pt x="182" y="128"/>
                      <a:pt x="181" y="128"/>
                    </a:cubicBezTo>
                    <a:cubicBezTo>
                      <a:pt x="181" y="128"/>
                      <a:pt x="181" y="128"/>
                      <a:pt x="181" y="128"/>
                    </a:cubicBezTo>
                    <a:cubicBezTo>
                      <a:pt x="181" y="127"/>
                      <a:pt x="181" y="126"/>
                      <a:pt x="182" y="126"/>
                    </a:cubicBezTo>
                    <a:cubicBezTo>
                      <a:pt x="182" y="126"/>
                      <a:pt x="182" y="126"/>
                      <a:pt x="182" y="126"/>
                    </a:cubicBezTo>
                    <a:cubicBezTo>
                      <a:pt x="182" y="126"/>
                      <a:pt x="182" y="125"/>
                      <a:pt x="183" y="125"/>
                    </a:cubicBezTo>
                    <a:cubicBezTo>
                      <a:pt x="183" y="125"/>
                      <a:pt x="183" y="125"/>
                      <a:pt x="183" y="125"/>
                    </a:cubicBezTo>
                    <a:cubicBezTo>
                      <a:pt x="183" y="125"/>
                      <a:pt x="183" y="126"/>
                      <a:pt x="184" y="126"/>
                    </a:cubicBezTo>
                    <a:close/>
                    <a:moveTo>
                      <a:pt x="172" y="133"/>
                    </a:moveTo>
                    <a:cubicBezTo>
                      <a:pt x="173" y="134"/>
                      <a:pt x="173" y="135"/>
                      <a:pt x="172" y="135"/>
                    </a:cubicBezTo>
                    <a:cubicBezTo>
                      <a:pt x="172" y="135"/>
                      <a:pt x="172" y="135"/>
                      <a:pt x="172" y="135"/>
                    </a:cubicBezTo>
                    <a:cubicBezTo>
                      <a:pt x="171" y="136"/>
                      <a:pt x="171" y="136"/>
                      <a:pt x="170" y="135"/>
                    </a:cubicBezTo>
                    <a:cubicBezTo>
                      <a:pt x="170" y="135"/>
                      <a:pt x="170" y="135"/>
                      <a:pt x="170" y="135"/>
                    </a:cubicBezTo>
                    <a:cubicBezTo>
                      <a:pt x="170" y="134"/>
                      <a:pt x="170" y="133"/>
                      <a:pt x="170" y="133"/>
                    </a:cubicBezTo>
                    <a:cubicBezTo>
                      <a:pt x="170" y="133"/>
                      <a:pt x="170" y="133"/>
                      <a:pt x="170" y="133"/>
                    </a:cubicBezTo>
                    <a:cubicBezTo>
                      <a:pt x="171" y="133"/>
                      <a:pt x="171" y="133"/>
                      <a:pt x="171" y="133"/>
                    </a:cubicBezTo>
                    <a:cubicBezTo>
                      <a:pt x="171" y="133"/>
                      <a:pt x="171" y="133"/>
                      <a:pt x="171" y="133"/>
                    </a:cubicBezTo>
                    <a:cubicBezTo>
                      <a:pt x="172" y="133"/>
                      <a:pt x="172" y="133"/>
                      <a:pt x="172" y="133"/>
                    </a:cubicBezTo>
                    <a:close/>
                    <a:moveTo>
                      <a:pt x="161" y="141"/>
                    </a:moveTo>
                    <a:cubicBezTo>
                      <a:pt x="161" y="141"/>
                      <a:pt x="161" y="142"/>
                      <a:pt x="161" y="143"/>
                    </a:cubicBezTo>
                    <a:cubicBezTo>
                      <a:pt x="161" y="143"/>
                      <a:pt x="161" y="143"/>
                      <a:pt x="161" y="143"/>
                    </a:cubicBezTo>
                    <a:cubicBezTo>
                      <a:pt x="160" y="143"/>
                      <a:pt x="159" y="143"/>
                      <a:pt x="159" y="142"/>
                    </a:cubicBezTo>
                    <a:cubicBezTo>
                      <a:pt x="159" y="142"/>
                      <a:pt x="159" y="142"/>
                      <a:pt x="159" y="142"/>
                    </a:cubicBezTo>
                    <a:cubicBezTo>
                      <a:pt x="158" y="142"/>
                      <a:pt x="159" y="141"/>
                      <a:pt x="159" y="140"/>
                    </a:cubicBezTo>
                    <a:cubicBezTo>
                      <a:pt x="159" y="140"/>
                      <a:pt x="159" y="140"/>
                      <a:pt x="159" y="140"/>
                    </a:cubicBezTo>
                    <a:cubicBezTo>
                      <a:pt x="159" y="140"/>
                      <a:pt x="160" y="140"/>
                      <a:pt x="160" y="140"/>
                    </a:cubicBezTo>
                    <a:cubicBezTo>
                      <a:pt x="160" y="140"/>
                      <a:pt x="160" y="140"/>
                      <a:pt x="160" y="140"/>
                    </a:cubicBezTo>
                    <a:cubicBezTo>
                      <a:pt x="160" y="140"/>
                      <a:pt x="161" y="140"/>
                      <a:pt x="161" y="141"/>
                    </a:cubicBezTo>
                    <a:close/>
                    <a:moveTo>
                      <a:pt x="150" y="148"/>
                    </a:moveTo>
                    <a:cubicBezTo>
                      <a:pt x="150" y="149"/>
                      <a:pt x="150" y="150"/>
                      <a:pt x="149" y="150"/>
                    </a:cubicBezTo>
                    <a:cubicBezTo>
                      <a:pt x="149" y="150"/>
                      <a:pt x="149" y="150"/>
                      <a:pt x="149" y="150"/>
                    </a:cubicBezTo>
                    <a:cubicBezTo>
                      <a:pt x="149" y="150"/>
                      <a:pt x="148" y="150"/>
                      <a:pt x="147" y="150"/>
                    </a:cubicBezTo>
                    <a:cubicBezTo>
                      <a:pt x="147" y="150"/>
                      <a:pt x="147" y="150"/>
                      <a:pt x="147" y="150"/>
                    </a:cubicBezTo>
                    <a:cubicBezTo>
                      <a:pt x="147" y="149"/>
                      <a:pt x="147" y="148"/>
                      <a:pt x="148" y="148"/>
                    </a:cubicBezTo>
                    <a:cubicBezTo>
                      <a:pt x="148" y="148"/>
                      <a:pt x="148" y="148"/>
                      <a:pt x="148" y="148"/>
                    </a:cubicBezTo>
                    <a:cubicBezTo>
                      <a:pt x="148" y="148"/>
                      <a:pt x="148" y="148"/>
                      <a:pt x="149" y="148"/>
                    </a:cubicBezTo>
                    <a:cubicBezTo>
                      <a:pt x="149" y="148"/>
                      <a:pt x="149" y="148"/>
                      <a:pt x="149" y="148"/>
                    </a:cubicBezTo>
                    <a:cubicBezTo>
                      <a:pt x="149" y="148"/>
                      <a:pt x="149" y="148"/>
                      <a:pt x="150" y="148"/>
                    </a:cubicBezTo>
                    <a:close/>
                    <a:moveTo>
                      <a:pt x="138" y="156"/>
                    </a:moveTo>
                    <a:cubicBezTo>
                      <a:pt x="139" y="156"/>
                      <a:pt x="139" y="157"/>
                      <a:pt x="138" y="157"/>
                    </a:cubicBezTo>
                    <a:cubicBezTo>
                      <a:pt x="138" y="157"/>
                      <a:pt x="138" y="157"/>
                      <a:pt x="138" y="157"/>
                    </a:cubicBezTo>
                    <a:cubicBezTo>
                      <a:pt x="137" y="158"/>
                      <a:pt x="137" y="158"/>
                      <a:pt x="136" y="157"/>
                    </a:cubicBezTo>
                    <a:cubicBezTo>
                      <a:pt x="136" y="157"/>
                      <a:pt x="136" y="157"/>
                      <a:pt x="136" y="157"/>
                    </a:cubicBezTo>
                    <a:cubicBezTo>
                      <a:pt x="136" y="156"/>
                      <a:pt x="136" y="156"/>
                      <a:pt x="137" y="155"/>
                    </a:cubicBezTo>
                    <a:cubicBezTo>
                      <a:pt x="137" y="155"/>
                      <a:pt x="137" y="155"/>
                      <a:pt x="137" y="155"/>
                    </a:cubicBezTo>
                    <a:cubicBezTo>
                      <a:pt x="137" y="155"/>
                      <a:pt x="137" y="155"/>
                      <a:pt x="137" y="155"/>
                    </a:cubicBezTo>
                    <a:cubicBezTo>
                      <a:pt x="137" y="155"/>
                      <a:pt x="137" y="155"/>
                      <a:pt x="137" y="155"/>
                    </a:cubicBezTo>
                    <a:cubicBezTo>
                      <a:pt x="138" y="155"/>
                      <a:pt x="138" y="155"/>
                      <a:pt x="138" y="156"/>
                    </a:cubicBezTo>
                    <a:close/>
                    <a:moveTo>
                      <a:pt x="127" y="163"/>
                    </a:moveTo>
                    <a:cubicBezTo>
                      <a:pt x="127" y="164"/>
                      <a:pt x="127" y="164"/>
                      <a:pt x="127" y="165"/>
                    </a:cubicBezTo>
                    <a:cubicBezTo>
                      <a:pt x="127" y="165"/>
                      <a:pt x="127" y="165"/>
                      <a:pt x="127" y="165"/>
                    </a:cubicBezTo>
                    <a:cubicBezTo>
                      <a:pt x="126" y="165"/>
                      <a:pt x="125" y="165"/>
                      <a:pt x="125" y="164"/>
                    </a:cubicBezTo>
                    <a:cubicBezTo>
                      <a:pt x="125" y="164"/>
                      <a:pt x="125" y="164"/>
                      <a:pt x="125" y="164"/>
                    </a:cubicBezTo>
                    <a:cubicBezTo>
                      <a:pt x="124" y="164"/>
                      <a:pt x="125" y="163"/>
                      <a:pt x="125" y="163"/>
                    </a:cubicBezTo>
                    <a:cubicBezTo>
                      <a:pt x="125" y="163"/>
                      <a:pt x="125" y="163"/>
                      <a:pt x="125" y="163"/>
                    </a:cubicBezTo>
                    <a:cubicBezTo>
                      <a:pt x="125" y="162"/>
                      <a:pt x="126" y="162"/>
                      <a:pt x="126" y="162"/>
                    </a:cubicBezTo>
                    <a:cubicBezTo>
                      <a:pt x="126" y="162"/>
                      <a:pt x="126" y="162"/>
                      <a:pt x="126" y="162"/>
                    </a:cubicBezTo>
                    <a:cubicBezTo>
                      <a:pt x="126" y="162"/>
                      <a:pt x="127" y="163"/>
                      <a:pt x="127" y="163"/>
                    </a:cubicBezTo>
                    <a:close/>
                    <a:moveTo>
                      <a:pt x="116" y="170"/>
                    </a:moveTo>
                    <a:cubicBezTo>
                      <a:pt x="116" y="171"/>
                      <a:pt x="116" y="172"/>
                      <a:pt x="115" y="172"/>
                    </a:cubicBezTo>
                    <a:cubicBezTo>
                      <a:pt x="115" y="172"/>
                      <a:pt x="115" y="172"/>
                      <a:pt x="115" y="172"/>
                    </a:cubicBezTo>
                    <a:cubicBezTo>
                      <a:pt x="115" y="173"/>
                      <a:pt x="114" y="172"/>
                      <a:pt x="114" y="172"/>
                    </a:cubicBezTo>
                    <a:cubicBezTo>
                      <a:pt x="114" y="172"/>
                      <a:pt x="114" y="172"/>
                      <a:pt x="114" y="172"/>
                    </a:cubicBezTo>
                    <a:cubicBezTo>
                      <a:pt x="113" y="171"/>
                      <a:pt x="113" y="170"/>
                      <a:pt x="114" y="170"/>
                    </a:cubicBezTo>
                    <a:cubicBezTo>
                      <a:pt x="114" y="170"/>
                      <a:pt x="114" y="170"/>
                      <a:pt x="114" y="170"/>
                    </a:cubicBezTo>
                    <a:cubicBezTo>
                      <a:pt x="114" y="170"/>
                      <a:pt x="114" y="170"/>
                      <a:pt x="115" y="170"/>
                    </a:cubicBezTo>
                    <a:cubicBezTo>
                      <a:pt x="115" y="170"/>
                      <a:pt x="115" y="170"/>
                      <a:pt x="115" y="170"/>
                    </a:cubicBezTo>
                    <a:cubicBezTo>
                      <a:pt x="115" y="170"/>
                      <a:pt x="116" y="170"/>
                      <a:pt x="116" y="170"/>
                    </a:cubicBezTo>
                    <a:close/>
                    <a:moveTo>
                      <a:pt x="104" y="178"/>
                    </a:moveTo>
                    <a:cubicBezTo>
                      <a:pt x="105" y="178"/>
                      <a:pt x="105" y="179"/>
                      <a:pt x="104" y="179"/>
                    </a:cubicBezTo>
                    <a:cubicBezTo>
                      <a:pt x="104" y="179"/>
                      <a:pt x="104" y="179"/>
                      <a:pt x="104" y="179"/>
                    </a:cubicBezTo>
                    <a:cubicBezTo>
                      <a:pt x="103" y="180"/>
                      <a:pt x="103" y="180"/>
                      <a:pt x="102" y="179"/>
                    </a:cubicBezTo>
                    <a:cubicBezTo>
                      <a:pt x="102" y="179"/>
                      <a:pt x="102" y="179"/>
                      <a:pt x="102" y="179"/>
                    </a:cubicBezTo>
                    <a:cubicBezTo>
                      <a:pt x="102" y="178"/>
                      <a:pt x="102" y="178"/>
                      <a:pt x="103" y="177"/>
                    </a:cubicBezTo>
                    <a:cubicBezTo>
                      <a:pt x="103" y="177"/>
                      <a:pt x="103" y="177"/>
                      <a:pt x="103" y="177"/>
                    </a:cubicBezTo>
                    <a:cubicBezTo>
                      <a:pt x="103" y="177"/>
                      <a:pt x="103" y="177"/>
                      <a:pt x="103" y="177"/>
                    </a:cubicBezTo>
                    <a:cubicBezTo>
                      <a:pt x="103" y="177"/>
                      <a:pt x="103" y="177"/>
                      <a:pt x="103" y="177"/>
                    </a:cubicBezTo>
                    <a:cubicBezTo>
                      <a:pt x="104" y="177"/>
                      <a:pt x="104" y="177"/>
                      <a:pt x="104" y="178"/>
                    </a:cubicBezTo>
                    <a:close/>
                    <a:moveTo>
                      <a:pt x="93" y="185"/>
                    </a:moveTo>
                    <a:cubicBezTo>
                      <a:pt x="94" y="186"/>
                      <a:pt x="93" y="186"/>
                      <a:pt x="93" y="187"/>
                    </a:cubicBezTo>
                    <a:cubicBezTo>
                      <a:pt x="93" y="187"/>
                      <a:pt x="93" y="187"/>
                      <a:pt x="93" y="187"/>
                    </a:cubicBezTo>
                    <a:cubicBezTo>
                      <a:pt x="92" y="187"/>
                      <a:pt x="91" y="187"/>
                      <a:pt x="91" y="186"/>
                    </a:cubicBezTo>
                    <a:cubicBezTo>
                      <a:pt x="91" y="186"/>
                      <a:pt x="91" y="186"/>
                      <a:pt x="91" y="186"/>
                    </a:cubicBezTo>
                    <a:cubicBezTo>
                      <a:pt x="91" y="186"/>
                      <a:pt x="91" y="185"/>
                      <a:pt x="91" y="185"/>
                    </a:cubicBezTo>
                    <a:cubicBezTo>
                      <a:pt x="91" y="185"/>
                      <a:pt x="91" y="185"/>
                      <a:pt x="91" y="185"/>
                    </a:cubicBezTo>
                    <a:cubicBezTo>
                      <a:pt x="92" y="184"/>
                      <a:pt x="92" y="184"/>
                      <a:pt x="92" y="184"/>
                    </a:cubicBezTo>
                    <a:cubicBezTo>
                      <a:pt x="92" y="184"/>
                      <a:pt x="92" y="184"/>
                      <a:pt x="92" y="184"/>
                    </a:cubicBezTo>
                    <a:cubicBezTo>
                      <a:pt x="92" y="184"/>
                      <a:pt x="93" y="185"/>
                      <a:pt x="93" y="185"/>
                    </a:cubicBezTo>
                    <a:close/>
                    <a:moveTo>
                      <a:pt x="82" y="192"/>
                    </a:moveTo>
                    <a:cubicBezTo>
                      <a:pt x="82" y="193"/>
                      <a:pt x="82" y="194"/>
                      <a:pt x="81" y="194"/>
                    </a:cubicBezTo>
                    <a:cubicBezTo>
                      <a:pt x="81" y="194"/>
                      <a:pt x="81" y="194"/>
                      <a:pt x="81" y="194"/>
                    </a:cubicBezTo>
                    <a:cubicBezTo>
                      <a:pt x="81" y="195"/>
                      <a:pt x="80" y="194"/>
                      <a:pt x="80" y="194"/>
                    </a:cubicBezTo>
                    <a:cubicBezTo>
                      <a:pt x="80" y="194"/>
                      <a:pt x="80" y="194"/>
                      <a:pt x="80" y="194"/>
                    </a:cubicBezTo>
                    <a:cubicBezTo>
                      <a:pt x="79" y="193"/>
                      <a:pt x="79" y="192"/>
                      <a:pt x="80" y="192"/>
                    </a:cubicBezTo>
                    <a:cubicBezTo>
                      <a:pt x="80" y="192"/>
                      <a:pt x="80" y="192"/>
                      <a:pt x="80" y="192"/>
                    </a:cubicBezTo>
                    <a:cubicBezTo>
                      <a:pt x="80" y="192"/>
                      <a:pt x="81" y="192"/>
                      <a:pt x="81" y="192"/>
                    </a:cubicBezTo>
                    <a:cubicBezTo>
                      <a:pt x="81" y="192"/>
                      <a:pt x="81" y="192"/>
                      <a:pt x="81" y="192"/>
                    </a:cubicBezTo>
                    <a:cubicBezTo>
                      <a:pt x="81" y="192"/>
                      <a:pt x="82" y="192"/>
                      <a:pt x="82" y="192"/>
                    </a:cubicBezTo>
                    <a:close/>
                    <a:moveTo>
                      <a:pt x="71" y="200"/>
                    </a:moveTo>
                    <a:cubicBezTo>
                      <a:pt x="71" y="200"/>
                      <a:pt x="71" y="201"/>
                      <a:pt x="70" y="202"/>
                    </a:cubicBezTo>
                    <a:cubicBezTo>
                      <a:pt x="70" y="202"/>
                      <a:pt x="70" y="202"/>
                      <a:pt x="70" y="202"/>
                    </a:cubicBezTo>
                    <a:cubicBezTo>
                      <a:pt x="70" y="202"/>
                      <a:pt x="69" y="202"/>
                      <a:pt x="68" y="201"/>
                    </a:cubicBezTo>
                    <a:cubicBezTo>
                      <a:pt x="68" y="201"/>
                      <a:pt x="68" y="201"/>
                      <a:pt x="68" y="201"/>
                    </a:cubicBezTo>
                    <a:cubicBezTo>
                      <a:pt x="68" y="201"/>
                      <a:pt x="68" y="200"/>
                      <a:pt x="69" y="199"/>
                    </a:cubicBezTo>
                    <a:cubicBezTo>
                      <a:pt x="69" y="199"/>
                      <a:pt x="69" y="199"/>
                      <a:pt x="69" y="199"/>
                    </a:cubicBezTo>
                    <a:cubicBezTo>
                      <a:pt x="69" y="199"/>
                      <a:pt x="69" y="199"/>
                      <a:pt x="69" y="199"/>
                    </a:cubicBezTo>
                    <a:cubicBezTo>
                      <a:pt x="69" y="199"/>
                      <a:pt x="69" y="199"/>
                      <a:pt x="69" y="199"/>
                    </a:cubicBezTo>
                    <a:cubicBezTo>
                      <a:pt x="70" y="199"/>
                      <a:pt x="70" y="199"/>
                      <a:pt x="71" y="200"/>
                    </a:cubicBezTo>
                    <a:close/>
                    <a:moveTo>
                      <a:pt x="59" y="207"/>
                    </a:moveTo>
                    <a:cubicBezTo>
                      <a:pt x="60" y="208"/>
                      <a:pt x="59" y="209"/>
                      <a:pt x="59" y="209"/>
                    </a:cubicBezTo>
                    <a:cubicBezTo>
                      <a:pt x="59" y="209"/>
                      <a:pt x="59" y="209"/>
                      <a:pt x="59" y="209"/>
                    </a:cubicBezTo>
                    <a:cubicBezTo>
                      <a:pt x="58" y="209"/>
                      <a:pt x="57" y="209"/>
                      <a:pt x="57" y="209"/>
                    </a:cubicBezTo>
                    <a:cubicBezTo>
                      <a:pt x="57" y="209"/>
                      <a:pt x="57" y="209"/>
                      <a:pt x="57" y="209"/>
                    </a:cubicBezTo>
                    <a:cubicBezTo>
                      <a:pt x="57" y="208"/>
                      <a:pt x="57" y="207"/>
                      <a:pt x="57" y="207"/>
                    </a:cubicBezTo>
                    <a:cubicBezTo>
                      <a:pt x="57" y="207"/>
                      <a:pt x="57" y="207"/>
                      <a:pt x="57" y="207"/>
                    </a:cubicBezTo>
                    <a:cubicBezTo>
                      <a:pt x="58" y="207"/>
                      <a:pt x="58" y="206"/>
                      <a:pt x="58" y="206"/>
                    </a:cubicBezTo>
                    <a:cubicBezTo>
                      <a:pt x="58" y="206"/>
                      <a:pt x="58" y="206"/>
                      <a:pt x="58" y="206"/>
                    </a:cubicBezTo>
                    <a:cubicBezTo>
                      <a:pt x="59" y="206"/>
                      <a:pt x="59" y="207"/>
                      <a:pt x="59" y="207"/>
                    </a:cubicBezTo>
                    <a:close/>
                    <a:moveTo>
                      <a:pt x="48" y="214"/>
                    </a:moveTo>
                    <a:cubicBezTo>
                      <a:pt x="48" y="215"/>
                      <a:pt x="48" y="216"/>
                      <a:pt x="48" y="216"/>
                    </a:cubicBezTo>
                    <a:cubicBezTo>
                      <a:pt x="48" y="216"/>
                      <a:pt x="48" y="216"/>
                      <a:pt x="48" y="216"/>
                    </a:cubicBezTo>
                    <a:cubicBezTo>
                      <a:pt x="47" y="217"/>
                      <a:pt x="46" y="217"/>
                      <a:pt x="46" y="216"/>
                    </a:cubicBezTo>
                    <a:cubicBezTo>
                      <a:pt x="46" y="216"/>
                      <a:pt x="46" y="216"/>
                      <a:pt x="46" y="216"/>
                    </a:cubicBezTo>
                    <a:cubicBezTo>
                      <a:pt x="45" y="215"/>
                      <a:pt x="45" y="214"/>
                      <a:pt x="46" y="214"/>
                    </a:cubicBezTo>
                    <a:cubicBezTo>
                      <a:pt x="46" y="214"/>
                      <a:pt x="46" y="214"/>
                      <a:pt x="46" y="214"/>
                    </a:cubicBezTo>
                    <a:cubicBezTo>
                      <a:pt x="46" y="214"/>
                      <a:pt x="47" y="214"/>
                      <a:pt x="47" y="214"/>
                    </a:cubicBezTo>
                    <a:cubicBezTo>
                      <a:pt x="47" y="214"/>
                      <a:pt x="47" y="214"/>
                      <a:pt x="47" y="214"/>
                    </a:cubicBezTo>
                    <a:cubicBezTo>
                      <a:pt x="47" y="214"/>
                      <a:pt x="48" y="214"/>
                      <a:pt x="48" y="214"/>
                    </a:cubicBezTo>
                    <a:close/>
                    <a:moveTo>
                      <a:pt x="37" y="222"/>
                    </a:moveTo>
                    <a:cubicBezTo>
                      <a:pt x="37" y="222"/>
                      <a:pt x="37" y="223"/>
                      <a:pt x="36" y="224"/>
                    </a:cubicBezTo>
                    <a:cubicBezTo>
                      <a:pt x="36" y="224"/>
                      <a:pt x="36" y="224"/>
                      <a:pt x="36" y="224"/>
                    </a:cubicBezTo>
                    <a:cubicBezTo>
                      <a:pt x="36" y="224"/>
                      <a:pt x="35" y="224"/>
                      <a:pt x="34" y="223"/>
                    </a:cubicBezTo>
                    <a:cubicBezTo>
                      <a:pt x="34" y="223"/>
                      <a:pt x="34" y="223"/>
                      <a:pt x="34" y="223"/>
                    </a:cubicBezTo>
                    <a:cubicBezTo>
                      <a:pt x="34" y="223"/>
                      <a:pt x="34" y="222"/>
                      <a:pt x="35" y="221"/>
                    </a:cubicBezTo>
                    <a:cubicBezTo>
                      <a:pt x="35" y="221"/>
                      <a:pt x="35" y="221"/>
                      <a:pt x="35" y="221"/>
                    </a:cubicBezTo>
                    <a:cubicBezTo>
                      <a:pt x="35" y="221"/>
                      <a:pt x="35" y="221"/>
                      <a:pt x="36" y="221"/>
                    </a:cubicBezTo>
                    <a:cubicBezTo>
                      <a:pt x="36" y="221"/>
                      <a:pt x="36" y="221"/>
                      <a:pt x="36" y="221"/>
                    </a:cubicBezTo>
                    <a:cubicBezTo>
                      <a:pt x="36" y="221"/>
                      <a:pt x="36" y="221"/>
                      <a:pt x="37" y="222"/>
                    </a:cubicBezTo>
                    <a:close/>
                    <a:moveTo>
                      <a:pt x="25" y="229"/>
                    </a:moveTo>
                    <a:cubicBezTo>
                      <a:pt x="26" y="230"/>
                      <a:pt x="26" y="231"/>
                      <a:pt x="25" y="231"/>
                    </a:cubicBezTo>
                    <a:cubicBezTo>
                      <a:pt x="25" y="231"/>
                      <a:pt x="25" y="231"/>
                      <a:pt x="25" y="231"/>
                    </a:cubicBezTo>
                    <a:cubicBezTo>
                      <a:pt x="24" y="231"/>
                      <a:pt x="24" y="231"/>
                      <a:pt x="23" y="231"/>
                    </a:cubicBezTo>
                    <a:cubicBezTo>
                      <a:pt x="23" y="231"/>
                      <a:pt x="23" y="231"/>
                      <a:pt x="23" y="231"/>
                    </a:cubicBezTo>
                    <a:cubicBezTo>
                      <a:pt x="23" y="230"/>
                      <a:pt x="23" y="229"/>
                      <a:pt x="23" y="229"/>
                    </a:cubicBezTo>
                    <a:cubicBezTo>
                      <a:pt x="23" y="229"/>
                      <a:pt x="23" y="229"/>
                      <a:pt x="23" y="229"/>
                    </a:cubicBezTo>
                    <a:cubicBezTo>
                      <a:pt x="24" y="229"/>
                      <a:pt x="24" y="229"/>
                      <a:pt x="24" y="229"/>
                    </a:cubicBezTo>
                    <a:cubicBezTo>
                      <a:pt x="24" y="229"/>
                      <a:pt x="24" y="229"/>
                      <a:pt x="24" y="229"/>
                    </a:cubicBezTo>
                    <a:cubicBezTo>
                      <a:pt x="25" y="229"/>
                      <a:pt x="25" y="229"/>
                      <a:pt x="25" y="229"/>
                    </a:cubicBezTo>
                    <a:close/>
                    <a:moveTo>
                      <a:pt x="14" y="237"/>
                    </a:moveTo>
                    <a:cubicBezTo>
                      <a:pt x="14" y="237"/>
                      <a:pt x="14" y="238"/>
                      <a:pt x="14" y="238"/>
                    </a:cubicBezTo>
                    <a:cubicBezTo>
                      <a:pt x="14" y="238"/>
                      <a:pt x="14" y="238"/>
                      <a:pt x="14" y="238"/>
                    </a:cubicBezTo>
                    <a:cubicBezTo>
                      <a:pt x="13" y="239"/>
                      <a:pt x="12" y="239"/>
                      <a:pt x="12" y="238"/>
                    </a:cubicBezTo>
                    <a:cubicBezTo>
                      <a:pt x="12" y="238"/>
                      <a:pt x="12" y="238"/>
                      <a:pt x="12" y="238"/>
                    </a:cubicBezTo>
                    <a:cubicBezTo>
                      <a:pt x="11" y="237"/>
                      <a:pt x="12" y="237"/>
                      <a:pt x="12" y="236"/>
                    </a:cubicBezTo>
                    <a:cubicBezTo>
                      <a:pt x="12" y="236"/>
                      <a:pt x="12" y="236"/>
                      <a:pt x="12" y="236"/>
                    </a:cubicBezTo>
                    <a:cubicBezTo>
                      <a:pt x="12" y="236"/>
                      <a:pt x="13" y="236"/>
                      <a:pt x="13" y="236"/>
                    </a:cubicBezTo>
                    <a:cubicBezTo>
                      <a:pt x="13" y="236"/>
                      <a:pt x="13" y="236"/>
                      <a:pt x="13" y="236"/>
                    </a:cubicBezTo>
                    <a:cubicBezTo>
                      <a:pt x="13" y="236"/>
                      <a:pt x="14" y="236"/>
                      <a:pt x="14" y="237"/>
                    </a:cubicBezTo>
                    <a:close/>
                    <a:moveTo>
                      <a:pt x="3" y="244"/>
                    </a:moveTo>
                    <a:cubicBezTo>
                      <a:pt x="3" y="245"/>
                      <a:pt x="3" y="245"/>
                      <a:pt x="2" y="246"/>
                    </a:cubicBezTo>
                    <a:cubicBezTo>
                      <a:pt x="2" y="246"/>
                      <a:pt x="2" y="246"/>
                      <a:pt x="2" y="246"/>
                    </a:cubicBezTo>
                    <a:cubicBezTo>
                      <a:pt x="2" y="246"/>
                      <a:pt x="1" y="246"/>
                      <a:pt x="0" y="245"/>
                    </a:cubicBezTo>
                    <a:cubicBezTo>
                      <a:pt x="0" y="245"/>
                      <a:pt x="0" y="245"/>
                      <a:pt x="0" y="245"/>
                    </a:cubicBezTo>
                    <a:cubicBezTo>
                      <a:pt x="0" y="245"/>
                      <a:pt x="0" y="244"/>
                      <a:pt x="1" y="244"/>
                    </a:cubicBezTo>
                    <a:cubicBezTo>
                      <a:pt x="1" y="244"/>
                      <a:pt x="1" y="244"/>
                      <a:pt x="1" y="244"/>
                    </a:cubicBezTo>
                    <a:cubicBezTo>
                      <a:pt x="1" y="243"/>
                      <a:pt x="1" y="243"/>
                      <a:pt x="2" y="243"/>
                    </a:cubicBezTo>
                    <a:cubicBezTo>
                      <a:pt x="2" y="243"/>
                      <a:pt x="2" y="243"/>
                      <a:pt x="2" y="243"/>
                    </a:cubicBezTo>
                    <a:cubicBezTo>
                      <a:pt x="2" y="243"/>
                      <a:pt x="2" y="244"/>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 name="Google Shape;68;p2"/>
              <p:cNvSpPr/>
              <p:nvPr/>
            </p:nvSpPr>
            <p:spPr>
              <a:xfrm>
                <a:off x="14714566" y="-448701"/>
                <a:ext cx="15664" cy="19580"/>
              </a:xfrm>
              <a:custGeom>
                <a:avLst/>
                <a:gdLst/>
                <a:ahLst/>
                <a:cxnLst/>
                <a:rect l="l" t="t" r="r" b="b"/>
                <a:pathLst>
                  <a:path w="2" h="3" extrusionOk="0">
                    <a:moveTo>
                      <a:pt x="1" y="0"/>
                    </a:moveTo>
                    <a:cubicBezTo>
                      <a:pt x="1" y="0"/>
                      <a:pt x="1" y="0"/>
                      <a:pt x="2" y="0"/>
                    </a:cubicBezTo>
                    <a:cubicBezTo>
                      <a:pt x="2" y="0"/>
                      <a:pt x="2" y="0"/>
                      <a:pt x="2" y="0"/>
                    </a:cubicBezTo>
                    <a:cubicBezTo>
                      <a:pt x="2" y="1"/>
                      <a:pt x="2" y="1"/>
                      <a:pt x="2" y="1"/>
                    </a:cubicBezTo>
                    <a:cubicBezTo>
                      <a:pt x="2" y="1"/>
                      <a:pt x="2" y="2"/>
                      <a:pt x="2" y="2"/>
                    </a:cubicBezTo>
                    <a:cubicBezTo>
                      <a:pt x="2" y="2"/>
                      <a:pt x="2" y="2"/>
                      <a:pt x="2" y="2"/>
                    </a:cubicBezTo>
                    <a:cubicBezTo>
                      <a:pt x="2" y="2"/>
                      <a:pt x="2" y="2"/>
                      <a:pt x="2" y="2"/>
                    </a:cubicBezTo>
                    <a:cubicBezTo>
                      <a:pt x="1" y="3"/>
                      <a:pt x="1" y="3"/>
                      <a:pt x="1" y="2"/>
                    </a:cubicBezTo>
                    <a:cubicBezTo>
                      <a:pt x="0" y="2"/>
                      <a:pt x="0" y="2"/>
                      <a:pt x="0" y="2"/>
                    </a:cubicBezTo>
                    <a:cubicBezTo>
                      <a:pt x="0" y="2"/>
                      <a:pt x="0" y="2"/>
                      <a:pt x="0" y="2"/>
                    </a:cubicBezTo>
                    <a:cubicBezTo>
                      <a:pt x="0" y="2"/>
                      <a:pt x="0" y="1"/>
                      <a:pt x="0" y="1"/>
                    </a:cubicBezTo>
                    <a:cubicBezTo>
                      <a:pt x="0" y="1"/>
                      <a:pt x="0" y="1"/>
                      <a:pt x="0" y="0"/>
                    </a:cubicBezTo>
                    <a:cubicBezTo>
                      <a:pt x="0"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 name="Google Shape;69;p2"/>
              <p:cNvSpPr/>
              <p:nvPr/>
            </p:nvSpPr>
            <p:spPr>
              <a:xfrm>
                <a:off x="12118184" y="1152983"/>
                <a:ext cx="11748" cy="11748"/>
              </a:xfrm>
              <a:custGeom>
                <a:avLst/>
                <a:gdLst/>
                <a:ahLst/>
                <a:cxnLst/>
                <a:rect l="l" t="t" r="r" b="b"/>
                <a:pathLst>
                  <a:path w="2" h="2" extrusionOk="0">
                    <a:moveTo>
                      <a:pt x="1" y="0"/>
                    </a:moveTo>
                    <a:cubicBezTo>
                      <a:pt x="1" y="0"/>
                      <a:pt x="1" y="0"/>
                      <a:pt x="1" y="0"/>
                    </a:cubicBezTo>
                    <a:cubicBezTo>
                      <a:pt x="2" y="0"/>
                      <a:pt x="2" y="0"/>
                      <a:pt x="2" y="0"/>
                    </a:cubicBezTo>
                    <a:cubicBezTo>
                      <a:pt x="2" y="0"/>
                      <a:pt x="2" y="1"/>
                      <a:pt x="2" y="1"/>
                    </a:cubicBezTo>
                    <a:cubicBezTo>
                      <a:pt x="2" y="1"/>
                      <a:pt x="2" y="2"/>
                      <a:pt x="2" y="2"/>
                    </a:cubicBezTo>
                    <a:cubicBezTo>
                      <a:pt x="2" y="2"/>
                      <a:pt x="1" y="2"/>
                      <a:pt x="0" y="2"/>
                    </a:cubicBezTo>
                    <a:cubicBezTo>
                      <a:pt x="0" y="2"/>
                      <a:pt x="0" y="2"/>
                      <a:pt x="0" y="2"/>
                    </a:cubicBezTo>
                    <a:cubicBezTo>
                      <a:pt x="0" y="2"/>
                      <a:pt x="0" y="1"/>
                      <a:pt x="0" y="1"/>
                    </a:cubicBezTo>
                    <a:cubicBezTo>
                      <a:pt x="0" y="1"/>
                      <a:pt x="0" y="0"/>
                      <a:pt x="0" y="0"/>
                    </a:cubicBezTo>
                    <a:cubicBezTo>
                      <a:pt x="0"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 name="Google Shape;70;p2"/>
              <p:cNvSpPr/>
              <p:nvPr/>
            </p:nvSpPr>
            <p:spPr>
              <a:xfrm>
                <a:off x="12184758" y="-405624"/>
                <a:ext cx="2334003" cy="1527278"/>
              </a:xfrm>
              <a:custGeom>
                <a:avLst/>
                <a:gdLst/>
                <a:ahLst/>
                <a:cxnLst/>
                <a:rect l="l" t="t" r="r" b="b"/>
                <a:pathLst>
                  <a:path w="376" h="246" extrusionOk="0">
                    <a:moveTo>
                      <a:pt x="376" y="1"/>
                    </a:moveTo>
                    <a:cubicBezTo>
                      <a:pt x="376" y="1"/>
                      <a:pt x="376" y="2"/>
                      <a:pt x="375" y="3"/>
                    </a:cubicBezTo>
                    <a:cubicBezTo>
                      <a:pt x="375" y="3"/>
                      <a:pt x="375" y="3"/>
                      <a:pt x="375" y="3"/>
                    </a:cubicBezTo>
                    <a:cubicBezTo>
                      <a:pt x="375" y="3"/>
                      <a:pt x="374" y="3"/>
                      <a:pt x="373" y="2"/>
                    </a:cubicBezTo>
                    <a:cubicBezTo>
                      <a:pt x="373" y="2"/>
                      <a:pt x="373" y="2"/>
                      <a:pt x="373" y="2"/>
                    </a:cubicBezTo>
                    <a:cubicBezTo>
                      <a:pt x="373" y="2"/>
                      <a:pt x="373" y="1"/>
                      <a:pt x="374" y="0"/>
                    </a:cubicBezTo>
                    <a:cubicBezTo>
                      <a:pt x="374" y="0"/>
                      <a:pt x="374" y="0"/>
                      <a:pt x="374" y="0"/>
                    </a:cubicBezTo>
                    <a:cubicBezTo>
                      <a:pt x="374" y="0"/>
                      <a:pt x="374" y="0"/>
                      <a:pt x="374" y="0"/>
                    </a:cubicBezTo>
                    <a:cubicBezTo>
                      <a:pt x="374" y="0"/>
                      <a:pt x="374" y="0"/>
                      <a:pt x="374" y="0"/>
                    </a:cubicBezTo>
                    <a:cubicBezTo>
                      <a:pt x="375" y="0"/>
                      <a:pt x="375" y="0"/>
                      <a:pt x="376" y="1"/>
                    </a:cubicBezTo>
                    <a:close/>
                    <a:moveTo>
                      <a:pt x="364" y="8"/>
                    </a:moveTo>
                    <a:cubicBezTo>
                      <a:pt x="365" y="9"/>
                      <a:pt x="364" y="10"/>
                      <a:pt x="364" y="10"/>
                    </a:cubicBezTo>
                    <a:cubicBezTo>
                      <a:pt x="364" y="10"/>
                      <a:pt x="364" y="10"/>
                      <a:pt x="364" y="10"/>
                    </a:cubicBezTo>
                    <a:cubicBezTo>
                      <a:pt x="363" y="10"/>
                      <a:pt x="362" y="10"/>
                      <a:pt x="362" y="10"/>
                    </a:cubicBezTo>
                    <a:cubicBezTo>
                      <a:pt x="362" y="10"/>
                      <a:pt x="362" y="10"/>
                      <a:pt x="362" y="10"/>
                    </a:cubicBezTo>
                    <a:cubicBezTo>
                      <a:pt x="362" y="9"/>
                      <a:pt x="362" y="8"/>
                      <a:pt x="362" y="8"/>
                    </a:cubicBezTo>
                    <a:cubicBezTo>
                      <a:pt x="362" y="8"/>
                      <a:pt x="362" y="8"/>
                      <a:pt x="362" y="8"/>
                    </a:cubicBezTo>
                    <a:cubicBezTo>
                      <a:pt x="363" y="8"/>
                      <a:pt x="363" y="8"/>
                      <a:pt x="363" y="8"/>
                    </a:cubicBezTo>
                    <a:cubicBezTo>
                      <a:pt x="363" y="8"/>
                      <a:pt x="363" y="8"/>
                      <a:pt x="363" y="8"/>
                    </a:cubicBezTo>
                    <a:cubicBezTo>
                      <a:pt x="364" y="8"/>
                      <a:pt x="364" y="8"/>
                      <a:pt x="364" y="8"/>
                    </a:cubicBezTo>
                    <a:close/>
                    <a:moveTo>
                      <a:pt x="353" y="16"/>
                    </a:moveTo>
                    <a:cubicBezTo>
                      <a:pt x="353" y="16"/>
                      <a:pt x="353" y="17"/>
                      <a:pt x="353" y="17"/>
                    </a:cubicBezTo>
                    <a:cubicBezTo>
                      <a:pt x="353" y="17"/>
                      <a:pt x="353" y="17"/>
                      <a:pt x="353" y="17"/>
                    </a:cubicBezTo>
                    <a:cubicBezTo>
                      <a:pt x="352" y="18"/>
                      <a:pt x="351" y="18"/>
                      <a:pt x="351" y="17"/>
                    </a:cubicBezTo>
                    <a:cubicBezTo>
                      <a:pt x="351" y="17"/>
                      <a:pt x="351" y="17"/>
                      <a:pt x="351" y="17"/>
                    </a:cubicBezTo>
                    <a:cubicBezTo>
                      <a:pt x="350" y="16"/>
                      <a:pt x="350" y="16"/>
                      <a:pt x="351" y="15"/>
                    </a:cubicBezTo>
                    <a:cubicBezTo>
                      <a:pt x="351" y="15"/>
                      <a:pt x="351" y="15"/>
                      <a:pt x="351" y="15"/>
                    </a:cubicBezTo>
                    <a:cubicBezTo>
                      <a:pt x="351" y="15"/>
                      <a:pt x="352" y="15"/>
                      <a:pt x="352" y="15"/>
                    </a:cubicBezTo>
                    <a:cubicBezTo>
                      <a:pt x="352" y="15"/>
                      <a:pt x="352" y="15"/>
                      <a:pt x="352" y="15"/>
                    </a:cubicBezTo>
                    <a:cubicBezTo>
                      <a:pt x="352" y="15"/>
                      <a:pt x="353" y="15"/>
                      <a:pt x="353" y="16"/>
                    </a:cubicBezTo>
                    <a:close/>
                    <a:moveTo>
                      <a:pt x="342" y="23"/>
                    </a:moveTo>
                    <a:cubicBezTo>
                      <a:pt x="342" y="24"/>
                      <a:pt x="342" y="24"/>
                      <a:pt x="341" y="25"/>
                    </a:cubicBezTo>
                    <a:cubicBezTo>
                      <a:pt x="341" y="25"/>
                      <a:pt x="341" y="25"/>
                      <a:pt x="341" y="25"/>
                    </a:cubicBezTo>
                    <a:cubicBezTo>
                      <a:pt x="341" y="25"/>
                      <a:pt x="340" y="25"/>
                      <a:pt x="339" y="24"/>
                    </a:cubicBezTo>
                    <a:cubicBezTo>
                      <a:pt x="339" y="24"/>
                      <a:pt x="339" y="24"/>
                      <a:pt x="339" y="24"/>
                    </a:cubicBezTo>
                    <a:cubicBezTo>
                      <a:pt x="339" y="24"/>
                      <a:pt x="339" y="23"/>
                      <a:pt x="340" y="23"/>
                    </a:cubicBezTo>
                    <a:cubicBezTo>
                      <a:pt x="340" y="23"/>
                      <a:pt x="340" y="23"/>
                      <a:pt x="340" y="23"/>
                    </a:cubicBezTo>
                    <a:cubicBezTo>
                      <a:pt x="340" y="22"/>
                      <a:pt x="340" y="22"/>
                      <a:pt x="341" y="22"/>
                    </a:cubicBezTo>
                    <a:cubicBezTo>
                      <a:pt x="341" y="22"/>
                      <a:pt x="341" y="22"/>
                      <a:pt x="341" y="22"/>
                    </a:cubicBezTo>
                    <a:cubicBezTo>
                      <a:pt x="341" y="22"/>
                      <a:pt x="341" y="23"/>
                      <a:pt x="342" y="23"/>
                    </a:cubicBezTo>
                    <a:close/>
                    <a:moveTo>
                      <a:pt x="330" y="30"/>
                    </a:moveTo>
                    <a:cubicBezTo>
                      <a:pt x="331" y="31"/>
                      <a:pt x="331" y="32"/>
                      <a:pt x="330" y="32"/>
                    </a:cubicBezTo>
                    <a:cubicBezTo>
                      <a:pt x="330" y="32"/>
                      <a:pt x="330" y="32"/>
                      <a:pt x="330" y="32"/>
                    </a:cubicBezTo>
                    <a:cubicBezTo>
                      <a:pt x="329" y="33"/>
                      <a:pt x="328" y="32"/>
                      <a:pt x="328" y="32"/>
                    </a:cubicBezTo>
                    <a:cubicBezTo>
                      <a:pt x="328" y="32"/>
                      <a:pt x="328" y="32"/>
                      <a:pt x="328" y="32"/>
                    </a:cubicBezTo>
                    <a:cubicBezTo>
                      <a:pt x="328" y="31"/>
                      <a:pt x="328" y="30"/>
                      <a:pt x="328" y="30"/>
                    </a:cubicBezTo>
                    <a:cubicBezTo>
                      <a:pt x="328" y="30"/>
                      <a:pt x="328" y="30"/>
                      <a:pt x="328" y="30"/>
                    </a:cubicBezTo>
                    <a:cubicBezTo>
                      <a:pt x="329" y="30"/>
                      <a:pt x="329" y="30"/>
                      <a:pt x="329" y="30"/>
                    </a:cubicBezTo>
                    <a:cubicBezTo>
                      <a:pt x="329" y="30"/>
                      <a:pt x="329" y="30"/>
                      <a:pt x="329" y="30"/>
                    </a:cubicBezTo>
                    <a:cubicBezTo>
                      <a:pt x="330" y="30"/>
                      <a:pt x="330" y="30"/>
                      <a:pt x="330" y="30"/>
                    </a:cubicBezTo>
                    <a:close/>
                    <a:moveTo>
                      <a:pt x="319" y="38"/>
                    </a:moveTo>
                    <a:cubicBezTo>
                      <a:pt x="319" y="38"/>
                      <a:pt x="319" y="39"/>
                      <a:pt x="319" y="40"/>
                    </a:cubicBezTo>
                    <a:cubicBezTo>
                      <a:pt x="319" y="40"/>
                      <a:pt x="319" y="40"/>
                      <a:pt x="319" y="40"/>
                    </a:cubicBezTo>
                    <a:cubicBezTo>
                      <a:pt x="318" y="40"/>
                      <a:pt x="317" y="40"/>
                      <a:pt x="317" y="39"/>
                    </a:cubicBezTo>
                    <a:cubicBezTo>
                      <a:pt x="317" y="39"/>
                      <a:pt x="317" y="39"/>
                      <a:pt x="317" y="39"/>
                    </a:cubicBezTo>
                    <a:cubicBezTo>
                      <a:pt x="316" y="39"/>
                      <a:pt x="317" y="38"/>
                      <a:pt x="317" y="37"/>
                    </a:cubicBezTo>
                    <a:cubicBezTo>
                      <a:pt x="317" y="37"/>
                      <a:pt x="317" y="37"/>
                      <a:pt x="317" y="37"/>
                    </a:cubicBezTo>
                    <a:cubicBezTo>
                      <a:pt x="317" y="37"/>
                      <a:pt x="318" y="37"/>
                      <a:pt x="318" y="37"/>
                    </a:cubicBezTo>
                    <a:cubicBezTo>
                      <a:pt x="318" y="37"/>
                      <a:pt x="318" y="37"/>
                      <a:pt x="318" y="37"/>
                    </a:cubicBezTo>
                    <a:cubicBezTo>
                      <a:pt x="318" y="37"/>
                      <a:pt x="319" y="37"/>
                      <a:pt x="319" y="38"/>
                    </a:cubicBezTo>
                    <a:close/>
                    <a:moveTo>
                      <a:pt x="308" y="45"/>
                    </a:moveTo>
                    <a:cubicBezTo>
                      <a:pt x="308" y="46"/>
                      <a:pt x="308" y="46"/>
                      <a:pt x="307" y="47"/>
                    </a:cubicBezTo>
                    <a:cubicBezTo>
                      <a:pt x="307" y="47"/>
                      <a:pt x="307" y="47"/>
                      <a:pt x="307" y="47"/>
                    </a:cubicBezTo>
                    <a:cubicBezTo>
                      <a:pt x="307" y="47"/>
                      <a:pt x="306" y="47"/>
                      <a:pt x="305" y="47"/>
                    </a:cubicBezTo>
                    <a:cubicBezTo>
                      <a:pt x="305" y="47"/>
                      <a:pt x="305" y="47"/>
                      <a:pt x="305" y="47"/>
                    </a:cubicBezTo>
                    <a:cubicBezTo>
                      <a:pt x="305" y="46"/>
                      <a:pt x="305" y="45"/>
                      <a:pt x="306" y="45"/>
                    </a:cubicBezTo>
                    <a:cubicBezTo>
                      <a:pt x="306" y="45"/>
                      <a:pt x="306" y="45"/>
                      <a:pt x="306" y="45"/>
                    </a:cubicBezTo>
                    <a:cubicBezTo>
                      <a:pt x="306" y="45"/>
                      <a:pt x="306" y="44"/>
                      <a:pt x="307" y="44"/>
                    </a:cubicBezTo>
                    <a:cubicBezTo>
                      <a:pt x="307" y="44"/>
                      <a:pt x="307" y="44"/>
                      <a:pt x="307" y="44"/>
                    </a:cubicBezTo>
                    <a:cubicBezTo>
                      <a:pt x="307" y="44"/>
                      <a:pt x="307" y="45"/>
                      <a:pt x="308" y="45"/>
                    </a:cubicBezTo>
                    <a:close/>
                    <a:moveTo>
                      <a:pt x="296" y="52"/>
                    </a:moveTo>
                    <a:cubicBezTo>
                      <a:pt x="297" y="53"/>
                      <a:pt x="297" y="54"/>
                      <a:pt x="296" y="54"/>
                    </a:cubicBezTo>
                    <a:cubicBezTo>
                      <a:pt x="296" y="54"/>
                      <a:pt x="296" y="54"/>
                      <a:pt x="296" y="54"/>
                    </a:cubicBezTo>
                    <a:cubicBezTo>
                      <a:pt x="295" y="55"/>
                      <a:pt x="295" y="54"/>
                      <a:pt x="294" y="54"/>
                    </a:cubicBezTo>
                    <a:cubicBezTo>
                      <a:pt x="294" y="54"/>
                      <a:pt x="294" y="54"/>
                      <a:pt x="294" y="54"/>
                    </a:cubicBezTo>
                    <a:cubicBezTo>
                      <a:pt x="294" y="53"/>
                      <a:pt x="294" y="52"/>
                      <a:pt x="295" y="52"/>
                    </a:cubicBezTo>
                    <a:cubicBezTo>
                      <a:pt x="295" y="52"/>
                      <a:pt x="295" y="52"/>
                      <a:pt x="295" y="52"/>
                    </a:cubicBezTo>
                    <a:cubicBezTo>
                      <a:pt x="295" y="52"/>
                      <a:pt x="295" y="52"/>
                      <a:pt x="295" y="52"/>
                    </a:cubicBezTo>
                    <a:cubicBezTo>
                      <a:pt x="295" y="52"/>
                      <a:pt x="295" y="52"/>
                      <a:pt x="295" y="52"/>
                    </a:cubicBezTo>
                    <a:cubicBezTo>
                      <a:pt x="296" y="52"/>
                      <a:pt x="296" y="52"/>
                      <a:pt x="296" y="52"/>
                    </a:cubicBezTo>
                    <a:close/>
                    <a:moveTo>
                      <a:pt x="285" y="60"/>
                    </a:moveTo>
                    <a:cubicBezTo>
                      <a:pt x="285" y="60"/>
                      <a:pt x="285" y="61"/>
                      <a:pt x="285" y="62"/>
                    </a:cubicBezTo>
                    <a:cubicBezTo>
                      <a:pt x="285" y="62"/>
                      <a:pt x="285" y="62"/>
                      <a:pt x="285" y="62"/>
                    </a:cubicBezTo>
                    <a:cubicBezTo>
                      <a:pt x="284" y="62"/>
                      <a:pt x="283" y="62"/>
                      <a:pt x="283" y="61"/>
                    </a:cubicBezTo>
                    <a:cubicBezTo>
                      <a:pt x="283" y="61"/>
                      <a:pt x="283" y="61"/>
                      <a:pt x="283" y="61"/>
                    </a:cubicBezTo>
                    <a:cubicBezTo>
                      <a:pt x="282" y="61"/>
                      <a:pt x="283" y="60"/>
                      <a:pt x="283" y="59"/>
                    </a:cubicBezTo>
                    <a:cubicBezTo>
                      <a:pt x="283" y="59"/>
                      <a:pt x="283" y="59"/>
                      <a:pt x="283" y="59"/>
                    </a:cubicBezTo>
                    <a:cubicBezTo>
                      <a:pt x="283" y="59"/>
                      <a:pt x="284" y="59"/>
                      <a:pt x="284" y="59"/>
                    </a:cubicBezTo>
                    <a:cubicBezTo>
                      <a:pt x="284" y="59"/>
                      <a:pt x="284" y="59"/>
                      <a:pt x="284" y="59"/>
                    </a:cubicBezTo>
                    <a:cubicBezTo>
                      <a:pt x="284" y="59"/>
                      <a:pt x="285" y="59"/>
                      <a:pt x="285" y="60"/>
                    </a:cubicBezTo>
                    <a:close/>
                    <a:moveTo>
                      <a:pt x="274" y="67"/>
                    </a:moveTo>
                    <a:cubicBezTo>
                      <a:pt x="274" y="68"/>
                      <a:pt x="274" y="69"/>
                      <a:pt x="273" y="69"/>
                    </a:cubicBezTo>
                    <a:cubicBezTo>
                      <a:pt x="273" y="69"/>
                      <a:pt x="273" y="69"/>
                      <a:pt x="273" y="69"/>
                    </a:cubicBezTo>
                    <a:cubicBezTo>
                      <a:pt x="273" y="69"/>
                      <a:pt x="272" y="69"/>
                      <a:pt x="272" y="69"/>
                    </a:cubicBezTo>
                    <a:cubicBezTo>
                      <a:pt x="272" y="69"/>
                      <a:pt x="272" y="69"/>
                      <a:pt x="272" y="69"/>
                    </a:cubicBezTo>
                    <a:cubicBezTo>
                      <a:pt x="271" y="68"/>
                      <a:pt x="271" y="67"/>
                      <a:pt x="272" y="67"/>
                    </a:cubicBezTo>
                    <a:cubicBezTo>
                      <a:pt x="272" y="67"/>
                      <a:pt x="272" y="67"/>
                      <a:pt x="272" y="67"/>
                    </a:cubicBezTo>
                    <a:cubicBezTo>
                      <a:pt x="272" y="67"/>
                      <a:pt x="272" y="67"/>
                      <a:pt x="273" y="67"/>
                    </a:cubicBezTo>
                    <a:cubicBezTo>
                      <a:pt x="273" y="67"/>
                      <a:pt x="273" y="67"/>
                      <a:pt x="273" y="67"/>
                    </a:cubicBezTo>
                    <a:cubicBezTo>
                      <a:pt x="273" y="67"/>
                      <a:pt x="274" y="67"/>
                      <a:pt x="274" y="67"/>
                    </a:cubicBezTo>
                    <a:close/>
                    <a:moveTo>
                      <a:pt x="262" y="75"/>
                    </a:moveTo>
                    <a:cubicBezTo>
                      <a:pt x="263" y="75"/>
                      <a:pt x="263" y="76"/>
                      <a:pt x="262" y="76"/>
                    </a:cubicBezTo>
                    <a:cubicBezTo>
                      <a:pt x="262" y="76"/>
                      <a:pt x="262" y="76"/>
                      <a:pt x="262" y="76"/>
                    </a:cubicBezTo>
                    <a:cubicBezTo>
                      <a:pt x="261" y="77"/>
                      <a:pt x="261" y="77"/>
                      <a:pt x="260" y="76"/>
                    </a:cubicBezTo>
                    <a:cubicBezTo>
                      <a:pt x="260" y="76"/>
                      <a:pt x="260" y="76"/>
                      <a:pt x="260" y="76"/>
                    </a:cubicBezTo>
                    <a:cubicBezTo>
                      <a:pt x="260" y="75"/>
                      <a:pt x="260" y="75"/>
                      <a:pt x="261" y="74"/>
                    </a:cubicBezTo>
                    <a:cubicBezTo>
                      <a:pt x="261" y="74"/>
                      <a:pt x="261" y="74"/>
                      <a:pt x="261" y="74"/>
                    </a:cubicBezTo>
                    <a:cubicBezTo>
                      <a:pt x="261" y="74"/>
                      <a:pt x="261" y="74"/>
                      <a:pt x="261" y="74"/>
                    </a:cubicBezTo>
                    <a:cubicBezTo>
                      <a:pt x="261" y="74"/>
                      <a:pt x="261" y="74"/>
                      <a:pt x="261" y="74"/>
                    </a:cubicBezTo>
                    <a:cubicBezTo>
                      <a:pt x="262" y="74"/>
                      <a:pt x="262" y="74"/>
                      <a:pt x="262" y="75"/>
                    </a:cubicBezTo>
                    <a:close/>
                    <a:moveTo>
                      <a:pt x="251" y="82"/>
                    </a:moveTo>
                    <a:cubicBezTo>
                      <a:pt x="252" y="83"/>
                      <a:pt x="251" y="83"/>
                      <a:pt x="251" y="84"/>
                    </a:cubicBezTo>
                    <a:cubicBezTo>
                      <a:pt x="251" y="84"/>
                      <a:pt x="251" y="84"/>
                      <a:pt x="251" y="84"/>
                    </a:cubicBezTo>
                    <a:cubicBezTo>
                      <a:pt x="250" y="84"/>
                      <a:pt x="249" y="84"/>
                      <a:pt x="249" y="83"/>
                    </a:cubicBezTo>
                    <a:cubicBezTo>
                      <a:pt x="249" y="83"/>
                      <a:pt x="249" y="83"/>
                      <a:pt x="249" y="83"/>
                    </a:cubicBezTo>
                    <a:cubicBezTo>
                      <a:pt x="249" y="83"/>
                      <a:pt x="249" y="82"/>
                      <a:pt x="249" y="81"/>
                    </a:cubicBezTo>
                    <a:cubicBezTo>
                      <a:pt x="249" y="81"/>
                      <a:pt x="249" y="81"/>
                      <a:pt x="249" y="81"/>
                    </a:cubicBezTo>
                    <a:cubicBezTo>
                      <a:pt x="250" y="81"/>
                      <a:pt x="250" y="81"/>
                      <a:pt x="250" y="81"/>
                    </a:cubicBezTo>
                    <a:cubicBezTo>
                      <a:pt x="250" y="81"/>
                      <a:pt x="250" y="81"/>
                      <a:pt x="250" y="81"/>
                    </a:cubicBezTo>
                    <a:cubicBezTo>
                      <a:pt x="250" y="81"/>
                      <a:pt x="251" y="81"/>
                      <a:pt x="251" y="82"/>
                    </a:cubicBezTo>
                    <a:close/>
                    <a:moveTo>
                      <a:pt x="240" y="89"/>
                    </a:moveTo>
                    <a:cubicBezTo>
                      <a:pt x="240" y="90"/>
                      <a:pt x="240" y="91"/>
                      <a:pt x="239" y="91"/>
                    </a:cubicBezTo>
                    <a:cubicBezTo>
                      <a:pt x="239" y="91"/>
                      <a:pt x="239" y="91"/>
                      <a:pt x="239" y="91"/>
                    </a:cubicBezTo>
                    <a:cubicBezTo>
                      <a:pt x="239" y="92"/>
                      <a:pt x="238" y="91"/>
                      <a:pt x="238" y="91"/>
                    </a:cubicBezTo>
                    <a:cubicBezTo>
                      <a:pt x="238" y="91"/>
                      <a:pt x="238" y="91"/>
                      <a:pt x="238" y="91"/>
                    </a:cubicBezTo>
                    <a:cubicBezTo>
                      <a:pt x="237" y="90"/>
                      <a:pt x="237" y="89"/>
                      <a:pt x="238" y="89"/>
                    </a:cubicBezTo>
                    <a:cubicBezTo>
                      <a:pt x="238" y="89"/>
                      <a:pt x="238" y="89"/>
                      <a:pt x="238" y="89"/>
                    </a:cubicBezTo>
                    <a:cubicBezTo>
                      <a:pt x="238" y="89"/>
                      <a:pt x="238" y="89"/>
                      <a:pt x="239" y="89"/>
                    </a:cubicBezTo>
                    <a:cubicBezTo>
                      <a:pt x="239" y="89"/>
                      <a:pt x="239" y="89"/>
                      <a:pt x="239" y="89"/>
                    </a:cubicBezTo>
                    <a:cubicBezTo>
                      <a:pt x="239" y="89"/>
                      <a:pt x="240" y="89"/>
                      <a:pt x="240" y="89"/>
                    </a:cubicBezTo>
                    <a:close/>
                    <a:moveTo>
                      <a:pt x="229" y="97"/>
                    </a:moveTo>
                    <a:cubicBezTo>
                      <a:pt x="229" y="97"/>
                      <a:pt x="229" y="98"/>
                      <a:pt x="228" y="98"/>
                    </a:cubicBezTo>
                    <a:cubicBezTo>
                      <a:pt x="228" y="98"/>
                      <a:pt x="228" y="98"/>
                      <a:pt x="228" y="98"/>
                    </a:cubicBezTo>
                    <a:cubicBezTo>
                      <a:pt x="228" y="99"/>
                      <a:pt x="227" y="99"/>
                      <a:pt x="226" y="98"/>
                    </a:cubicBezTo>
                    <a:cubicBezTo>
                      <a:pt x="226" y="98"/>
                      <a:pt x="226" y="98"/>
                      <a:pt x="226" y="98"/>
                    </a:cubicBezTo>
                    <a:cubicBezTo>
                      <a:pt x="226" y="97"/>
                      <a:pt x="226" y="97"/>
                      <a:pt x="227" y="96"/>
                    </a:cubicBezTo>
                    <a:cubicBezTo>
                      <a:pt x="227" y="96"/>
                      <a:pt x="227" y="96"/>
                      <a:pt x="227" y="96"/>
                    </a:cubicBezTo>
                    <a:cubicBezTo>
                      <a:pt x="227" y="96"/>
                      <a:pt x="227" y="96"/>
                      <a:pt x="227" y="96"/>
                    </a:cubicBezTo>
                    <a:cubicBezTo>
                      <a:pt x="227" y="96"/>
                      <a:pt x="227" y="96"/>
                      <a:pt x="227" y="96"/>
                    </a:cubicBezTo>
                    <a:cubicBezTo>
                      <a:pt x="228" y="96"/>
                      <a:pt x="228" y="96"/>
                      <a:pt x="229" y="97"/>
                    </a:cubicBezTo>
                    <a:close/>
                    <a:moveTo>
                      <a:pt x="217" y="104"/>
                    </a:moveTo>
                    <a:cubicBezTo>
                      <a:pt x="218" y="105"/>
                      <a:pt x="217" y="105"/>
                      <a:pt x="217" y="106"/>
                    </a:cubicBezTo>
                    <a:cubicBezTo>
                      <a:pt x="217" y="106"/>
                      <a:pt x="217" y="106"/>
                      <a:pt x="217" y="106"/>
                    </a:cubicBezTo>
                    <a:cubicBezTo>
                      <a:pt x="216" y="106"/>
                      <a:pt x="215" y="106"/>
                      <a:pt x="215" y="105"/>
                    </a:cubicBezTo>
                    <a:cubicBezTo>
                      <a:pt x="215" y="105"/>
                      <a:pt x="215" y="105"/>
                      <a:pt x="215" y="105"/>
                    </a:cubicBezTo>
                    <a:cubicBezTo>
                      <a:pt x="215" y="105"/>
                      <a:pt x="215" y="104"/>
                      <a:pt x="215" y="104"/>
                    </a:cubicBezTo>
                    <a:cubicBezTo>
                      <a:pt x="215" y="104"/>
                      <a:pt x="215" y="104"/>
                      <a:pt x="215" y="104"/>
                    </a:cubicBezTo>
                    <a:cubicBezTo>
                      <a:pt x="216" y="103"/>
                      <a:pt x="216" y="103"/>
                      <a:pt x="216" y="103"/>
                    </a:cubicBezTo>
                    <a:cubicBezTo>
                      <a:pt x="216" y="103"/>
                      <a:pt x="216" y="103"/>
                      <a:pt x="216" y="103"/>
                    </a:cubicBezTo>
                    <a:cubicBezTo>
                      <a:pt x="217" y="103"/>
                      <a:pt x="217" y="104"/>
                      <a:pt x="217" y="104"/>
                    </a:cubicBezTo>
                    <a:close/>
                    <a:moveTo>
                      <a:pt x="206" y="111"/>
                    </a:moveTo>
                    <a:cubicBezTo>
                      <a:pt x="206" y="112"/>
                      <a:pt x="206" y="113"/>
                      <a:pt x="206" y="113"/>
                    </a:cubicBezTo>
                    <a:cubicBezTo>
                      <a:pt x="206" y="113"/>
                      <a:pt x="206" y="113"/>
                      <a:pt x="206" y="113"/>
                    </a:cubicBezTo>
                    <a:cubicBezTo>
                      <a:pt x="205" y="114"/>
                      <a:pt x="204" y="113"/>
                      <a:pt x="204" y="113"/>
                    </a:cubicBezTo>
                    <a:cubicBezTo>
                      <a:pt x="204" y="113"/>
                      <a:pt x="204" y="113"/>
                      <a:pt x="204" y="113"/>
                    </a:cubicBezTo>
                    <a:cubicBezTo>
                      <a:pt x="203" y="112"/>
                      <a:pt x="203" y="111"/>
                      <a:pt x="204" y="111"/>
                    </a:cubicBezTo>
                    <a:cubicBezTo>
                      <a:pt x="204" y="111"/>
                      <a:pt x="204" y="111"/>
                      <a:pt x="204" y="111"/>
                    </a:cubicBezTo>
                    <a:cubicBezTo>
                      <a:pt x="204" y="111"/>
                      <a:pt x="205" y="111"/>
                      <a:pt x="205" y="111"/>
                    </a:cubicBezTo>
                    <a:cubicBezTo>
                      <a:pt x="205" y="111"/>
                      <a:pt x="205" y="111"/>
                      <a:pt x="205" y="111"/>
                    </a:cubicBezTo>
                    <a:cubicBezTo>
                      <a:pt x="205" y="111"/>
                      <a:pt x="206" y="111"/>
                      <a:pt x="206" y="111"/>
                    </a:cubicBezTo>
                    <a:close/>
                    <a:moveTo>
                      <a:pt x="195" y="119"/>
                    </a:moveTo>
                    <a:cubicBezTo>
                      <a:pt x="195" y="119"/>
                      <a:pt x="195" y="120"/>
                      <a:pt x="194" y="121"/>
                    </a:cubicBezTo>
                    <a:cubicBezTo>
                      <a:pt x="194" y="121"/>
                      <a:pt x="194" y="121"/>
                      <a:pt x="194" y="121"/>
                    </a:cubicBezTo>
                    <a:cubicBezTo>
                      <a:pt x="194" y="121"/>
                      <a:pt x="193" y="121"/>
                      <a:pt x="192" y="120"/>
                    </a:cubicBezTo>
                    <a:cubicBezTo>
                      <a:pt x="192" y="120"/>
                      <a:pt x="192" y="120"/>
                      <a:pt x="192" y="120"/>
                    </a:cubicBezTo>
                    <a:cubicBezTo>
                      <a:pt x="192" y="120"/>
                      <a:pt x="192" y="119"/>
                      <a:pt x="193" y="118"/>
                    </a:cubicBezTo>
                    <a:cubicBezTo>
                      <a:pt x="193" y="118"/>
                      <a:pt x="193" y="118"/>
                      <a:pt x="193" y="118"/>
                    </a:cubicBezTo>
                    <a:cubicBezTo>
                      <a:pt x="193" y="118"/>
                      <a:pt x="193" y="118"/>
                      <a:pt x="193" y="118"/>
                    </a:cubicBezTo>
                    <a:cubicBezTo>
                      <a:pt x="193" y="118"/>
                      <a:pt x="193" y="118"/>
                      <a:pt x="193" y="118"/>
                    </a:cubicBezTo>
                    <a:cubicBezTo>
                      <a:pt x="194" y="118"/>
                      <a:pt x="194" y="118"/>
                      <a:pt x="195" y="119"/>
                    </a:cubicBezTo>
                    <a:close/>
                    <a:moveTo>
                      <a:pt x="183" y="126"/>
                    </a:moveTo>
                    <a:cubicBezTo>
                      <a:pt x="184" y="127"/>
                      <a:pt x="184" y="128"/>
                      <a:pt x="183" y="128"/>
                    </a:cubicBezTo>
                    <a:cubicBezTo>
                      <a:pt x="183" y="128"/>
                      <a:pt x="183" y="128"/>
                      <a:pt x="183" y="128"/>
                    </a:cubicBezTo>
                    <a:cubicBezTo>
                      <a:pt x="182" y="128"/>
                      <a:pt x="181" y="128"/>
                      <a:pt x="181" y="128"/>
                    </a:cubicBezTo>
                    <a:cubicBezTo>
                      <a:pt x="181" y="128"/>
                      <a:pt x="181" y="128"/>
                      <a:pt x="181" y="128"/>
                    </a:cubicBezTo>
                    <a:cubicBezTo>
                      <a:pt x="181" y="127"/>
                      <a:pt x="181" y="126"/>
                      <a:pt x="181" y="126"/>
                    </a:cubicBezTo>
                    <a:cubicBezTo>
                      <a:pt x="181" y="126"/>
                      <a:pt x="181" y="126"/>
                      <a:pt x="181" y="126"/>
                    </a:cubicBezTo>
                    <a:cubicBezTo>
                      <a:pt x="182" y="126"/>
                      <a:pt x="182" y="125"/>
                      <a:pt x="182" y="125"/>
                    </a:cubicBezTo>
                    <a:cubicBezTo>
                      <a:pt x="182" y="125"/>
                      <a:pt x="182" y="125"/>
                      <a:pt x="182" y="125"/>
                    </a:cubicBezTo>
                    <a:cubicBezTo>
                      <a:pt x="183" y="125"/>
                      <a:pt x="183" y="126"/>
                      <a:pt x="183" y="126"/>
                    </a:cubicBezTo>
                    <a:close/>
                    <a:moveTo>
                      <a:pt x="172" y="133"/>
                    </a:moveTo>
                    <a:cubicBezTo>
                      <a:pt x="172" y="134"/>
                      <a:pt x="172" y="135"/>
                      <a:pt x="172" y="135"/>
                    </a:cubicBezTo>
                    <a:cubicBezTo>
                      <a:pt x="172" y="135"/>
                      <a:pt x="172" y="135"/>
                      <a:pt x="172" y="135"/>
                    </a:cubicBezTo>
                    <a:cubicBezTo>
                      <a:pt x="171" y="136"/>
                      <a:pt x="170" y="136"/>
                      <a:pt x="170" y="135"/>
                    </a:cubicBezTo>
                    <a:cubicBezTo>
                      <a:pt x="170" y="135"/>
                      <a:pt x="170" y="135"/>
                      <a:pt x="170" y="135"/>
                    </a:cubicBezTo>
                    <a:cubicBezTo>
                      <a:pt x="169" y="134"/>
                      <a:pt x="170" y="133"/>
                      <a:pt x="170" y="133"/>
                    </a:cubicBezTo>
                    <a:cubicBezTo>
                      <a:pt x="170" y="133"/>
                      <a:pt x="170" y="133"/>
                      <a:pt x="170" y="133"/>
                    </a:cubicBezTo>
                    <a:cubicBezTo>
                      <a:pt x="170" y="133"/>
                      <a:pt x="171" y="133"/>
                      <a:pt x="171" y="133"/>
                    </a:cubicBezTo>
                    <a:cubicBezTo>
                      <a:pt x="171" y="133"/>
                      <a:pt x="171" y="133"/>
                      <a:pt x="171" y="133"/>
                    </a:cubicBezTo>
                    <a:cubicBezTo>
                      <a:pt x="171" y="133"/>
                      <a:pt x="172" y="133"/>
                      <a:pt x="172" y="133"/>
                    </a:cubicBezTo>
                    <a:close/>
                    <a:moveTo>
                      <a:pt x="161" y="141"/>
                    </a:moveTo>
                    <a:cubicBezTo>
                      <a:pt x="161" y="141"/>
                      <a:pt x="161" y="142"/>
                      <a:pt x="160" y="143"/>
                    </a:cubicBezTo>
                    <a:cubicBezTo>
                      <a:pt x="160" y="143"/>
                      <a:pt x="160" y="143"/>
                      <a:pt x="160" y="143"/>
                    </a:cubicBezTo>
                    <a:cubicBezTo>
                      <a:pt x="160" y="143"/>
                      <a:pt x="159" y="143"/>
                      <a:pt x="158" y="142"/>
                    </a:cubicBezTo>
                    <a:cubicBezTo>
                      <a:pt x="158" y="142"/>
                      <a:pt x="158" y="142"/>
                      <a:pt x="158" y="142"/>
                    </a:cubicBezTo>
                    <a:cubicBezTo>
                      <a:pt x="158" y="142"/>
                      <a:pt x="158" y="141"/>
                      <a:pt x="159" y="140"/>
                    </a:cubicBezTo>
                    <a:cubicBezTo>
                      <a:pt x="159" y="140"/>
                      <a:pt x="159" y="140"/>
                      <a:pt x="159" y="140"/>
                    </a:cubicBezTo>
                    <a:cubicBezTo>
                      <a:pt x="159" y="140"/>
                      <a:pt x="159" y="140"/>
                      <a:pt x="160" y="140"/>
                    </a:cubicBezTo>
                    <a:cubicBezTo>
                      <a:pt x="160" y="140"/>
                      <a:pt x="160" y="140"/>
                      <a:pt x="160" y="140"/>
                    </a:cubicBezTo>
                    <a:cubicBezTo>
                      <a:pt x="160" y="140"/>
                      <a:pt x="160" y="140"/>
                      <a:pt x="161" y="141"/>
                    </a:cubicBezTo>
                    <a:close/>
                    <a:moveTo>
                      <a:pt x="149" y="148"/>
                    </a:moveTo>
                    <a:cubicBezTo>
                      <a:pt x="150" y="149"/>
                      <a:pt x="150" y="150"/>
                      <a:pt x="149" y="150"/>
                    </a:cubicBezTo>
                    <a:cubicBezTo>
                      <a:pt x="149" y="150"/>
                      <a:pt x="149" y="150"/>
                      <a:pt x="149" y="150"/>
                    </a:cubicBezTo>
                    <a:cubicBezTo>
                      <a:pt x="148" y="150"/>
                      <a:pt x="148" y="150"/>
                      <a:pt x="147" y="150"/>
                    </a:cubicBezTo>
                    <a:cubicBezTo>
                      <a:pt x="147" y="150"/>
                      <a:pt x="147" y="150"/>
                      <a:pt x="147" y="150"/>
                    </a:cubicBezTo>
                    <a:cubicBezTo>
                      <a:pt x="147" y="149"/>
                      <a:pt x="147" y="148"/>
                      <a:pt x="148" y="148"/>
                    </a:cubicBezTo>
                    <a:cubicBezTo>
                      <a:pt x="148" y="148"/>
                      <a:pt x="148" y="148"/>
                      <a:pt x="148" y="148"/>
                    </a:cubicBezTo>
                    <a:cubicBezTo>
                      <a:pt x="148" y="148"/>
                      <a:pt x="148" y="148"/>
                      <a:pt x="148" y="148"/>
                    </a:cubicBezTo>
                    <a:cubicBezTo>
                      <a:pt x="148" y="148"/>
                      <a:pt x="148" y="148"/>
                      <a:pt x="148" y="148"/>
                    </a:cubicBezTo>
                    <a:cubicBezTo>
                      <a:pt x="149" y="148"/>
                      <a:pt x="149" y="148"/>
                      <a:pt x="149" y="148"/>
                    </a:cubicBezTo>
                    <a:close/>
                    <a:moveTo>
                      <a:pt x="138" y="156"/>
                    </a:moveTo>
                    <a:cubicBezTo>
                      <a:pt x="138" y="156"/>
                      <a:pt x="138" y="157"/>
                      <a:pt x="138" y="157"/>
                    </a:cubicBezTo>
                    <a:cubicBezTo>
                      <a:pt x="138" y="157"/>
                      <a:pt x="138" y="157"/>
                      <a:pt x="138" y="157"/>
                    </a:cubicBezTo>
                    <a:cubicBezTo>
                      <a:pt x="137" y="158"/>
                      <a:pt x="136" y="158"/>
                      <a:pt x="136" y="157"/>
                    </a:cubicBezTo>
                    <a:cubicBezTo>
                      <a:pt x="136" y="157"/>
                      <a:pt x="136" y="157"/>
                      <a:pt x="136" y="157"/>
                    </a:cubicBezTo>
                    <a:cubicBezTo>
                      <a:pt x="135" y="156"/>
                      <a:pt x="136" y="156"/>
                      <a:pt x="136" y="155"/>
                    </a:cubicBezTo>
                    <a:cubicBezTo>
                      <a:pt x="136" y="155"/>
                      <a:pt x="136" y="155"/>
                      <a:pt x="136" y="155"/>
                    </a:cubicBezTo>
                    <a:cubicBezTo>
                      <a:pt x="136" y="155"/>
                      <a:pt x="137" y="155"/>
                      <a:pt x="137" y="155"/>
                    </a:cubicBezTo>
                    <a:cubicBezTo>
                      <a:pt x="137" y="155"/>
                      <a:pt x="137" y="155"/>
                      <a:pt x="137" y="155"/>
                    </a:cubicBezTo>
                    <a:cubicBezTo>
                      <a:pt x="137" y="155"/>
                      <a:pt x="138" y="155"/>
                      <a:pt x="138" y="156"/>
                    </a:cubicBezTo>
                    <a:close/>
                    <a:moveTo>
                      <a:pt x="127" y="163"/>
                    </a:moveTo>
                    <a:cubicBezTo>
                      <a:pt x="127" y="164"/>
                      <a:pt x="127" y="164"/>
                      <a:pt x="126" y="165"/>
                    </a:cubicBezTo>
                    <a:cubicBezTo>
                      <a:pt x="126" y="165"/>
                      <a:pt x="126" y="165"/>
                      <a:pt x="126" y="165"/>
                    </a:cubicBezTo>
                    <a:cubicBezTo>
                      <a:pt x="126" y="165"/>
                      <a:pt x="125" y="165"/>
                      <a:pt x="125" y="164"/>
                    </a:cubicBezTo>
                    <a:cubicBezTo>
                      <a:pt x="125" y="164"/>
                      <a:pt x="125" y="164"/>
                      <a:pt x="125" y="164"/>
                    </a:cubicBezTo>
                    <a:cubicBezTo>
                      <a:pt x="124" y="164"/>
                      <a:pt x="124" y="163"/>
                      <a:pt x="125" y="163"/>
                    </a:cubicBezTo>
                    <a:cubicBezTo>
                      <a:pt x="125" y="163"/>
                      <a:pt x="125" y="163"/>
                      <a:pt x="125" y="163"/>
                    </a:cubicBezTo>
                    <a:cubicBezTo>
                      <a:pt x="125" y="162"/>
                      <a:pt x="125" y="162"/>
                      <a:pt x="126" y="162"/>
                    </a:cubicBezTo>
                    <a:cubicBezTo>
                      <a:pt x="126" y="162"/>
                      <a:pt x="126" y="162"/>
                      <a:pt x="126" y="162"/>
                    </a:cubicBezTo>
                    <a:cubicBezTo>
                      <a:pt x="126" y="162"/>
                      <a:pt x="126" y="163"/>
                      <a:pt x="127" y="163"/>
                    </a:cubicBezTo>
                    <a:close/>
                    <a:moveTo>
                      <a:pt x="115" y="170"/>
                    </a:moveTo>
                    <a:cubicBezTo>
                      <a:pt x="116" y="171"/>
                      <a:pt x="116" y="172"/>
                      <a:pt x="115" y="172"/>
                    </a:cubicBezTo>
                    <a:cubicBezTo>
                      <a:pt x="115" y="172"/>
                      <a:pt x="115" y="172"/>
                      <a:pt x="115" y="172"/>
                    </a:cubicBezTo>
                    <a:cubicBezTo>
                      <a:pt x="114" y="173"/>
                      <a:pt x="114" y="172"/>
                      <a:pt x="113" y="172"/>
                    </a:cubicBezTo>
                    <a:cubicBezTo>
                      <a:pt x="113" y="172"/>
                      <a:pt x="113" y="172"/>
                      <a:pt x="113" y="172"/>
                    </a:cubicBezTo>
                    <a:cubicBezTo>
                      <a:pt x="113" y="171"/>
                      <a:pt x="113" y="170"/>
                      <a:pt x="114" y="170"/>
                    </a:cubicBezTo>
                    <a:cubicBezTo>
                      <a:pt x="114" y="170"/>
                      <a:pt x="114" y="170"/>
                      <a:pt x="114" y="170"/>
                    </a:cubicBezTo>
                    <a:cubicBezTo>
                      <a:pt x="114" y="170"/>
                      <a:pt x="114" y="170"/>
                      <a:pt x="114" y="170"/>
                    </a:cubicBezTo>
                    <a:cubicBezTo>
                      <a:pt x="114" y="170"/>
                      <a:pt x="114" y="170"/>
                      <a:pt x="114" y="170"/>
                    </a:cubicBezTo>
                    <a:cubicBezTo>
                      <a:pt x="115" y="170"/>
                      <a:pt x="115" y="170"/>
                      <a:pt x="115" y="170"/>
                    </a:cubicBezTo>
                    <a:close/>
                    <a:moveTo>
                      <a:pt x="104" y="178"/>
                    </a:moveTo>
                    <a:cubicBezTo>
                      <a:pt x="105" y="178"/>
                      <a:pt x="104" y="179"/>
                      <a:pt x="104" y="179"/>
                    </a:cubicBezTo>
                    <a:cubicBezTo>
                      <a:pt x="104" y="179"/>
                      <a:pt x="104" y="179"/>
                      <a:pt x="104" y="179"/>
                    </a:cubicBezTo>
                    <a:cubicBezTo>
                      <a:pt x="103" y="180"/>
                      <a:pt x="102" y="180"/>
                      <a:pt x="102" y="179"/>
                    </a:cubicBezTo>
                    <a:cubicBezTo>
                      <a:pt x="102" y="179"/>
                      <a:pt x="102" y="179"/>
                      <a:pt x="102" y="179"/>
                    </a:cubicBezTo>
                    <a:cubicBezTo>
                      <a:pt x="102" y="178"/>
                      <a:pt x="102" y="178"/>
                      <a:pt x="102" y="177"/>
                    </a:cubicBezTo>
                    <a:cubicBezTo>
                      <a:pt x="102" y="177"/>
                      <a:pt x="102" y="177"/>
                      <a:pt x="102" y="177"/>
                    </a:cubicBezTo>
                    <a:cubicBezTo>
                      <a:pt x="103" y="177"/>
                      <a:pt x="103" y="177"/>
                      <a:pt x="103" y="177"/>
                    </a:cubicBezTo>
                    <a:cubicBezTo>
                      <a:pt x="103" y="177"/>
                      <a:pt x="103" y="177"/>
                      <a:pt x="103" y="177"/>
                    </a:cubicBezTo>
                    <a:cubicBezTo>
                      <a:pt x="103" y="177"/>
                      <a:pt x="104" y="177"/>
                      <a:pt x="104" y="178"/>
                    </a:cubicBezTo>
                    <a:close/>
                    <a:moveTo>
                      <a:pt x="93" y="185"/>
                    </a:moveTo>
                    <a:cubicBezTo>
                      <a:pt x="93" y="186"/>
                      <a:pt x="93" y="186"/>
                      <a:pt x="92" y="187"/>
                    </a:cubicBezTo>
                    <a:cubicBezTo>
                      <a:pt x="92" y="187"/>
                      <a:pt x="92" y="187"/>
                      <a:pt x="92" y="187"/>
                    </a:cubicBezTo>
                    <a:cubicBezTo>
                      <a:pt x="92" y="187"/>
                      <a:pt x="91" y="187"/>
                      <a:pt x="91" y="186"/>
                    </a:cubicBezTo>
                    <a:cubicBezTo>
                      <a:pt x="91" y="186"/>
                      <a:pt x="91" y="186"/>
                      <a:pt x="91" y="186"/>
                    </a:cubicBezTo>
                    <a:cubicBezTo>
                      <a:pt x="90" y="186"/>
                      <a:pt x="90" y="185"/>
                      <a:pt x="91" y="185"/>
                    </a:cubicBezTo>
                    <a:cubicBezTo>
                      <a:pt x="91" y="185"/>
                      <a:pt x="91" y="185"/>
                      <a:pt x="91" y="185"/>
                    </a:cubicBezTo>
                    <a:cubicBezTo>
                      <a:pt x="91" y="184"/>
                      <a:pt x="91" y="184"/>
                      <a:pt x="92" y="184"/>
                    </a:cubicBezTo>
                    <a:cubicBezTo>
                      <a:pt x="92" y="184"/>
                      <a:pt x="92" y="184"/>
                      <a:pt x="92" y="184"/>
                    </a:cubicBezTo>
                    <a:cubicBezTo>
                      <a:pt x="92" y="184"/>
                      <a:pt x="93" y="185"/>
                      <a:pt x="93" y="185"/>
                    </a:cubicBezTo>
                    <a:close/>
                    <a:moveTo>
                      <a:pt x="82" y="192"/>
                    </a:moveTo>
                    <a:cubicBezTo>
                      <a:pt x="82" y="193"/>
                      <a:pt x="82" y="194"/>
                      <a:pt x="81" y="194"/>
                    </a:cubicBezTo>
                    <a:cubicBezTo>
                      <a:pt x="81" y="194"/>
                      <a:pt x="81" y="194"/>
                      <a:pt x="81" y="194"/>
                    </a:cubicBezTo>
                    <a:cubicBezTo>
                      <a:pt x="81" y="195"/>
                      <a:pt x="80" y="194"/>
                      <a:pt x="79" y="194"/>
                    </a:cubicBezTo>
                    <a:cubicBezTo>
                      <a:pt x="79" y="194"/>
                      <a:pt x="79" y="194"/>
                      <a:pt x="79" y="194"/>
                    </a:cubicBezTo>
                    <a:cubicBezTo>
                      <a:pt x="79" y="193"/>
                      <a:pt x="79" y="192"/>
                      <a:pt x="80" y="192"/>
                    </a:cubicBezTo>
                    <a:cubicBezTo>
                      <a:pt x="80" y="192"/>
                      <a:pt x="80" y="192"/>
                      <a:pt x="80" y="192"/>
                    </a:cubicBezTo>
                    <a:cubicBezTo>
                      <a:pt x="80" y="192"/>
                      <a:pt x="80" y="192"/>
                      <a:pt x="80" y="192"/>
                    </a:cubicBezTo>
                    <a:cubicBezTo>
                      <a:pt x="80" y="192"/>
                      <a:pt x="80" y="192"/>
                      <a:pt x="80" y="192"/>
                    </a:cubicBezTo>
                    <a:cubicBezTo>
                      <a:pt x="81" y="192"/>
                      <a:pt x="81" y="192"/>
                      <a:pt x="82" y="192"/>
                    </a:cubicBezTo>
                    <a:close/>
                    <a:moveTo>
                      <a:pt x="70" y="200"/>
                    </a:moveTo>
                    <a:cubicBezTo>
                      <a:pt x="71" y="200"/>
                      <a:pt x="70" y="201"/>
                      <a:pt x="70" y="202"/>
                    </a:cubicBezTo>
                    <a:cubicBezTo>
                      <a:pt x="70" y="202"/>
                      <a:pt x="70" y="202"/>
                      <a:pt x="70" y="202"/>
                    </a:cubicBezTo>
                    <a:cubicBezTo>
                      <a:pt x="69" y="202"/>
                      <a:pt x="68" y="202"/>
                      <a:pt x="68" y="201"/>
                    </a:cubicBezTo>
                    <a:cubicBezTo>
                      <a:pt x="68" y="201"/>
                      <a:pt x="68" y="201"/>
                      <a:pt x="68" y="201"/>
                    </a:cubicBezTo>
                    <a:cubicBezTo>
                      <a:pt x="68" y="201"/>
                      <a:pt x="68" y="200"/>
                      <a:pt x="68" y="199"/>
                    </a:cubicBezTo>
                    <a:cubicBezTo>
                      <a:pt x="68" y="199"/>
                      <a:pt x="68" y="199"/>
                      <a:pt x="68" y="199"/>
                    </a:cubicBezTo>
                    <a:cubicBezTo>
                      <a:pt x="69" y="199"/>
                      <a:pt x="69" y="199"/>
                      <a:pt x="69" y="199"/>
                    </a:cubicBezTo>
                    <a:cubicBezTo>
                      <a:pt x="69" y="199"/>
                      <a:pt x="69" y="199"/>
                      <a:pt x="69" y="199"/>
                    </a:cubicBezTo>
                    <a:cubicBezTo>
                      <a:pt x="70" y="199"/>
                      <a:pt x="70" y="199"/>
                      <a:pt x="70" y="200"/>
                    </a:cubicBezTo>
                    <a:close/>
                    <a:moveTo>
                      <a:pt x="59" y="207"/>
                    </a:moveTo>
                    <a:cubicBezTo>
                      <a:pt x="59" y="208"/>
                      <a:pt x="59" y="209"/>
                      <a:pt x="59" y="209"/>
                    </a:cubicBezTo>
                    <a:cubicBezTo>
                      <a:pt x="59" y="209"/>
                      <a:pt x="59" y="209"/>
                      <a:pt x="59" y="209"/>
                    </a:cubicBezTo>
                    <a:cubicBezTo>
                      <a:pt x="58" y="209"/>
                      <a:pt x="57" y="209"/>
                      <a:pt x="57" y="209"/>
                    </a:cubicBezTo>
                    <a:cubicBezTo>
                      <a:pt x="57" y="209"/>
                      <a:pt x="57" y="209"/>
                      <a:pt x="57" y="209"/>
                    </a:cubicBezTo>
                    <a:cubicBezTo>
                      <a:pt x="56" y="208"/>
                      <a:pt x="56" y="207"/>
                      <a:pt x="57" y="207"/>
                    </a:cubicBezTo>
                    <a:cubicBezTo>
                      <a:pt x="57" y="207"/>
                      <a:pt x="57" y="207"/>
                      <a:pt x="57" y="207"/>
                    </a:cubicBezTo>
                    <a:cubicBezTo>
                      <a:pt x="57" y="207"/>
                      <a:pt x="58" y="206"/>
                      <a:pt x="58" y="206"/>
                    </a:cubicBezTo>
                    <a:cubicBezTo>
                      <a:pt x="58" y="206"/>
                      <a:pt x="58" y="206"/>
                      <a:pt x="58" y="206"/>
                    </a:cubicBezTo>
                    <a:cubicBezTo>
                      <a:pt x="58" y="206"/>
                      <a:pt x="59" y="207"/>
                      <a:pt x="59" y="207"/>
                    </a:cubicBezTo>
                    <a:close/>
                    <a:moveTo>
                      <a:pt x="48" y="214"/>
                    </a:moveTo>
                    <a:cubicBezTo>
                      <a:pt x="48" y="215"/>
                      <a:pt x="48" y="216"/>
                      <a:pt x="47" y="216"/>
                    </a:cubicBezTo>
                    <a:cubicBezTo>
                      <a:pt x="47" y="216"/>
                      <a:pt x="47" y="216"/>
                      <a:pt x="47" y="216"/>
                    </a:cubicBezTo>
                    <a:cubicBezTo>
                      <a:pt x="47" y="217"/>
                      <a:pt x="46" y="217"/>
                      <a:pt x="45" y="216"/>
                    </a:cubicBezTo>
                    <a:cubicBezTo>
                      <a:pt x="45" y="216"/>
                      <a:pt x="45" y="216"/>
                      <a:pt x="45" y="216"/>
                    </a:cubicBezTo>
                    <a:cubicBezTo>
                      <a:pt x="45" y="215"/>
                      <a:pt x="45" y="214"/>
                      <a:pt x="46" y="214"/>
                    </a:cubicBezTo>
                    <a:cubicBezTo>
                      <a:pt x="46" y="214"/>
                      <a:pt x="46" y="214"/>
                      <a:pt x="46" y="214"/>
                    </a:cubicBezTo>
                    <a:cubicBezTo>
                      <a:pt x="46" y="214"/>
                      <a:pt x="46" y="214"/>
                      <a:pt x="46" y="214"/>
                    </a:cubicBezTo>
                    <a:cubicBezTo>
                      <a:pt x="46" y="214"/>
                      <a:pt x="46" y="214"/>
                      <a:pt x="46" y="214"/>
                    </a:cubicBezTo>
                    <a:cubicBezTo>
                      <a:pt x="47" y="214"/>
                      <a:pt x="47" y="214"/>
                      <a:pt x="48" y="214"/>
                    </a:cubicBezTo>
                    <a:close/>
                    <a:moveTo>
                      <a:pt x="36" y="222"/>
                    </a:moveTo>
                    <a:cubicBezTo>
                      <a:pt x="37" y="222"/>
                      <a:pt x="37" y="223"/>
                      <a:pt x="36" y="224"/>
                    </a:cubicBezTo>
                    <a:cubicBezTo>
                      <a:pt x="36" y="224"/>
                      <a:pt x="36" y="224"/>
                      <a:pt x="36" y="224"/>
                    </a:cubicBezTo>
                    <a:cubicBezTo>
                      <a:pt x="35" y="224"/>
                      <a:pt x="34" y="224"/>
                      <a:pt x="34" y="223"/>
                    </a:cubicBezTo>
                    <a:cubicBezTo>
                      <a:pt x="34" y="223"/>
                      <a:pt x="34" y="223"/>
                      <a:pt x="34" y="223"/>
                    </a:cubicBezTo>
                    <a:cubicBezTo>
                      <a:pt x="34" y="223"/>
                      <a:pt x="34" y="222"/>
                      <a:pt x="34" y="221"/>
                    </a:cubicBezTo>
                    <a:cubicBezTo>
                      <a:pt x="34" y="221"/>
                      <a:pt x="34" y="221"/>
                      <a:pt x="34" y="221"/>
                    </a:cubicBezTo>
                    <a:cubicBezTo>
                      <a:pt x="35" y="221"/>
                      <a:pt x="35" y="221"/>
                      <a:pt x="35" y="221"/>
                    </a:cubicBezTo>
                    <a:cubicBezTo>
                      <a:pt x="35" y="221"/>
                      <a:pt x="35" y="221"/>
                      <a:pt x="35" y="221"/>
                    </a:cubicBezTo>
                    <a:cubicBezTo>
                      <a:pt x="36" y="221"/>
                      <a:pt x="36" y="221"/>
                      <a:pt x="36" y="222"/>
                    </a:cubicBezTo>
                    <a:close/>
                    <a:moveTo>
                      <a:pt x="25" y="229"/>
                    </a:moveTo>
                    <a:cubicBezTo>
                      <a:pt x="25" y="230"/>
                      <a:pt x="25" y="231"/>
                      <a:pt x="25" y="231"/>
                    </a:cubicBezTo>
                    <a:cubicBezTo>
                      <a:pt x="25" y="231"/>
                      <a:pt x="25" y="231"/>
                      <a:pt x="25" y="231"/>
                    </a:cubicBezTo>
                    <a:cubicBezTo>
                      <a:pt x="24" y="231"/>
                      <a:pt x="23" y="231"/>
                      <a:pt x="23" y="231"/>
                    </a:cubicBezTo>
                    <a:cubicBezTo>
                      <a:pt x="23" y="231"/>
                      <a:pt x="23" y="231"/>
                      <a:pt x="23" y="231"/>
                    </a:cubicBezTo>
                    <a:cubicBezTo>
                      <a:pt x="22" y="230"/>
                      <a:pt x="23" y="229"/>
                      <a:pt x="23" y="229"/>
                    </a:cubicBezTo>
                    <a:cubicBezTo>
                      <a:pt x="23" y="229"/>
                      <a:pt x="23" y="229"/>
                      <a:pt x="23" y="229"/>
                    </a:cubicBezTo>
                    <a:cubicBezTo>
                      <a:pt x="23" y="229"/>
                      <a:pt x="24" y="229"/>
                      <a:pt x="24" y="229"/>
                    </a:cubicBezTo>
                    <a:cubicBezTo>
                      <a:pt x="24" y="229"/>
                      <a:pt x="24" y="229"/>
                      <a:pt x="24" y="229"/>
                    </a:cubicBezTo>
                    <a:cubicBezTo>
                      <a:pt x="24" y="229"/>
                      <a:pt x="25" y="229"/>
                      <a:pt x="25" y="229"/>
                    </a:cubicBezTo>
                    <a:close/>
                    <a:moveTo>
                      <a:pt x="14" y="237"/>
                    </a:moveTo>
                    <a:cubicBezTo>
                      <a:pt x="14" y="237"/>
                      <a:pt x="14" y="238"/>
                      <a:pt x="13" y="238"/>
                    </a:cubicBezTo>
                    <a:cubicBezTo>
                      <a:pt x="13" y="238"/>
                      <a:pt x="13" y="238"/>
                      <a:pt x="13" y="238"/>
                    </a:cubicBezTo>
                    <a:cubicBezTo>
                      <a:pt x="13" y="239"/>
                      <a:pt x="12" y="239"/>
                      <a:pt x="11" y="238"/>
                    </a:cubicBezTo>
                    <a:cubicBezTo>
                      <a:pt x="11" y="238"/>
                      <a:pt x="11" y="238"/>
                      <a:pt x="11" y="238"/>
                    </a:cubicBezTo>
                    <a:cubicBezTo>
                      <a:pt x="11" y="237"/>
                      <a:pt x="11" y="237"/>
                      <a:pt x="12" y="236"/>
                    </a:cubicBezTo>
                    <a:cubicBezTo>
                      <a:pt x="12" y="236"/>
                      <a:pt x="12" y="236"/>
                      <a:pt x="12" y="236"/>
                    </a:cubicBezTo>
                    <a:cubicBezTo>
                      <a:pt x="12" y="236"/>
                      <a:pt x="12" y="236"/>
                      <a:pt x="13" y="236"/>
                    </a:cubicBezTo>
                    <a:cubicBezTo>
                      <a:pt x="13" y="236"/>
                      <a:pt x="13" y="236"/>
                      <a:pt x="13" y="236"/>
                    </a:cubicBezTo>
                    <a:cubicBezTo>
                      <a:pt x="13" y="236"/>
                      <a:pt x="13" y="236"/>
                      <a:pt x="14" y="237"/>
                    </a:cubicBezTo>
                    <a:close/>
                    <a:moveTo>
                      <a:pt x="2" y="244"/>
                    </a:moveTo>
                    <a:cubicBezTo>
                      <a:pt x="3" y="245"/>
                      <a:pt x="3" y="245"/>
                      <a:pt x="2" y="246"/>
                    </a:cubicBezTo>
                    <a:cubicBezTo>
                      <a:pt x="2" y="246"/>
                      <a:pt x="2" y="246"/>
                      <a:pt x="2" y="246"/>
                    </a:cubicBezTo>
                    <a:cubicBezTo>
                      <a:pt x="1" y="246"/>
                      <a:pt x="1" y="246"/>
                      <a:pt x="0" y="245"/>
                    </a:cubicBezTo>
                    <a:cubicBezTo>
                      <a:pt x="0" y="245"/>
                      <a:pt x="0" y="245"/>
                      <a:pt x="0" y="245"/>
                    </a:cubicBezTo>
                    <a:cubicBezTo>
                      <a:pt x="0" y="245"/>
                      <a:pt x="0" y="244"/>
                      <a:pt x="1" y="244"/>
                    </a:cubicBezTo>
                    <a:cubicBezTo>
                      <a:pt x="1" y="244"/>
                      <a:pt x="1" y="244"/>
                      <a:pt x="1" y="244"/>
                    </a:cubicBezTo>
                    <a:cubicBezTo>
                      <a:pt x="1" y="243"/>
                      <a:pt x="1" y="243"/>
                      <a:pt x="1" y="243"/>
                    </a:cubicBezTo>
                    <a:cubicBezTo>
                      <a:pt x="1" y="243"/>
                      <a:pt x="1" y="243"/>
                      <a:pt x="1" y="243"/>
                    </a:cubicBezTo>
                    <a:cubicBezTo>
                      <a:pt x="2" y="243"/>
                      <a:pt x="2" y="244"/>
                      <a:pt x="2"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 name="Google Shape;71;p2"/>
              <p:cNvSpPr/>
              <p:nvPr/>
            </p:nvSpPr>
            <p:spPr>
              <a:xfrm>
                <a:off x="14565754" y="-448701"/>
                <a:ext cx="19581" cy="19580"/>
              </a:xfrm>
              <a:custGeom>
                <a:avLst/>
                <a:gdLst/>
                <a:ahLst/>
                <a:cxnLst/>
                <a:rect l="l" t="t" r="r" b="b"/>
                <a:pathLst>
                  <a:path w="3" h="3" extrusionOk="0">
                    <a:moveTo>
                      <a:pt x="2" y="0"/>
                    </a:moveTo>
                    <a:cubicBezTo>
                      <a:pt x="2" y="0"/>
                      <a:pt x="2" y="0"/>
                      <a:pt x="3" y="0"/>
                    </a:cubicBezTo>
                    <a:cubicBezTo>
                      <a:pt x="3" y="1"/>
                      <a:pt x="3" y="1"/>
                      <a:pt x="3" y="1"/>
                    </a:cubicBezTo>
                    <a:cubicBezTo>
                      <a:pt x="3" y="1"/>
                      <a:pt x="3" y="2"/>
                      <a:pt x="3" y="2"/>
                    </a:cubicBezTo>
                    <a:cubicBezTo>
                      <a:pt x="3" y="2"/>
                      <a:pt x="3" y="2"/>
                      <a:pt x="3" y="2"/>
                    </a:cubicBezTo>
                    <a:cubicBezTo>
                      <a:pt x="3" y="2"/>
                      <a:pt x="2" y="2"/>
                      <a:pt x="2" y="2"/>
                    </a:cubicBezTo>
                    <a:cubicBezTo>
                      <a:pt x="2" y="3"/>
                      <a:pt x="2" y="3"/>
                      <a:pt x="1" y="2"/>
                    </a:cubicBezTo>
                    <a:cubicBezTo>
                      <a:pt x="1" y="2"/>
                      <a:pt x="1" y="2"/>
                      <a:pt x="1" y="2"/>
                    </a:cubicBezTo>
                    <a:cubicBezTo>
                      <a:pt x="1" y="2"/>
                      <a:pt x="0" y="2"/>
                      <a:pt x="0" y="1"/>
                    </a:cubicBezTo>
                    <a:cubicBezTo>
                      <a:pt x="0" y="1"/>
                      <a:pt x="1" y="1"/>
                      <a:pt x="1" y="0"/>
                    </a:cubicBezTo>
                    <a:cubicBezTo>
                      <a:pt x="1" y="0"/>
                      <a:pt x="1" y="0"/>
                      <a:pt x="1" y="0"/>
                    </a:cubicBezTo>
                    <a:cubicBezTo>
                      <a:pt x="1" y="0"/>
                      <a:pt x="2"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 name="Google Shape;72;p2"/>
              <p:cNvSpPr/>
              <p:nvPr/>
            </p:nvSpPr>
            <p:spPr>
              <a:xfrm>
                <a:off x="11969372" y="1152983"/>
                <a:ext cx="19581" cy="11748"/>
              </a:xfrm>
              <a:custGeom>
                <a:avLst/>
                <a:gdLst/>
                <a:ahLst/>
                <a:cxnLst/>
                <a:rect l="l" t="t" r="r" b="b"/>
                <a:pathLst>
                  <a:path w="3" h="2" extrusionOk="0">
                    <a:moveTo>
                      <a:pt x="2" y="0"/>
                    </a:moveTo>
                    <a:cubicBezTo>
                      <a:pt x="2" y="0"/>
                      <a:pt x="2" y="0"/>
                      <a:pt x="2" y="0"/>
                    </a:cubicBezTo>
                    <a:cubicBezTo>
                      <a:pt x="2" y="0"/>
                      <a:pt x="2" y="0"/>
                      <a:pt x="3" y="0"/>
                    </a:cubicBezTo>
                    <a:cubicBezTo>
                      <a:pt x="3" y="0"/>
                      <a:pt x="3" y="1"/>
                      <a:pt x="3" y="1"/>
                    </a:cubicBezTo>
                    <a:cubicBezTo>
                      <a:pt x="3" y="1"/>
                      <a:pt x="3" y="2"/>
                      <a:pt x="3" y="2"/>
                    </a:cubicBezTo>
                    <a:cubicBezTo>
                      <a:pt x="2" y="2"/>
                      <a:pt x="1" y="2"/>
                      <a:pt x="1" y="2"/>
                    </a:cubicBezTo>
                    <a:cubicBezTo>
                      <a:pt x="0" y="2"/>
                      <a:pt x="0" y="1"/>
                      <a:pt x="0" y="1"/>
                    </a:cubicBezTo>
                    <a:cubicBezTo>
                      <a:pt x="0" y="1"/>
                      <a:pt x="0" y="1"/>
                      <a:pt x="0" y="1"/>
                    </a:cubicBezTo>
                    <a:cubicBezTo>
                      <a:pt x="0" y="0"/>
                      <a:pt x="1" y="0"/>
                      <a:pt x="1" y="0"/>
                    </a:cubicBezTo>
                    <a:cubicBezTo>
                      <a:pt x="1" y="0"/>
                      <a:pt x="1" y="0"/>
                      <a:pt x="1" y="0"/>
                    </a:cubicBezTo>
                    <a:cubicBezTo>
                      <a:pt x="1" y="0"/>
                      <a:pt x="1"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 name="Google Shape;73;p2"/>
              <p:cNvSpPr/>
              <p:nvPr/>
            </p:nvSpPr>
            <p:spPr>
              <a:xfrm>
                <a:off x="12035946" y="-405624"/>
                <a:ext cx="2337917" cy="1527278"/>
              </a:xfrm>
              <a:custGeom>
                <a:avLst/>
                <a:gdLst/>
                <a:ahLst/>
                <a:cxnLst/>
                <a:rect l="l" t="t" r="r" b="b"/>
                <a:pathLst>
                  <a:path w="377" h="246" extrusionOk="0">
                    <a:moveTo>
                      <a:pt x="376" y="1"/>
                    </a:moveTo>
                    <a:cubicBezTo>
                      <a:pt x="377" y="1"/>
                      <a:pt x="376" y="2"/>
                      <a:pt x="376" y="3"/>
                    </a:cubicBezTo>
                    <a:cubicBezTo>
                      <a:pt x="376" y="3"/>
                      <a:pt x="376" y="3"/>
                      <a:pt x="376" y="3"/>
                    </a:cubicBezTo>
                    <a:cubicBezTo>
                      <a:pt x="375" y="3"/>
                      <a:pt x="374" y="3"/>
                      <a:pt x="374" y="2"/>
                    </a:cubicBezTo>
                    <a:cubicBezTo>
                      <a:pt x="374" y="2"/>
                      <a:pt x="374" y="2"/>
                      <a:pt x="374" y="2"/>
                    </a:cubicBezTo>
                    <a:cubicBezTo>
                      <a:pt x="374" y="2"/>
                      <a:pt x="374" y="1"/>
                      <a:pt x="374" y="0"/>
                    </a:cubicBezTo>
                    <a:cubicBezTo>
                      <a:pt x="374" y="0"/>
                      <a:pt x="374" y="0"/>
                      <a:pt x="374" y="0"/>
                    </a:cubicBezTo>
                    <a:cubicBezTo>
                      <a:pt x="375" y="0"/>
                      <a:pt x="375" y="0"/>
                      <a:pt x="375" y="0"/>
                    </a:cubicBezTo>
                    <a:cubicBezTo>
                      <a:pt x="375" y="0"/>
                      <a:pt x="375" y="0"/>
                      <a:pt x="375" y="0"/>
                    </a:cubicBezTo>
                    <a:cubicBezTo>
                      <a:pt x="376" y="0"/>
                      <a:pt x="376" y="0"/>
                      <a:pt x="376" y="1"/>
                    </a:cubicBezTo>
                    <a:close/>
                    <a:moveTo>
                      <a:pt x="365" y="8"/>
                    </a:moveTo>
                    <a:cubicBezTo>
                      <a:pt x="365" y="9"/>
                      <a:pt x="365" y="10"/>
                      <a:pt x="365" y="10"/>
                    </a:cubicBezTo>
                    <a:cubicBezTo>
                      <a:pt x="365" y="10"/>
                      <a:pt x="365" y="10"/>
                      <a:pt x="365" y="10"/>
                    </a:cubicBezTo>
                    <a:cubicBezTo>
                      <a:pt x="364" y="10"/>
                      <a:pt x="363" y="10"/>
                      <a:pt x="363" y="10"/>
                    </a:cubicBezTo>
                    <a:cubicBezTo>
                      <a:pt x="363" y="10"/>
                      <a:pt x="363" y="10"/>
                      <a:pt x="363" y="10"/>
                    </a:cubicBezTo>
                    <a:cubicBezTo>
                      <a:pt x="362" y="9"/>
                      <a:pt x="362" y="8"/>
                      <a:pt x="363" y="8"/>
                    </a:cubicBezTo>
                    <a:cubicBezTo>
                      <a:pt x="363" y="8"/>
                      <a:pt x="363" y="8"/>
                      <a:pt x="363" y="8"/>
                    </a:cubicBezTo>
                    <a:cubicBezTo>
                      <a:pt x="363" y="8"/>
                      <a:pt x="364" y="8"/>
                      <a:pt x="364" y="8"/>
                    </a:cubicBezTo>
                    <a:cubicBezTo>
                      <a:pt x="364" y="8"/>
                      <a:pt x="364" y="8"/>
                      <a:pt x="364" y="8"/>
                    </a:cubicBezTo>
                    <a:cubicBezTo>
                      <a:pt x="364" y="8"/>
                      <a:pt x="365" y="8"/>
                      <a:pt x="365" y="8"/>
                    </a:cubicBezTo>
                    <a:close/>
                    <a:moveTo>
                      <a:pt x="354" y="16"/>
                    </a:moveTo>
                    <a:cubicBezTo>
                      <a:pt x="354" y="16"/>
                      <a:pt x="354" y="17"/>
                      <a:pt x="353" y="17"/>
                    </a:cubicBezTo>
                    <a:cubicBezTo>
                      <a:pt x="353" y="17"/>
                      <a:pt x="353" y="17"/>
                      <a:pt x="353" y="17"/>
                    </a:cubicBezTo>
                    <a:cubicBezTo>
                      <a:pt x="353" y="18"/>
                      <a:pt x="352" y="18"/>
                      <a:pt x="351" y="17"/>
                    </a:cubicBezTo>
                    <a:cubicBezTo>
                      <a:pt x="351" y="17"/>
                      <a:pt x="351" y="17"/>
                      <a:pt x="351" y="17"/>
                    </a:cubicBezTo>
                    <a:cubicBezTo>
                      <a:pt x="351" y="16"/>
                      <a:pt x="351" y="16"/>
                      <a:pt x="352" y="15"/>
                    </a:cubicBezTo>
                    <a:cubicBezTo>
                      <a:pt x="352" y="15"/>
                      <a:pt x="352" y="15"/>
                      <a:pt x="352" y="15"/>
                    </a:cubicBezTo>
                    <a:cubicBezTo>
                      <a:pt x="352" y="15"/>
                      <a:pt x="352" y="15"/>
                      <a:pt x="352" y="15"/>
                    </a:cubicBezTo>
                    <a:cubicBezTo>
                      <a:pt x="352" y="15"/>
                      <a:pt x="352" y="15"/>
                      <a:pt x="352" y="15"/>
                    </a:cubicBezTo>
                    <a:cubicBezTo>
                      <a:pt x="353" y="15"/>
                      <a:pt x="353" y="15"/>
                      <a:pt x="354" y="16"/>
                    </a:cubicBezTo>
                    <a:close/>
                    <a:moveTo>
                      <a:pt x="342" y="23"/>
                    </a:moveTo>
                    <a:cubicBezTo>
                      <a:pt x="343" y="24"/>
                      <a:pt x="343" y="24"/>
                      <a:pt x="342" y="25"/>
                    </a:cubicBezTo>
                    <a:cubicBezTo>
                      <a:pt x="342" y="25"/>
                      <a:pt x="342" y="25"/>
                      <a:pt x="342" y="25"/>
                    </a:cubicBezTo>
                    <a:cubicBezTo>
                      <a:pt x="341" y="25"/>
                      <a:pt x="340" y="25"/>
                      <a:pt x="340" y="24"/>
                    </a:cubicBezTo>
                    <a:cubicBezTo>
                      <a:pt x="340" y="24"/>
                      <a:pt x="340" y="24"/>
                      <a:pt x="340" y="24"/>
                    </a:cubicBezTo>
                    <a:cubicBezTo>
                      <a:pt x="340" y="24"/>
                      <a:pt x="340" y="23"/>
                      <a:pt x="340" y="23"/>
                    </a:cubicBezTo>
                    <a:cubicBezTo>
                      <a:pt x="340" y="23"/>
                      <a:pt x="340" y="23"/>
                      <a:pt x="340" y="23"/>
                    </a:cubicBezTo>
                    <a:cubicBezTo>
                      <a:pt x="341" y="22"/>
                      <a:pt x="341" y="22"/>
                      <a:pt x="341" y="22"/>
                    </a:cubicBezTo>
                    <a:cubicBezTo>
                      <a:pt x="341" y="22"/>
                      <a:pt x="341" y="22"/>
                      <a:pt x="341" y="22"/>
                    </a:cubicBezTo>
                    <a:cubicBezTo>
                      <a:pt x="342" y="22"/>
                      <a:pt x="342" y="23"/>
                      <a:pt x="342" y="23"/>
                    </a:cubicBezTo>
                    <a:close/>
                    <a:moveTo>
                      <a:pt x="331" y="30"/>
                    </a:moveTo>
                    <a:cubicBezTo>
                      <a:pt x="331" y="31"/>
                      <a:pt x="331" y="32"/>
                      <a:pt x="331" y="32"/>
                    </a:cubicBezTo>
                    <a:cubicBezTo>
                      <a:pt x="331" y="32"/>
                      <a:pt x="331" y="32"/>
                      <a:pt x="331" y="32"/>
                    </a:cubicBezTo>
                    <a:cubicBezTo>
                      <a:pt x="330" y="33"/>
                      <a:pt x="329" y="32"/>
                      <a:pt x="329" y="32"/>
                    </a:cubicBezTo>
                    <a:cubicBezTo>
                      <a:pt x="329" y="32"/>
                      <a:pt x="329" y="32"/>
                      <a:pt x="329" y="32"/>
                    </a:cubicBezTo>
                    <a:cubicBezTo>
                      <a:pt x="328" y="31"/>
                      <a:pt x="328" y="30"/>
                      <a:pt x="329" y="30"/>
                    </a:cubicBezTo>
                    <a:cubicBezTo>
                      <a:pt x="329" y="30"/>
                      <a:pt x="329" y="30"/>
                      <a:pt x="329" y="30"/>
                    </a:cubicBezTo>
                    <a:cubicBezTo>
                      <a:pt x="329" y="30"/>
                      <a:pt x="330" y="30"/>
                      <a:pt x="330" y="30"/>
                    </a:cubicBezTo>
                    <a:cubicBezTo>
                      <a:pt x="330" y="30"/>
                      <a:pt x="330" y="30"/>
                      <a:pt x="330" y="30"/>
                    </a:cubicBezTo>
                    <a:cubicBezTo>
                      <a:pt x="330" y="30"/>
                      <a:pt x="331" y="30"/>
                      <a:pt x="331" y="30"/>
                    </a:cubicBezTo>
                    <a:close/>
                    <a:moveTo>
                      <a:pt x="320" y="38"/>
                    </a:moveTo>
                    <a:cubicBezTo>
                      <a:pt x="320" y="38"/>
                      <a:pt x="320" y="39"/>
                      <a:pt x="319" y="40"/>
                    </a:cubicBezTo>
                    <a:cubicBezTo>
                      <a:pt x="319" y="40"/>
                      <a:pt x="319" y="40"/>
                      <a:pt x="319" y="40"/>
                    </a:cubicBezTo>
                    <a:cubicBezTo>
                      <a:pt x="319" y="40"/>
                      <a:pt x="318" y="40"/>
                      <a:pt x="317" y="39"/>
                    </a:cubicBezTo>
                    <a:cubicBezTo>
                      <a:pt x="317" y="39"/>
                      <a:pt x="317" y="39"/>
                      <a:pt x="317" y="39"/>
                    </a:cubicBezTo>
                    <a:cubicBezTo>
                      <a:pt x="317" y="39"/>
                      <a:pt x="317" y="38"/>
                      <a:pt x="318" y="37"/>
                    </a:cubicBezTo>
                    <a:cubicBezTo>
                      <a:pt x="318" y="37"/>
                      <a:pt x="318" y="37"/>
                      <a:pt x="318" y="37"/>
                    </a:cubicBezTo>
                    <a:cubicBezTo>
                      <a:pt x="318" y="37"/>
                      <a:pt x="318" y="37"/>
                      <a:pt x="319" y="37"/>
                    </a:cubicBezTo>
                    <a:cubicBezTo>
                      <a:pt x="319" y="37"/>
                      <a:pt x="319" y="37"/>
                      <a:pt x="319" y="37"/>
                    </a:cubicBezTo>
                    <a:cubicBezTo>
                      <a:pt x="319" y="37"/>
                      <a:pt x="319" y="37"/>
                      <a:pt x="320" y="38"/>
                    </a:cubicBezTo>
                    <a:close/>
                    <a:moveTo>
                      <a:pt x="308" y="45"/>
                    </a:moveTo>
                    <a:cubicBezTo>
                      <a:pt x="309" y="46"/>
                      <a:pt x="309" y="46"/>
                      <a:pt x="308" y="47"/>
                    </a:cubicBezTo>
                    <a:cubicBezTo>
                      <a:pt x="308" y="47"/>
                      <a:pt x="308" y="47"/>
                      <a:pt x="308" y="47"/>
                    </a:cubicBezTo>
                    <a:cubicBezTo>
                      <a:pt x="307" y="47"/>
                      <a:pt x="307" y="47"/>
                      <a:pt x="306" y="47"/>
                    </a:cubicBezTo>
                    <a:cubicBezTo>
                      <a:pt x="306" y="47"/>
                      <a:pt x="306" y="47"/>
                      <a:pt x="306" y="47"/>
                    </a:cubicBezTo>
                    <a:cubicBezTo>
                      <a:pt x="306" y="46"/>
                      <a:pt x="306" y="45"/>
                      <a:pt x="306" y="45"/>
                    </a:cubicBezTo>
                    <a:cubicBezTo>
                      <a:pt x="306" y="45"/>
                      <a:pt x="306" y="45"/>
                      <a:pt x="306" y="45"/>
                    </a:cubicBezTo>
                    <a:cubicBezTo>
                      <a:pt x="307" y="45"/>
                      <a:pt x="307" y="44"/>
                      <a:pt x="307" y="44"/>
                    </a:cubicBezTo>
                    <a:cubicBezTo>
                      <a:pt x="307" y="44"/>
                      <a:pt x="307" y="44"/>
                      <a:pt x="307" y="44"/>
                    </a:cubicBezTo>
                    <a:cubicBezTo>
                      <a:pt x="308" y="44"/>
                      <a:pt x="308" y="45"/>
                      <a:pt x="308" y="45"/>
                    </a:cubicBezTo>
                    <a:close/>
                    <a:moveTo>
                      <a:pt x="297" y="52"/>
                    </a:moveTo>
                    <a:cubicBezTo>
                      <a:pt x="297" y="53"/>
                      <a:pt x="297" y="54"/>
                      <a:pt x="297" y="54"/>
                    </a:cubicBezTo>
                    <a:cubicBezTo>
                      <a:pt x="297" y="54"/>
                      <a:pt x="297" y="54"/>
                      <a:pt x="297" y="54"/>
                    </a:cubicBezTo>
                    <a:cubicBezTo>
                      <a:pt x="296" y="55"/>
                      <a:pt x="295" y="54"/>
                      <a:pt x="295" y="54"/>
                    </a:cubicBezTo>
                    <a:cubicBezTo>
                      <a:pt x="295" y="54"/>
                      <a:pt x="295" y="54"/>
                      <a:pt x="295" y="54"/>
                    </a:cubicBezTo>
                    <a:cubicBezTo>
                      <a:pt x="294" y="53"/>
                      <a:pt x="295" y="52"/>
                      <a:pt x="295" y="52"/>
                    </a:cubicBezTo>
                    <a:cubicBezTo>
                      <a:pt x="295" y="52"/>
                      <a:pt x="295" y="52"/>
                      <a:pt x="295" y="52"/>
                    </a:cubicBezTo>
                    <a:cubicBezTo>
                      <a:pt x="295" y="52"/>
                      <a:pt x="296" y="52"/>
                      <a:pt x="296" y="52"/>
                    </a:cubicBezTo>
                    <a:cubicBezTo>
                      <a:pt x="296" y="52"/>
                      <a:pt x="296" y="52"/>
                      <a:pt x="296" y="52"/>
                    </a:cubicBezTo>
                    <a:cubicBezTo>
                      <a:pt x="296" y="52"/>
                      <a:pt x="297" y="52"/>
                      <a:pt x="297" y="52"/>
                    </a:cubicBezTo>
                    <a:close/>
                    <a:moveTo>
                      <a:pt x="286" y="60"/>
                    </a:moveTo>
                    <a:cubicBezTo>
                      <a:pt x="286" y="60"/>
                      <a:pt x="286" y="61"/>
                      <a:pt x="285" y="62"/>
                    </a:cubicBezTo>
                    <a:cubicBezTo>
                      <a:pt x="285" y="62"/>
                      <a:pt x="285" y="62"/>
                      <a:pt x="285" y="62"/>
                    </a:cubicBezTo>
                    <a:cubicBezTo>
                      <a:pt x="285" y="62"/>
                      <a:pt x="284" y="62"/>
                      <a:pt x="284" y="61"/>
                    </a:cubicBezTo>
                    <a:cubicBezTo>
                      <a:pt x="284" y="61"/>
                      <a:pt x="284" y="61"/>
                      <a:pt x="284" y="61"/>
                    </a:cubicBezTo>
                    <a:cubicBezTo>
                      <a:pt x="283" y="61"/>
                      <a:pt x="283" y="60"/>
                      <a:pt x="284" y="59"/>
                    </a:cubicBezTo>
                    <a:cubicBezTo>
                      <a:pt x="284" y="59"/>
                      <a:pt x="284" y="59"/>
                      <a:pt x="284" y="59"/>
                    </a:cubicBezTo>
                    <a:cubicBezTo>
                      <a:pt x="284" y="59"/>
                      <a:pt x="284" y="59"/>
                      <a:pt x="285" y="59"/>
                    </a:cubicBezTo>
                    <a:cubicBezTo>
                      <a:pt x="285" y="59"/>
                      <a:pt x="285" y="59"/>
                      <a:pt x="285" y="59"/>
                    </a:cubicBezTo>
                    <a:cubicBezTo>
                      <a:pt x="285" y="59"/>
                      <a:pt x="285" y="59"/>
                      <a:pt x="286" y="60"/>
                    </a:cubicBezTo>
                    <a:close/>
                    <a:moveTo>
                      <a:pt x="274" y="67"/>
                    </a:moveTo>
                    <a:cubicBezTo>
                      <a:pt x="275" y="68"/>
                      <a:pt x="275" y="69"/>
                      <a:pt x="274" y="69"/>
                    </a:cubicBezTo>
                    <a:cubicBezTo>
                      <a:pt x="274" y="69"/>
                      <a:pt x="274" y="69"/>
                      <a:pt x="274" y="69"/>
                    </a:cubicBezTo>
                    <a:cubicBezTo>
                      <a:pt x="273" y="69"/>
                      <a:pt x="273" y="69"/>
                      <a:pt x="272" y="69"/>
                    </a:cubicBezTo>
                    <a:cubicBezTo>
                      <a:pt x="272" y="69"/>
                      <a:pt x="272" y="69"/>
                      <a:pt x="272" y="69"/>
                    </a:cubicBezTo>
                    <a:cubicBezTo>
                      <a:pt x="272" y="68"/>
                      <a:pt x="272" y="67"/>
                      <a:pt x="273" y="67"/>
                    </a:cubicBezTo>
                    <a:cubicBezTo>
                      <a:pt x="273" y="67"/>
                      <a:pt x="273" y="67"/>
                      <a:pt x="273" y="67"/>
                    </a:cubicBezTo>
                    <a:cubicBezTo>
                      <a:pt x="273" y="67"/>
                      <a:pt x="273" y="67"/>
                      <a:pt x="273" y="67"/>
                    </a:cubicBezTo>
                    <a:cubicBezTo>
                      <a:pt x="273" y="67"/>
                      <a:pt x="273" y="67"/>
                      <a:pt x="273" y="67"/>
                    </a:cubicBezTo>
                    <a:cubicBezTo>
                      <a:pt x="274" y="67"/>
                      <a:pt x="274" y="67"/>
                      <a:pt x="274" y="67"/>
                    </a:cubicBezTo>
                    <a:close/>
                    <a:moveTo>
                      <a:pt x="263" y="75"/>
                    </a:moveTo>
                    <a:cubicBezTo>
                      <a:pt x="264" y="75"/>
                      <a:pt x="263" y="76"/>
                      <a:pt x="263" y="76"/>
                    </a:cubicBezTo>
                    <a:cubicBezTo>
                      <a:pt x="263" y="76"/>
                      <a:pt x="263" y="76"/>
                      <a:pt x="263" y="76"/>
                    </a:cubicBezTo>
                    <a:cubicBezTo>
                      <a:pt x="262" y="77"/>
                      <a:pt x="261" y="77"/>
                      <a:pt x="261" y="76"/>
                    </a:cubicBezTo>
                    <a:cubicBezTo>
                      <a:pt x="261" y="76"/>
                      <a:pt x="261" y="76"/>
                      <a:pt x="261" y="76"/>
                    </a:cubicBezTo>
                    <a:cubicBezTo>
                      <a:pt x="260" y="75"/>
                      <a:pt x="261" y="75"/>
                      <a:pt x="261" y="74"/>
                    </a:cubicBezTo>
                    <a:cubicBezTo>
                      <a:pt x="261" y="74"/>
                      <a:pt x="261" y="74"/>
                      <a:pt x="261" y="74"/>
                    </a:cubicBezTo>
                    <a:cubicBezTo>
                      <a:pt x="262" y="74"/>
                      <a:pt x="262" y="74"/>
                      <a:pt x="262" y="74"/>
                    </a:cubicBezTo>
                    <a:cubicBezTo>
                      <a:pt x="262" y="74"/>
                      <a:pt x="262" y="74"/>
                      <a:pt x="262" y="74"/>
                    </a:cubicBezTo>
                    <a:cubicBezTo>
                      <a:pt x="262" y="74"/>
                      <a:pt x="263" y="74"/>
                      <a:pt x="263" y="75"/>
                    </a:cubicBezTo>
                    <a:close/>
                    <a:moveTo>
                      <a:pt x="252" y="82"/>
                    </a:moveTo>
                    <a:cubicBezTo>
                      <a:pt x="252" y="83"/>
                      <a:pt x="252" y="83"/>
                      <a:pt x="251" y="84"/>
                    </a:cubicBezTo>
                    <a:cubicBezTo>
                      <a:pt x="251" y="84"/>
                      <a:pt x="251" y="84"/>
                      <a:pt x="251" y="84"/>
                    </a:cubicBezTo>
                    <a:cubicBezTo>
                      <a:pt x="251" y="84"/>
                      <a:pt x="250" y="84"/>
                      <a:pt x="250" y="83"/>
                    </a:cubicBezTo>
                    <a:cubicBezTo>
                      <a:pt x="250" y="83"/>
                      <a:pt x="250" y="83"/>
                      <a:pt x="250" y="83"/>
                    </a:cubicBezTo>
                    <a:cubicBezTo>
                      <a:pt x="249" y="83"/>
                      <a:pt x="249" y="82"/>
                      <a:pt x="250" y="81"/>
                    </a:cubicBezTo>
                    <a:cubicBezTo>
                      <a:pt x="250" y="81"/>
                      <a:pt x="250" y="81"/>
                      <a:pt x="250" y="81"/>
                    </a:cubicBezTo>
                    <a:cubicBezTo>
                      <a:pt x="250" y="81"/>
                      <a:pt x="250" y="81"/>
                      <a:pt x="251" y="81"/>
                    </a:cubicBezTo>
                    <a:cubicBezTo>
                      <a:pt x="251" y="81"/>
                      <a:pt x="251" y="81"/>
                      <a:pt x="251" y="81"/>
                    </a:cubicBezTo>
                    <a:cubicBezTo>
                      <a:pt x="251" y="81"/>
                      <a:pt x="252" y="81"/>
                      <a:pt x="252" y="82"/>
                    </a:cubicBezTo>
                    <a:close/>
                    <a:moveTo>
                      <a:pt x="240" y="89"/>
                    </a:moveTo>
                    <a:cubicBezTo>
                      <a:pt x="241" y="90"/>
                      <a:pt x="241" y="91"/>
                      <a:pt x="240" y="91"/>
                    </a:cubicBezTo>
                    <a:cubicBezTo>
                      <a:pt x="240" y="91"/>
                      <a:pt x="240" y="91"/>
                      <a:pt x="240" y="91"/>
                    </a:cubicBezTo>
                    <a:cubicBezTo>
                      <a:pt x="240" y="92"/>
                      <a:pt x="239" y="91"/>
                      <a:pt x="238" y="91"/>
                    </a:cubicBezTo>
                    <a:cubicBezTo>
                      <a:pt x="238" y="91"/>
                      <a:pt x="238" y="91"/>
                      <a:pt x="238" y="91"/>
                    </a:cubicBezTo>
                    <a:cubicBezTo>
                      <a:pt x="238" y="90"/>
                      <a:pt x="238" y="89"/>
                      <a:pt x="239" y="89"/>
                    </a:cubicBezTo>
                    <a:cubicBezTo>
                      <a:pt x="239" y="89"/>
                      <a:pt x="239" y="89"/>
                      <a:pt x="239" y="89"/>
                    </a:cubicBezTo>
                    <a:cubicBezTo>
                      <a:pt x="239" y="89"/>
                      <a:pt x="239" y="89"/>
                      <a:pt x="239" y="89"/>
                    </a:cubicBezTo>
                    <a:cubicBezTo>
                      <a:pt x="239" y="89"/>
                      <a:pt x="239" y="89"/>
                      <a:pt x="239" y="89"/>
                    </a:cubicBezTo>
                    <a:cubicBezTo>
                      <a:pt x="240" y="89"/>
                      <a:pt x="240" y="89"/>
                      <a:pt x="240" y="89"/>
                    </a:cubicBezTo>
                    <a:close/>
                    <a:moveTo>
                      <a:pt x="229" y="97"/>
                    </a:moveTo>
                    <a:cubicBezTo>
                      <a:pt x="230" y="97"/>
                      <a:pt x="229" y="98"/>
                      <a:pt x="229" y="98"/>
                    </a:cubicBezTo>
                    <a:cubicBezTo>
                      <a:pt x="229" y="98"/>
                      <a:pt x="229" y="98"/>
                      <a:pt x="229" y="98"/>
                    </a:cubicBezTo>
                    <a:cubicBezTo>
                      <a:pt x="228" y="99"/>
                      <a:pt x="227" y="99"/>
                      <a:pt x="227" y="98"/>
                    </a:cubicBezTo>
                    <a:cubicBezTo>
                      <a:pt x="227" y="98"/>
                      <a:pt x="227" y="98"/>
                      <a:pt x="227" y="98"/>
                    </a:cubicBezTo>
                    <a:cubicBezTo>
                      <a:pt x="227" y="97"/>
                      <a:pt x="227" y="97"/>
                      <a:pt x="227" y="96"/>
                    </a:cubicBezTo>
                    <a:cubicBezTo>
                      <a:pt x="227" y="96"/>
                      <a:pt x="227" y="96"/>
                      <a:pt x="227" y="96"/>
                    </a:cubicBezTo>
                    <a:cubicBezTo>
                      <a:pt x="228" y="96"/>
                      <a:pt x="228" y="96"/>
                      <a:pt x="228" y="96"/>
                    </a:cubicBezTo>
                    <a:cubicBezTo>
                      <a:pt x="228" y="96"/>
                      <a:pt x="228" y="96"/>
                      <a:pt x="228" y="96"/>
                    </a:cubicBezTo>
                    <a:cubicBezTo>
                      <a:pt x="229" y="96"/>
                      <a:pt x="229" y="96"/>
                      <a:pt x="229" y="97"/>
                    </a:cubicBezTo>
                    <a:close/>
                    <a:moveTo>
                      <a:pt x="218" y="104"/>
                    </a:moveTo>
                    <a:cubicBezTo>
                      <a:pt x="218" y="105"/>
                      <a:pt x="218" y="105"/>
                      <a:pt x="217" y="106"/>
                    </a:cubicBezTo>
                    <a:cubicBezTo>
                      <a:pt x="217" y="106"/>
                      <a:pt x="217" y="106"/>
                      <a:pt x="217" y="106"/>
                    </a:cubicBezTo>
                    <a:cubicBezTo>
                      <a:pt x="217" y="106"/>
                      <a:pt x="216" y="106"/>
                      <a:pt x="216" y="105"/>
                    </a:cubicBezTo>
                    <a:cubicBezTo>
                      <a:pt x="216" y="105"/>
                      <a:pt x="216" y="105"/>
                      <a:pt x="216" y="105"/>
                    </a:cubicBezTo>
                    <a:cubicBezTo>
                      <a:pt x="215" y="105"/>
                      <a:pt x="215" y="104"/>
                      <a:pt x="216" y="104"/>
                    </a:cubicBezTo>
                    <a:cubicBezTo>
                      <a:pt x="216" y="104"/>
                      <a:pt x="216" y="104"/>
                      <a:pt x="216" y="104"/>
                    </a:cubicBezTo>
                    <a:cubicBezTo>
                      <a:pt x="216" y="103"/>
                      <a:pt x="217" y="103"/>
                      <a:pt x="217" y="103"/>
                    </a:cubicBezTo>
                    <a:cubicBezTo>
                      <a:pt x="217" y="103"/>
                      <a:pt x="217" y="103"/>
                      <a:pt x="217" y="103"/>
                    </a:cubicBezTo>
                    <a:cubicBezTo>
                      <a:pt x="217" y="103"/>
                      <a:pt x="218" y="104"/>
                      <a:pt x="218" y="104"/>
                    </a:cubicBezTo>
                    <a:close/>
                    <a:moveTo>
                      <a:pt x="207" y="111"/>
                    </a:moveTo>
                    <a:cubicBezTo>
                      <a:pt x="207" y="112"/>
                      <a:pt x="207" y="113"/>
                      <a:pt x="206" y="113"/>
                    </a:cubicBezTo>
                    <a:cubicBezTo>
                      <a:pt x="206" y="113"/>
                      <a:pt x="206" y="113"/>
                      <a:pt x="206" y="113"/>
                    </a:cubicBezTo>
                    <a:cubicBezTo>
                      <a:pt x="206" y="114"/>
                      <a:pt x="205" y="113"/>
                      <a:pt x="204" y="113"/>
                    </a:cubicBezTo>
                    <a:cubicBezTo>
                      <a:pt x="204" y="113"/>
                      <a:pt x="204" y="113"/>
                      <a:pt x="204" y="113"/>
                    </a:cubicBezTo>
                    <a:cubicBezTo>
                      <a:pt x="204" y="112"/>
                      <a:pt x="204" y="111"/>
                      <a:pt x="205" y="111"/>
                    </a:cubicBezTo>
                    <a:cubicBezTo>
                      <a:pt x="205" y="111"/>
                      <a:pt x="205" y="111"/>
                      <a:pt x="205" y="111"/>
                    </a:cubicBezTo>
                    <a:cubicBezTo>
                      <a:pt x="205" y="111"/>
                      <a:pt x="205" y="111"/>
                      <a:pt x="205" y="111"/>
                    </a:cubicBezTo>
                    <a:cubicBezTo>
                      <a:pt x="205" y="111"/>
                      <a:pt x="205" y="111"/>
                      <a:pt x="205" y="111"/>
                    </a:cubicBezTo>
                    <a:cubicBezTo>
                      <a:pt x="206" y="111"/>
                      <a:pt x="206" y="111"/>
                      <a:pt x="207" y="111"/>
                    </a:cubicBezTo>
                    <a:close/>
                    <a:moveTo>
                      <a:pt x="195" y="119"/>
                    </a:moveTo>
                    <a:cubicBezTo>
                      <a:pt x="196" y="119"/>
                      <a:pt x="195" y="120"/>
                      <a:pt x="195" y="121"/>
                    </a:cubicBezTo>
                    <a:cubicBezTo>
                      <a:pt x="195" y="121"/>
                      <a:pt x="195" y="121"/>
                      <a:pt x="195" y="121"/>
                    </a:cubicBezTo>
                    <a:cubicBezTo>
                      <a:pt x="194" y="121"/>
                      <a:pt x="193" y="121"/>
                      <a:pt x="193" y="120"/>
                    </a:cubicBezTo>
                    <a:cubicBezTo>
                      <a:pt x="193" y="120"/>
                      <a:pt x="193" y="120"/>
                      <a:pt x="193" y="120"/>
                    </a:cubicBezTo>
                    <a:cubicBezTo>
                      <a:pt x="193" y="120"/>
                      <a:pt x="193" y="119"/>
                      <a:pt x="193" y="118"/>
                    </a:cubicBezTo>
                    <a:cubicBezTo>
                      <a:pt x="193" y="118"/>
                      <a:pt x="193" y="118"/>
                      <a:pt x="193" y="118"/>
                    </a:cubicBezTo>
                    <a:cubicBezTo>
                      <a:pt x="194" y="118"/>
                      <a:pt x="194" y="118"/>
                      <a:pt x="194" y="118"/>
                    </a:cubicBezTo>
                    <a:cubicBezTo>
                      <a:pt x="194" y="118"/>
                      <a:pt x="194" y="118"/>
                      <a:pt x="194" y="118"/>
                    </a:cubicBezTo>
                    <a:cubicBezTo>
                      <a:pt x="195" y="118"/>
                      <a:pt x="195" y="118"/>
                      <a:pt x="195" y="119"/>
                    </a:cubicBezTo>
                    <a:close/>
                    <a:moveTo>
                      <a:pt x="184" y="126"/>
                    </a:moveTo>
                    <a:cubicBezTo>
                      <a:pt x="184" y="127"/>
                      <a:pt x="184" y="128"/>
                      <a:pt x="184" y="128"/>
                    </a:cubicBezTo>
                    <a:cubicBezTo>
                      <a:pt x="184" y="128"/>
                      <a:pt x="184" y="128"/>
                      <a:pt x="184" y="128"/>
                    </a:cubicBezTo>
                    <a:cubicBezTo>
                      <a:pt x="183" y="128"/>
                      <a:pt x="182" y="128"/>
                      <a:pt x="182" y="128"/>
                    </a:cubicBezTo>
                    <a:cubicBezTo>
                      <a:pt x="182" y="128"/>
                      <a:pt x="182" y="128"/>
                      <a:pt x="182" y="128"/>
                    </a:cubicBezTo>
                    <a:cubicBezTo>
                      <a:pt x="181" y="127"/>
                      <a:pt x="181" y="126"/>
                      <a:pt x="182" y="126"/>
                    </a:cubicBezTo>
                    <a:cubicBezTo>
                      <a:pt x="182" y="126"/>
                      <a:pt x="182" y="126"/>
                      <a:pt x="182" y="126"/>
                    </a:cubicBezTo>
                    <a:cubicBezTo>
                      <a:pt x="182" y="126"/>
                      <a:pt x="183" y="125"/>
                      <a:pt x="183" y="125"/>
                    </a:cubicBezTo>
                    <a:cubicBezTo>
                      <a:pt x="183" y="125"/>
                      <a:pt x="183" y="125"/>
                      <a:pt x="183" y="125"/>
                    </a:cubicBezTo>
                    <a:cubicBezTo>
                      <a:pt x="183" y="125"/>
                      <a:pt x="184" y="126"/>
                      <a:pt x="184" y="126"/>
                    </a:cubicBezTo>
                    <a:close/>
                    <a:moveTo>
                      <a:pt x="173" y="133"/>
                    </a:moveTo>
                    <a:cubicBezTo>
                      <a:pt x="173" y="134"/>
                      <a:pt x="173" y="135"/>
                      <a:pt x="172" y="135"/>
                    </a:cubicBezTo>
                    <a:cubicBezTo>
                      <a:pt x="172" y="135"/>
                      <a:pt x="172" y="135"/>
                      <a:pt x="172" y="135"/>
                    </a:cubicBezTo>
                    <a:cubicBezTo>
                      <a:pt x="172" y="136"/>
                      <a:pt x="171" y="136"/>
                      <a:pt x="170" y="135"/>
                    </a:cubicBezTo>
                    <a:cubicBezTo>
                      <a:pt x="170" y="135"/>
                      <a:pt x="170" y="135"/>
                      <a:pt x="170" y="135"/>
                    </a:cubicBezTo>
                    <a:cubicBezTo>
                      <a:pt x="170" y="134"/>
                      <a:pt x="170" y="133"/>
                      <a:pt x="171" y="133"/>
                    </a:cubicBezTo>
                    <a:cubicBezTo>
                      <a:pt x="171" y="133"/>
                      <a:pt x="171" y="133"/>
                      <a:pt x="171" y="133"/>
                    </a:cubicBezTo>
                    <a:cubicBezTo>
                      <a:pt x="171" y="133"/>
                      <a:pt x="171" y="133"/>
                      <a:pt x="172" y="133"/>
                    </a:cubicBezTo>
                    <a:cubicBezTo>
                      <a:pt x="172" y="133"/>
                      <a:pt x="172" y="133"/>
                      <a:pt x="172" y="133"/>
                    </a:cubicBezTo>
                    <a:cubicBezTo>
                      <a:pt x="172" y="133"/>
                      <a:pt x="172" y="133"/>
                      <a:pt x="173" y="133"/>
                    </a:cubicBezTo>
                    <a:close/>
                    <a:moveTo>
                      <a:pt x="161" y="141"/>
                    </a:moveTo>
                    <a:cubicBezTo>
                      <a:pt x="162" y="141"/>
                      <a:pt x="162" y="142"/>
                      <a:pt x="161" y="143"/>
                    </a:cubicBezTo>
                    <a:cubicBezTo>
                      <a:pt x="161" y="143"/>
                      <a:pt x="161" y="143"/>
                      <a:pt x="161" y="143"/>
                    </a:cubicBezTo>
                    <a:cubicBezTo>
                      <a:pt x="160" y="143"/>
                      <a:pt x="160" y="143"/>
                      <a:pt x="159" y="142"/>
                    </a:cubicBezTo>
                    <a:cubicBezTo>
                      <a:pt x="159" y="142"/>
                      <a:pt x="159" y="142"/>
                      <a:pt x="159" y="142"/>
                    </a:cubicBezTo>
                    <a:cubicBezTo>
                      <a:pt x="159" y="142"/>
                      <a:pt x="159" y="141"/>
                      <a:pt x="159" y="140"/>
                    </a:cubicBezTo>
                    <a:cubicBezTo>
                      <a:pt x="159" y="140"/>
                      <a:pt x="159" y="140"/>
                      <a:pt x="159" y="140"/>
                    </a:cubicBezTo>
                    <a:cubicBezTo>
                      <a:pt x="160" y="140"/>
                      <a:pt x="160" y="140"/>
                      <a:pt x="160" y="140"/>
                    </a:cubicBezTo>
                    <a:cubicBezTo>
                      <a:pt x="160" y="140"/>
                      <a:pt x="160" y="140"/>
                      <a:pt x="160" y="140"/>
                    </a:cubicBezTo>
                    <a:cubicBezTo>
                      <a:pt x="161" y="140"/>
                      <a:pt x="161" y="140"/>
                      <a:pt x="161" y="141"/>
                    </a:cubicBezTo>
                    <a:close/>
                    <a:moveTo>
                      <a:pt x="150" y="148"/>
                    </a:moveTo>
                    <a:cubicBezTo>
                      <a:pt x="150" y="149"/>
                      <a:pt x="150" y="150"/>
                      <a:pt x="150" y="150"/>
                    </a:cubicBezTo>
                    <a:cubicBezTo>
                      <a:pt x="150" y="150"/>
                      <a:pt x="150" y="150"/>
                      <a:pt x="150" y="150"/>
                    </a:cubicBezTo>
                    <a:cubicBezTo>
                      <a:pt x="149" y="150"/>
                      <a:pt x="148" y="150"/>
                      <a:pt x="148" y="150"/>
                    </a:cubicBezTo>
                    <a:cubicBezTo>
                      <a:pt x="148" y="150"/>
                      <a:pt x="148" y="150"/>
                      <a:pt x="148" y="150"/>
                    </a:cubicBezTo>
                    <a:cubicBezTo>
                      <a:pt x="147" y="149"/>
                      <a:pt x="148" y="148"/>
                      <a:pt x="148" y="148"/>
                    </a:cubicBezTo>
                    <a:cubicBezTo>
                      <a:pt x="148" y="148"/>
                      <a:pt x="148" y="148"/>
                      <a:pt x="148" y="148"/>
                    </a:cubicBezTo>
                    <a:cubicBezTo>
                      <a:pt x="148" y="148"/>
                      <a:pt x="149" y="148"/>
                      <a:pt x="149" y="148"/>
                    </a:cubicBezTo>
                    <a:cubicBezTo>
                      <a:pt x="149" y="148"/>
                      <a:pt x="149" y="148"/>
                      <a:pt x="149" y="148"/>
                    </a:cubicBezTo>
                    <a:cubicBezTo>
                      <a:pt x="149" y="148"/>
                      <a:pt x="150" y="148"/>
                      <a:pt x="150" y="148"/>
                    </a:cubicBezTo>
                    <a:close/>
                    <a:moveTo>
                      <a:pt x="139" y="156"/>
                    </a:moveTo>
                    <a:cubicBezTo>
                      <a:pt x="139" y="156"/>
                      <a:pt x="139" y="157"/>
                      <a:pt x="138" y="157"/>
                    </a:cubicBezTo>
                    <a:cubicBezTo>
                      <a:pt x="138" y="157"/>
                      <a:pt x="138" y="157"/>
                      <a:pt x="138" y="157"/>
                    </a:cubicBezTo>
                    <a:cubicBezTo>
                      <a:pt x="138" y="158"/>
                      <a:pt x="137" y="158"/>
                      <a:pt x="136" y="157"/>
                    </a:cubicBezTo>
                    <a:cubicBezTo>
                      <a:pt x="136" y="157"/>
                      <a:pt x="136" y="157"/>
                      <a:pt x="136" y="157"/>
                    </a:cubicBezTo>
                    <a:cubicBezTo>
                      <a:pt x="136" y="156"/>
                      <a:pt x="136" y="156"/>
                      <a:pt x="137" y="155"/>
                    </a:cubicBezTo>
                    <a:cubicBezTo>
                      <a:pt x="137" y="155"/>
                      <a:pt x="137" y="155"/>
                      <a:pt x="137" y="155"/>
                    </a:cubicBezTo>
                    <a:cubicBezTo>
                      <a:pt x="137" y="155"/>
                      <a:pt x="137" y="155"/>
                      <a:pt x="138" y="155"/>
                    </a:cubicBezTo>
                    <a:cubicBezTo>
                      <a:pt x="138" y="155"/>
                      <a:pt x="138" y="155"/>
                      <a:pt x="138" y="155"/>
                    </a:cubicBezTo>
                    <a:cubicBezTo>
                      <a:pt x="138" y="155"/>
                      <a:pt x="138" y="155"/>
                      <a:pt x="139" y="156"/>
                    </a:cubicBezTo>
                    <a:close/>
                    <a:moveTo>
                      <a:pt x="127" y="163"/>
                    </a:moveTo>
                    <a:cubicBezTo>
                      <a:pt x="128" y="164"/>
                      <a:pt x="128" y="164"/>
                      <a:pt x="127" y="165"/>
                    </a:cubicBezTo>
                    <a:cubicBezTo>
                      <a:pt x="127" y="165"/>
                      <a:pt x="127" y="165"/>
                      <a:pt x="127" y="165"/>
                    </a:cubicBezTo>
                    <a:cubicBezTo>
                      <a:pt x="126" y="165"/>
                      <a:pt x="126" y="165"/>
                      <a:pt x="125" y="164"/>
                    </a:cubicBezTo>
                    <a:cubicBezTo>
                      <a:pt x="125" y="164"/>
                      <a:pt x="125" y="164"/>
                      <a:pt x="125" y="164"/>
                    </a:cubicBezTo>
                    <a:cubicBezTo>
                      <a:pt x="125" y="164"/>
                      <a:pt x="125" y="163"/>
                      <a:pt x="126" y="163"/>
                    </a:cubicBezTo>
                    <a:cubicBezTo>
                      <a:pt x="126" y="163"/>
                      <a:pt x="126" y="163"/>
                      <a:pt x="126" y="163"/>
                    </a:cubicBezTo>
                    <a:cubicBezTo>
                      <a:pt x="126" y="162"/>
                      <a:pt x="126" y="162"/>
                      <a:pt x="126" y="162"/>
                    </a:cubicBezTo>
                    <a:cubicBezTo>
                      <a:pt x="126" y="162"/>
                      <a:pt x="126" y="162"/>
                      <a:pt x="126" y="162"/>
                    </a:cubicBezTo>
                    <a:cubicBezTo>
                      <a:pt x="127" y="162"/>
                      <a:pt x="127" y="163"/>
                      <a:pt x="127" y="163"/>
                    </a:cubicBezTo>
                    <a:close/>
                    <a:moveTo>
                      <a:pt x="116" y="170"/>
                    </a:moveTo>
                    <a:cubicBezTo>
                      <a:pt x="117" y="171"/>
                      <a:pt x="116" y="172"/>
                      <a:pt x="116" y="172"/>
                    </a:cubicBezTo>
                    <a:cubicBezTo>
                      <a:pt x="116" y="172"/>
                      <a:pt x="116" y="172"/>
                      <a:pt x="116" y="172"/>
                    </a:cubicBezTo>
                    <a:cubicBezTo>
                      <a:pt x="115" y="173"/>
                      <a:pt x="114" y="172"/>
                      <a:pt x="114" y="172"/>
                    </a:cubicBezTo>
                    <a:cubicBezTo>
                      <a:pt x="114" y="172"/>
                      <a:pt x="114" y="172"/>
                      <a:pt x="114" y="172"/>
                    </a:cubicBezTo>
                    <a:cubicBezTo>
                      <a:pt x="113" y="171"/>
                      <a:pt x="114" y="170"/>
                      <a:pt x="114" y="170"/>
                    </a:cubicBezTo>
                    <a:cubicBezTo>
                      <a:pt x="114" y="170"/>
                      <a:pt x="114" y="170"/>
                      <a:pt x="114" y="170"/>
                    </a:cubicBezTo>
                    <a:cubicBezTo>
                      <a:pt x="114" y="170"/>
                      <a:pt x="115" y="170"/>
                      <a:pt x="115" y="170"/>
                    </a:cubicBezTo>
                    <a:cubicBezTo>
                      <a:pt x="115" y="170"/>
                      <a:pt x="115" y="170"/>
                      <a:pt x="115" y="170"/>
                    </a:cubicBezTo>
                    <a:cubicBezTo>
                      <a:pt x="115" y="170"/>
                      <a:pt x="116" y="170"/>
                      <a:pt x="116" y="170"/>
                    </a:cubicBezTo>
                    <a:close/>
                    <a:moveTo>
                      <a:pt x="105" y="178"/>
                    </a:moveTo>
                    <a:cubicBezTo>
                      <a:pt x="105" y="178"/>
                      <a:pt x="105" y="179"/>
                      <a:pt x="104" y="179"/>
                    </a:cubicBezTo>
                    <a:cubicBezTo>
                      <a:pt x="104" y="179"/>
                      <a:pt x="104" y="179"/>
                      <a:pt x="104" y="179"/>
                    </a:cubicBezTo>
                    <a:cubicBezTo>
                      <a:pt x="104" y="180"/>
                      <a:pt x="103" y="180"/>
                      <a:pt x="103" y="179"/>
                    </a:cubicBezTo>
                    <a:cubicBezTo>
                      <a:pt x="103" y="179"/>
                      <a:pt x="103" y="179"/>
                      <a:pt x="103" y="179"/>
                    </a:cubicBezTo>
                    <a:cubicBezTo>
                      <a:pt x="102" y="178"/>
                      <a:pt x="102" y="178"/>
                      <a:pt x="103" y="177"/>
                    </a:cubicBezTo>
                    <a:cubicBezTo>
                      <a:pt x="103" y="177"/>
                      <a:pt x="103" y="177"/>
                      <a:pt x="103" y="177"/>
                    </a:cubicBezTo>
                    <a:cubicBezTo>
                      <a:pt x="103" y="177"/>
                      <a:pt x="103" y="177"/>
                      <a:pt x="104" y="177"/>
                    </a:cubicBezTo>
                    <a:cubicBezTo>
                      <a:pt x="104" y="177"/>
                      <a:pt x="104" y="177"/>
                      <a:pt x="104" y="177"/>
                    </a:cubicBezTo>
                    <a:cubicBezTo>
                      <a:pt x="104" y="177"/>
                      <a:pt x="105" y="177"/>
                      <a:pt x="105" y="178"/>
                    </a:cubicBezTo>
                    <a:close/>
                    <a:moveTo>
                      <a:pt x="93" y="185"/>
                    </a:moveTo>
                    <a:cubicBezTo>
                      <a:pt x="94" y="186"/>
                      <a:pt x="94" y="186"/>
                      <a:pt x="93" y="187"/>
                    </a:cubicBezTo>
                    <a:cubicBezTo>
                      <a:pt x="93" y="187"/>
                      <a:pt x="93" y="187"/>
                      <a:pt x="93" y="187"/>
                    </a:cubicBezTo>
                    <a:cubicBezTo>
                      <a:pt x="92" y="187"/>
                      <a:pt x="92" y="187"/>
                      <a:pt x="91" y="186"/>
                    </a:cubicBezTo>
                    <a:cubicBezTo>
                      <a:pt x="91" y="186"/>
                      <a:pt x="91" y="186"/>
                      <a:pt x="91" y="186"/>
                    </a:cubicBezTo>
                    <a:cubicBezTo>
                      <a:pt x="91" y="186"/>
                      <a:pt x="91" y="185"/>
                      <a:pt x="92" y="185"/>
                    </a:cubicBezTo>
                    <a:cubicBezTo>
                      <a:pt x="92" y="185"/>
                      <a:pt x="92" y="185"/>
                      <a:pt x="92" y="185"/>
                    </a:cubicBezTo>
                    <a:cubicBezTo>
                      <a:pt x="92" y="184"/>
                      <a:pt x="92" y="184"/>
                      <a:pt x="92" y="184"/>
                    </a:cubicBezTo>
                    <a:cubicBezTo>
                      <a:pt x="92" y="184"/>
                      <a:pt x="92" y="184"/>
                      <a:pt x="92" y="184"/>
                    </a:cubicBezTo>
                    <a:cubicBezTo>
                      <a:pt x="93" y="184"/>
                      <a:pt x="93" y="185"/>
                      <a:pt x="93" y="185"/>
                    </a:cubicBezTo>
                    <a:close/>
                    <a:moveTo>
                      <a:pt x="82" y="192"/>
                    </a:moveTo>
                    <a:cubicBezTo>
                      <a:pt x="83" y="193"/>
                      <a:pt x="82" y="194"/>
                      <a:pt x="82" y="194"/>
                    </a:cubicBezTo>
                    <a:cubicBezTo>
                      <a:pt x="82" y="194"/>
                      <a:pt x="82" y="194"/>
                      <a:pt x="82" y="194"/>
                    </a:cubicBezTo>
                    <a:cubicBezTo>
                      <a:pt x="81" y="195"/>
                      <a:pt x="80" y="194"/>
                      <a:pt x="80" y="194"/>
                    </a:cubicBezTo>
                    <a:cubicBezTo>
                      <a:pt x="80" y="194"/>
                      <a:pt x="80" y="194"/>
                      <a:pt x="80" y="194"/>
                    </a:cubicBezTo>
                    <a:cubicBezTo>
                      <a:pt x="80" y="193"/>
                      <a:pt x="80" y="192"/>
                      <a:pt x="80" y="192"/>
                    </a:cubicBezTo>
                    <a:cubicBezTo>
                      <a:pt x="80" y="192"/>
                      <a:pt x="80" y="192"/>
                      <a:pt x="80" y="192"/>
                    </a:cubicBezTo>
                    <a:cubicBezTo>
                      <a:pt x="81" y="192"/>
                      <a:pt x="81" y="192"/>
                      <a:pt x="81" y="192"/>
                    </a:cubicBezTo>
                    <a:cubicBezTo>
                      <a:pt x="81" y="192"/>
                      <a:pt x="81" y="192"/>
                      <a:pt x="81" y="192"/>
                    </a:cubicBezTo>
                    <a:cubicBezTo>
                      <a:pt x="82" y="192"/>
                      <a:pt x="82" y="192"/>
                      <a:pt x="82" y="192"/>
                    </a:cubicBezTo>
                    <a:close/>
                    <a:moveTo>
                      <a:pt x="71" y="200"/>
                    </a:moveTo>
                    <a:cubicBezTo>
                      <a:pt x="71" y="200"/>
                      <a:pt x="71" y="201"/>
                      <a:pt x="70" y="202"/>
                    </a:cubicBezTo>
                    <a:cubicBezTo>
                      <a:pt x="70" y="202"/>
                      <a:pt x="70" y="202"/>
                      <a:pt x="70" y="202"/>
                    </a:cubicBezTo>
                    <a:cubicBezTo>
                      <a:pt x="70" y="202"/>
                      <a:pt x="69" y="202"/>
                      <a:pt x="69" y="201"/>
                    </a:cubicBezTo>
                    <a:cubicBezTo>
                      <a:pt x="69" y="201"/>
                      <a:pt x="69" y="201"/>
                      <a:pt x="69" y="201"/>
                    </a:cubicBezTo>
                    <a:cubicBezTo>
                      <a:pt x="68" y="201"/>
                      <a:pt x="68" y="200"/>
                      <a:pt x="69" y="199"/>
                    </a:cubicBezTo>
                    <a:cubicBezTo>
                      <a:pt x="69" y="199"/>
                      <a:pt x="69" y="199"/>
                      <a:pt x="69" y="199"/>
                    </a:cubicBezTo>
                    <a:cubicBezTo>
                      <a:pt x="69" y="199"/>
                      <a:pt x="69" y="199"/>
                      <a:pt x="70" y="199"/>
                    </a:cubicBezTo>
                    <a:cubicBezTo>
                      <a:pt x="70" y="199"/>
                      <a:pt x="70" y="199"/>
                      <a:pt x="70" y="199"/>
                    </a:cubicBezTo>
                    <a:cubicBezTo>
                      <a:pt x="70" y="199"/>
                      <a:pt x="71" y="199"/>
                      <a:pt x="71" y="200"/>
                    </a:cubicBezTo>
                    <a:close/>
                    <a:moveTo>
                      <a:pt x="60" y="207"/>
                    </a:moveTo>
                    <a:cubicBezTo>
                      <a:pt x="60" y="208"/>
                      <a:pt x="60" y="209"/>
                      <a:pt x="59" y="209"/>
                    </a:cubicBezTo>
                    <a:cubicBezTo>
                      <a:pt x="59" y="209"/>
                      <a:pt x="59" y="209"/>
                      <a:pt x="59" y="209"/>
                    </a:cubicBezTo>
                    <a:cubicBezTo>
                      <a:pt x="59" y="209"/>
                      <a:pt x="58" y="209"/>
                      <a:pt x="57" y="209"/>
                    </a:cubicBezTo>
                    <a:cubicBezTo>
                      <a:pt x="57" y="209"/>
                      <a:pt x="57" y="209"/>
                      <a:pt x="57" y="209"/>
                    </a:cubicBezTo>
                    <a:cubicBezTo>
                      <a:pt x="57" y="208"/>
                      <a:pt x="57" y="207"/>
                      <a:pt x="58" y="207"/>
                    </a:cubicBezTo>
                    <a:cubicBezTo>
                      <a:pt x="58" y="207"/>
                      <a:pt x="58" y="207"/>
                      <a:pt x="58" y="207"/>
                    </a:cubicBezTo>
                    <a:cubicBezTo>
                      <a:pt x="58" y="207"/>
                      <a:pt x="58" y="206"/>
                      <a:pt x="58" y="206"/>
                    </a:cubicBezTo>
                    <a:cubicBezTo>
                      <a:pt x="58" y="206"/>
                      <a:pt x="58" y="206"/>
                      <a:pt x="58" y="206"/>
                    </a:cubicBezTo>
                    <a:cubicBezTo>
                      <a:pt x="59" y="206"/>
                      <a:pt x="59" y="207"/>
                      <a:pt x="60" y="207"/>
                    </a:cubicBezTo>
                    <a:close/>
                    <a:moveTo>
                      <a:pt x="48" y="214"/>
                    </a:moveTo>
                    <a:cubicBezTo>
                      <a:pt x="49" y="215"/>
                      <a:pt x="48" y="216"/>
                      <a:pt x="48" y="216"/>
                    </a:cubicBezTo>
                    <a:cubicBezTo>
                      <a:pt x="48" y="216"/>
                      <a:pt x="48" y="216"/>
                      <a:pt x="48" y="216"/>
                    </a:cubicBezTo>
                    <a:cubicBezTo>
                      <a:pt x="47" y="217"/>
                      <a:pt x="46" y="217"/>
                      <a:pt x="46" y="216"/>
                    </a:cubicBezTo>
                    <a:cubicBezTo>
                      <a:pt x="46" y="216"/>
                      <a:pt x="46" y="216"/>
                      <a:pt x="46" y="216"/>
                    </a:cubicBezTo>
                    <a:cubicBezTo>
                      <a:pt x="46" y="215"/>
                      <a:pt x="46" y="214"/>
                      <a:pt x="46" y="214"/>
                    </a:cubicBezTo>
                    <a:cubicBezTo>
                      <a:pt x="46" y="214"/>
                      <a:pt x="46" y="214"/>
                      <a:pt x="46" y="214"/>
                    </a:cubicBezTo>
                    <a:cubicBezTo>
                      <a:pt x="47" y="214"/>
                      <a:pt x="47" y="214"/>
                      <a:pt x="47" y="214"/>
                    </a:cubicBezTo>
                    <a:cubicBezTo>
                      <a:pt x="47" y="214"/>
                      <a:pt x="47" y="214"/>
                      <a:pt x="47" y="214"/>
                    </a:cubicBezTo>
                    <a:cubicBezTo>
                      <a:pt x="48" y="214"/>
                      <a:pt x="48" y="214"/>
                      <a:pt x="48" y="214"/>
                    </a:cubicBezTo>
                    <a:close/>
                    <a:moveTo>
                      <a:pt x="37" y="222"/>
                    </a:moveTo>
                    <a:cubicBezTo>
                      <a:pt x="37" y="222"/>
                      <a:pt x="37" y="223"/>
                      <a:pt x="37" y="224"/>
                    </a:cubicBezTo>
                    <a:cubicBezTo>
                      <a:pt x="37" y="224"/>
                      <a:pt x="37" y="224"/>
                      <a:pt x="37" y="224"/>
                    </a:cubicBezTo>
                    <a:cubicBezTo>
                      <a:pt x="36" y="224"/>
                      <a:pt x="35" y="224"/>
                      <a:pt x="35" y="223"/>
                    </a:cubicBezTo>
                    <a:cubicBezTo>
                      <a:pt x="35" y="223"/>
                      <a:pt x="35" y="223"/>
                      <a:pt x="35" y="223"/>
                    </a:cubicBezTo>
                    <a:cubicBezTo>
                      <a:pt x="34" y="223"/>
                      <a:pt x="34" y="222"/>
                      <a:pt x="35" y="221"/>
                    </a:cubicBezTo>
                    <a:cubicBezTo>
                      <a:pt x="35" y="221"/>
                      <a:pt x="35" y="221"/>
                      <a:pt x="35" y="221"/>
                    </a:cubicBezTo>
                    <a:cubicBezTo>
                      <a:pt x="35" y="221"/>
                      <a:pt x="36" y="221"/>
                      <a:pt x="36" y="221"/>
                    </a:cubicBezTo>
                    <a:cubicBezTo>
                      <a:pt x="36" y="221"/>
                      <a:pt x="36" y="221"/>
                      <a:pt x="36" y="221"/>
                    </a:cubicBezTo>
                    <a:cubicBezTo>
                      <a:pt x="36" y="221"/>
                      <a:pt x="37" y="221"/>
                      <a:pt x="37" y="222"/>
                    </a:cubicBezTo>
                    <a:close/>
                    <a:moveTo>
                      <a:pt x="26" y="229"/>
                    </a:moveTo>
                    <a:cubicBezTo>
                      <a:pt x="26" y="230"/>
                      <a:pt x="26" y="231"/>
                      <a:pt x="25" y="231"/>
                    </a:cubicBezTo>
                    <a:cubicBezTo>
                      <a:pt x="25" y="231"/>
                      <a:pt x="25" y="231"/>
                      <a:pt x="25" y="231"/>
                    </a:cubicBezTo>
                    <a:cubicBezTo>
                      <a:pt x="25" y="231"/>
                      <a:pt x="24" y="231"/>
                      <a:pt x="23" y="231"/>
                    </a:cubicBezTo>
                    <a:cubicBezTo>
                      <a:pt x="23" y="231"/>
                      <a:pt x="23" y="231"/>
                      <a:pt x="23" y="231"/>
                    </a:cubicBezTo>
                    <a:cubicBezTo>
                      <a:pt x="23" y="230"/>
                      <a:pt x="23" y="229"/>
                      <a:pt x="24" y="229"/>
                    </a:cubicBezTo>
                    <a:cubicBezTo>
                      <a:pt x="24" y="229"/>
                      <a:pt x="24" y="229"/>
                      <a:pt x="24" y="229"/>
                    </a:cubicBezTo>
                    <a:cubicBezTo>
                      <a:pt x="24" y="229"/>
                      <a:pt x="24" y="229"/>
                      <a:pt x="25" y="229"/>
                    </a:cubicBezTo>
                    <a:cubicBezTo>
                      <a:pt x="25" y="229"/>
                      <a:pt x="25" y="229"/>
                      <a:pt x="25" y="229"/>
                    </a:cubicBezTo>
                    <a:cubicBezTo>
                      <a:pt x="25" y="229"/>
                      <a:pt x="25" y="229"/>
                      <a:pt x="26" y="229"/>
                    </a:cubicBezTo>
                    <a:close/>
                    <a:moveTo>
                      <a:pt x="14" y="237"/>
                    </a:moveTo>
                    <a:cubicBezTo>
                      <a:pt x="15" y="237"/>
                      <a:pt x="15" y="238"/>
                      <a:pt x="14" y="238"/>
                    </a:cubicBezTo>
                    <a:cubicBezTo>
                      <a:pt x="14" y="238"/>
                      <a:pt x="14" y="238"/>
                      <a:pt x="14" y="238"/>
                    </a:cubicBezTo>
                    <a:cubicBezTo>
                      <a:pt x="13" y="239"/>
                      <a:pt x="12" y="239"/>
                      <a:pt x="12" y="238"/>
                    </a:cubicBezTo>
                    <a:cubicBezTo>
                      <a:pt x="12" y="238"/>
                      <a:pt x="12" y="238"/>
                      <a:pt x="12" y="238"/>
                    </a:cubicBezTo>
                    <a:cubicBezTo>
                      <a:pt x="12" y="237"/>
                      <a:pt x="12" y="237"/>
                      <a:pt x="12" y="236"/>
                    </a:cubicBezTo>
                    <a:cubicBezTo>
                      <a:pt x="12" y="236"/>
                      <a:pt x="12" y="236"/>
                      <a:pt x="12" y="236"/>
                    </a:cubicBezTo>
                    <a:cubicBezTo>
                      <a:pt x="13" y="236"/>
                      <a:pt x="13" y="236"/>
                      <a:pt x="13" y="236"/>
                    </a:cubicBezTo>
                    <a:cubicBezTo>
                      <a:pt x="13" y="236"/>
                      <a:pt x="13" y="236"/>
                      <a:pt x="13" y="236"/>
                    </a:cubicBezTo>
                    <a:cubicBezTo>
                      <a:pt x="14" y="236"/>
                      <a:pt x="14" y="236"/>
                      <a:pt x="14" y="237"/>
                    </a:cubicBezTo>
                    <a:close/>
                    <a:moveTo>
                      <a:pt x="3" y="244"/>
                    </a:moveTo>
                    <a:cubicBezTo>
                      <a:pt x="3" y="245"/>
                      <a:pt x="3" y="245"/>
                      <a:pt x="3" y="246"/>
                    </a:cubicBezTo>
                    <a:cubicBezTo>
                      <a:pt x="3" y="246"/>
                      <a:pt x="3" y="246"/>
                      <a:pt x="3" y="246"/>
                    </a:cubicBezTo>
                    <a:cubicBezTo>
                      <a:pt x="2" y="246"/>
                      <a:pt x="1" y="246"/>
                      <a:pt x="1" y="245"/>
                    </a:cubicBezTo>
                    <a:cubicBezTo>
                      <a:pt x="1" y="245"/>
                      <a:pt x="1" y="245"/>
                      <a:pt x="1" y="245"/>
                    </a:cubicBezTo>
                    <a:cubicBezTo>
                      <a:pt x="0" y="245"/>
                      <a:pt x="1" y="244"/>
                      <a:pt x="1" y="244"/>
                    </a:cubicBezTo>
                    <a:cubicBezTo>
                      <a:pt x="1" y="244"/>
                      <a:pt x="1" y="244"/>
                      <a:pt x="1" y="244"/>
                    </a:cubicBezTo>
                    <a:cubicBezTo>
                      <a:pt x="1" y="243"/>
                      <a:pt x="2" y="243"/>
                      <a:pt x="2" y="243"/>
                    </a:cubicBezTo>
                    <a:cubicBezTo>
                      <a:pt x="2" y="243"/>
                      <a:pt x="2" y="243"/>
                      <a:pt x="2" y="243"/>
                    </a:cubicBezTo>
                    <a:cubicBezTo>
                      <a:pt x="2" y="243"/>
                      <a:pt x="3" y="244"/>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 name="Google Shape;74;p2"/>
              <p:cNvSpPr/>
              <p:nvPr/>
            </p:nvSpPr>
            <p:spPr>
              <a:xfrm>
                <a:off x="14424774" y="-448701"/>
                <a:ext cx="19581" cy="19580"/>
              </a:xfrm>
              <a:custGeom>
                <a:avLst/>
                <a:gdLst/>
                <a:ahLst/>
                <a:cxnLst/>
                <a:rect l="l" t="t" r="r" b="b"/>
                <a:pathLst>
                  <a:path w="3" h="3" extrusionOk="0">
                    <a:moveTo>
                      <a:pt x="1" y="0"/>
                    </a:moveTo>
                    <a:cubicBezTo>
                      <a:pt x="2" y="0"/>
                      <a:pt x="2" y="0"/>
                      <a:pt x="2" y="0"/>
                    </a:cubicBezTo>
                    <a:cubicBezTo>
                      <a:pt x="3" y="1"/>
                      <a:pt x="3" y="1"/>
                      <a:pt x="3" y="1"/>
                    </a:cubicBezTo>
                    <a:cubicBezTo>
                      <a:pt x="3" y="2"/>
                      <a:pt x="3" y="2"/>
                      <a:pt x="2" y="2"/>
                    </a:cubicBezTo>
                    <a:cubicBezTo>
                      <a:pt x="2" y="2"/>
                      <a:pt x="2" y="2"/>
                      <a:pt x="2" y="2"/>
                    </a:cubicBezTo>
                    <a:cubicBezTo>
                      <a:pt x="2" y="3"/>
                      <a:pt x="1" y="3"/>
                      <a:pt x="1" y="2"/>
                    </a:cubicBezTo>
                    <a:cubicBezTo>
                      <a:pt x="1" y="2"/>
                      <a:pt x="1" y="2"/>
                      <a:pt x="0" y="2"/>
                    </a:cubicBezTo>
                    <a:cubicBezTo>
                      <a:pt x="0" y="2"/>
                      <a:pt x="0" y="2"/>
                      <a:pt x="0" y="2"/>
                    </a:cubicBezTo>
                    <a:cubicBezTo>
                      <a:pt x="0" y="2"/>
                      <a:pt x="0" y="1"/>
                      <a:pt x="0" y="1"/>
                    </a:cubicBezTo>
                    <a:cubicBezTo>
                      <a:pt x="0" y="1"/>
                      <a:pt x="0" y="1"/>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 name="Google Shape;75;p2"/>
              <p:cNvSpPr/>
              <p:nvPr/>
            </p:nvSpPr>
            <p:spPr>
              <a:xfrm>
                <a:off x="11828392" y="1152983"/>
                <a:ext cx="15664" cy="11748"/>
              </a:xfrm>
              <a:custGeom>
                <a:avLst/>
                <a:gdLst/>
                <a:ahLst/>
                <a:cxnLst/>
                <a:rect l="l" t="t" r="r" b="b"/>
                <a:pathLst>
                  <a:path w="3" h="2" extrusionOk="0">
                    <a:moveTo>
                      <a:pt x="1" y="0"/>
                    </a:moveTo>
                    <a:cubicBezTo>
                      <a:pt x="2" y="0"/>
                      <a:pt x="2" y="0"/>
                      <a:pt x="2" y="0"/>
                    </a:cubicBezTo>
                    <a:cubicBezTo>
                      <a:pt x="2" y="0"/>
                      <a:pt x="3" y="1"/>
                      <a:pt x="3" y="1"/>
                    </a:cubicBezTo>
                    <a:cubicBezTo>
                      <a:pt x="3" y="1"/>
                      <a:pt x="2" y="2"/>
                      <a:pt x="2" y="2"/>
                    </a:cubicBezTo>
                    <a:cubicBezTo>
                      <a:pt x="2" y="2"/>
                      <a:pt x="2" y="2"/>
                      <a:pt x="2" y="2"/>
                    </a:cubicBezTo>
                    <a:cubicBezTo>
                      <a:pt x="1" y="2"/>
                      <a:pt x="1" y="2"/>
                      <a:pt x="0" y="2"/>
                    </a:cubicBezTo>
                    <a:cubicBezTo>
                      <a:pt x="0" y="2"/>
                      <a:pt x="0" y="1"/>
                      <a:pt x="0" y="1"/>
                    </a:cubicBezTo>
                    <a:cubicBezTo>
                      <a:pt x="0" y="1"/>
                      <a:pt x="0" y="0"/>
                      <a:pt x="0" y="0"/>
                    </a:cubicBezTo>
                    <a:cubicBezTo>
                      <a:pt x="0" y="0"/>
                      <a:pt x="1" y="0"/>
                      <a:pt x="1"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 name="Google Shape;76;p2"/>
              <p:cNvSpPr/>
              <p:nvPr/>
            </p:nvSpPr>
            <p:spPr>
              <a:xfrm>
                <a:off x="11894966" y="-405624"/>
                <a:ext cx="2330087" cy="1527278"/>
              </a:xfrm>
              <a:custGeom>
                <a:avLst/>
                <a:gdLst/>
                <a:ahLst/>
                <a:cxnLst/>
                <a:rect l="l" t="t" r="r" b="b"/>
                <a:pathLst>
                  <a:path w="376" h="246" extrusionOk="0">
                    <a:moveTo>
                      <a:pt x="376" y="1"/>
                    </a:moveTo>
                    <a:cubicBezTo>
                      <a:pt x="376" y="1"/>
                      <a:pt x="376" y="2"/>
                      <a:pt x="375" y="3"/>
                    </a:cubicBezTo>
                    <a:cubicBezTo>
                      <a:pt x="375" y="3"/>
                      <a:pt x="375" y="3"/>
                      <a:pt x="375" y="3"/>
                    </a:cubicBezTo>
                    <a:cubicBezTo>
                      <a:pt x="375" y="3"/>
                      <a:pt x="374" y="3"/>
                      <a:pt x="374" y="2"/>
                    </a:cubicBezTo>
                    <a:cubicBezTo>
                      <a:pt x="374" y="2"/>
                      <a:pt x="374" y="2"/>
                      <a:pt x="374" y="2"/>
                    </a:cubicBezTo>
                    <a:cubicBezTo>
                      <a:pt x="373" y="2"/>
                      <a:pt x="373" y="1"/>
                      <a:pt x="374" y="0"/>
                    </a:cubicBezTo>
                    <a:cubicBezTo>
                      <a:pt x="374" y="0"/>
                      <a:pt x="374" y="0"/>
                      <a:pt x="374" y="0"/>
                    </a:cubicBezTo>
                    <a:cubicBezTo>
                      <a:pt x="374" y="0"/>
                      <a:pt x="374" y="0"/>
                      <a:pt x="375" y="0"/>
                    </a:cubicBezTo>
                    <a:cubicBezTo>
                      <a:pt x="375" y="0"/>
                      <a:pt x="375" y="0"/>
                      <a:pt x="375" y="0"/>
                    </a:cubicBezTo>
                    <a:cubicBezTo>
                      <a:pt x="375" y="0"/>
                      <a:pt x="376" y="0"/>
                      <a:pt x="376" y="1"/>
                    </a:cubicBezTo>
                    <a:close/>
                    <a:moveTo>
                      <a:pt x="365" y="8"/>
                    </a:moveTo>
                    <a:cubicBezTo>
                      <a:pt x="365" y="9"/>
                      <a:pt x="365" y="10"/>
                      <a:pt x="364" y="10"/>
                    </a:cubicBezTo>
                    <a:cubicBezTo>
                      <a:pt x="364" y="10"/>
                      <a:pt x="364" y="10"/>
                      <a:pt x="364" y="10"/>
                    </a:cubicBezTo>
                    <a:cubicBezTo>
                      <a:pt x="364" y="10"/>
                      <a:pt x="363" y="10"/>
                      <a:pt x="362" y="10"/>
                    </a:cubicBezTo>
                    <a:cubicBezTo>
                      <a:pt x="362" y="10"/>
                      <a:pt x="362" y="10"/>
                      <a:pt x="362" y="10"/>
                    </a:cubicBezTo>
                    <a:cubicBezTo>
                      <a:pt x="362" y="9"/>
                      <a:pt x="362" y="8"/>
                      <a:pt x="363" y="8"/>
                    </a:cubicBezTo>
                    <a:cubicBezTo>
                      <a:pt x="363" y="8"/>
                      <a:pt x="363" y="8"/>
                      <a:pt x="363" y="8"/>
                    </a:cubicBezTo>
                    <a:cubicBezTo>
                      <a:pt x="363" y="8"/>
                      <a:pt x="363" y="8"/>
                      <a:pt x="363" y="8"/>
                    </a:cubicBezTo>
                    <a:cubicBezTo>
                      <a:pt x="363" y="8"/>
                      <a:pt x="363" y="8"/>
                      <a:pt x="363" y="8"/>
                    </a:cubicBezTo>
                    <a:cubicBezTo>
                      <a:pt x="364" y="8"/>
                      <a:pt x="364" y="8"/>
                      <a:pt x="365" y="8"/>
                    </a:cubicBezTo>
                    <a:close/>
                    <a:moveTo>
                      <a:pt x="353" y="16"/>
                    </a:moveTo>
                    <a:cubicBezTo>
                      <a:pt x="354" y="16"/>
                      <a:pt x="353" y="17"/>
                      <a:pt x="353" y="17"/>
                    </a:cubicBezTo>
                    <a:cubicBezTo>
                      <a:pt x="353" y="17"/>
                      <a:pt x="353" y="17"/>
                      <a:pt x="353" y="17"/>
                    </a:cubicBezTo>
                    <a:cubicBezTo>
                      <a:pt x="352" y="18"/>
                      <a:pt x="351" y="18"/>
                      <a:pt x="351" y="17"/>
                    </a:cubicBezTo>
                    <a:cubicBezTo>
                      <a:pt x="351" y="17"/>
                      <a:pt x="351" y="17"/>
                      <a:pt x="351" y="17"/>
                    </a:cubicBezTo>
                    <a:cubicBezTo>
                      <a:pt x="351" y="16"/>
                      <a:pt x="351" y="16"/>
                      <a:pt x="351" y="15"/>
                    </a:cubicBezTo>
                    <a:cubicBezTo>
                      <a:pt x="351" y="15"/>
                      <a:pt x="351" y="15"/>
                      <a:pt x="351" y="15"/>
                    </a:cubicBezTo>
                    <a:cubicBezTo>
                      <a:pt x="352" y="15"/>
                      <a:pt x="352" y="15"/>
                      <a:pt x="352" y="15"/>
                    </a:cubicBezTo>
                    <a:cubicBezTo>
                      <a:pt x="352" y="15"/>
                      <a:pt x="352" y="15"/>
                      <a:pt x="352" y="15"/>
                    </a:cubicBezTo>
                    <a:cubicBezTo>
                      <a:pt x="353" y="15"/>
                      <a:pt x="353" y="15"/>
                      <a:pt x="353" y="16"/>
                    </a:cubicBezTo>
                    <a:close/>
                    <a:moveTo>
                      <a:pt x="342" y="23"/>
                    </a:moveTo>
                    <a:cubicBezTo>
                      <a:pt x="342" y="24"/>
                      <a:pt x="342" y="24"/>
                      <a:pt x="342" y="25"/>
                    </a:cubicBezTo>
                    <a:cubicBezTo>
                      <a:pt x="342" y="25"/>
                      <a:pt x="342" y="25"/>
                      <a:pt x="342" y="25"/>
                    </a:cubicBezTo>
                    <a:cubicBezTo>
                      <a:pt x="341" y="25"/>
                      <a:pt x="340" y="25"/>
                      <a:pt x="340" y="24"/>
                    </a:cubicBezTo>
                    <a:cubicBezTo>
                      <a:pt x="340" y="24"/>
                      <a:pt x="340" y="24"/>
                      <a:pt x="340" y="24"/>
                    </a:cubicBezTo>
                    <a:cubicBezTo>
                      <a:pt x="339" y="24"/>
                      <a:pt x="339" y="23"/>
                      <a:pt x="340" y="23"/>
                    </a:cubicBezTo>
                    <a:cubicBezTo>
                      <a:pt x="340" y="23"/>
                      <a:pt x="340" y="23"/>
                      <a:pt x="340" y="23"/>
                    </a:cubicBezTo>
                    <a:cubicBezTo>
                      <a:pt x="340" y="22"/>
                      <a:pt x="341" y="22"/>
                      <a:pt x="341" y="22"/>
                    </a:cubicBezTo>
                    <a:cubicBezTo>
                      <a:pt x="341" y="22"/>
                      <a:pt x="341" y="22"/>
                      <a:pt x="341" y="22"/>
                    </a:cubicBezTo>
                    <a:cubicBezTo>
                      <a:pt x="341" y="22"/>
                      <a:pt x="342" y="23"/>
                      <a:pt x="342" y="23"/>
                    </a:cubicBezTo>
                    <a:close/>
                    <a:moveTo>
                      <a:pt x="331" y="30"/>
                    </a:moveTo>
                    <a:cubicBezTo>
                      <a:pt x="331" y="31"/>
                      <a:pt x="331" y="32"/>
                      <a:pt x="330" y="32"/>
                    </a:cubicBezTo>
                    <a:cubicBezTo>
                      <a:pt x="330" y="32"/>
                      <a:pt x="330" y="32"/>
                      <a:pt x="330" y="32"/>
                    </a:cubicBezTo>
                    <a:cubicBezTo>
                      <a:pt x="330" y="33"/>
                      <a:pt x="329" y="32"/>
                      <a:pt x="328" y="32"/>
                    </a:cubicBezTo>
                    <a:cubicBezTo>
                      <a:pt x="328" y="32"/>
                      <a:pt x="328" y="32"/>
                      <a:pt x="328" y="32"/>
                    </a:cubicBezTo>
                    <a:cubicBezTo>
                      <a:pt x="328" y="31"/>
                      <a:pt x="328" y="30"/>
                      <a:pt x="329" y="30"/>
                    </a:cubicBezTo>
                    <a:cubicBezTo>
                      <a:pt x="329" y="30"/>
                      <a:pt x="329" y="30"/>
                      <a:pt x="329" y="30"/>
                    </a:cubicBezTo>
                    <a:cubicBezTo>
                      <a:pt x="329" y="30"/>
                      <a:pt x="329" y="30"/>
                      <a:pt x="329" y="30"/>
                    </a:cubicBezTo>
                    <a:cubicBezTo>
                      <a:pt x="329" y="30"/>
                      <a:pt x="329" y="30"/>
                      <a:pt x="329" y="30"/>
                    </a:cubicBezTo>
                    <a:cubicBezTo>
                      <a:pt x="330" y="30"/>
                      <a:pt x="330" y="30"/>
                      <a:pt x="331" y="30"/>
                    </a:cubicBezTo>
                    <a:close/>
                    <a:moveTo>
                      <a:pt x="319" y="38"/>
                    </a:moveTo>
                    <a:cubicBezTo>
                      <a:pt x="320" y="38"/>
                      <a:pt x="320" y="39"/>
                      <a:pt x="319" y="40"/>
                    </a:cubicBezTo>
                    <a:cubicBezTo>
                      <a:pt x="319" y="40"/>
                      <a:pt x="319" y="40"/>
                      <a:pt x="319" y="40"/>
                    </a:cubicBezTo>
                    <a:cubicBezTo>
                      <a:pt x="318" y="40"/>
                      <a:pt x="317" y="40"/>
                      <a:pt x="317" y="39"/>
                    </a:cubicBezTo>
                    <a:cubicBezTo>
                      <a:pt x="317" y="39"/>
                      <a:pt x="317" y="39"/>
                      <a:pt x="317" y="39"/>
                    </a:cubicBezTo>
                    <a:cubicBezTo>
                      <a:pt x="317" y="39"/>
                      <a:pt x="317" y="38"/>
                      <a:pt x="317" y="37"/>
                    </a:cubicBezTo>
                    <a:cubicBezTo>
                      <a:pt x="317" y="37"/>
                      <a:pt x="317" y="37"/>
                      <a:pt x="317" y="37"/>
                    </a:cubicBezTo>
                    <a:cubicBezTo>
                      <a:pt x="318" y="37"/>
                      <a:pt x="318" y="37"/>
                      <a:pt x="318" y="37"/>
                    </a:cubicBezTo>
                    <a:cubicBezTo>
                      <a:pt x="318" y="37"/>
                      <a:pt x="318" y="37"/>
                      <a:pt x="318" y="37"/>
                    </a:cubicBezTo>
                    <a:cubicBezTo>
                      <a:pt x="319" y="37"/>
                      <a:pt x="319" y="37"/>
                      <a:pt x="319" y="38"/>
                    </a:cubicBezTo>
                    <a:close/>
                    <a:moveTo>
                      <a:pt x="308" y="45"/>
                    </a:moveTo>
                    <a:cubicBezTo>
                      <a:pt x="308" y="46"/>
                      <a:pt x="308" y="46"/>
                      <a:pt x="308" y="47"/>
                    </a:cubicBezTo>
                    <a:cubicBezTo>
                      <a:pt x="308" y="47"/>
                      <a:pt x="308" y="47"/>
                      <a:pt x="308" y="47"/>
                    </a:cubicBezTo>
                    <a:cubicBezTo>
                      <a:pt x="307" y="47"/>
                      <a:pt x="306" y="47"/>
                      <a:pt x="306" y="47"/>
                    </a:cubicBezTo>
                    <a:cubicBezTo>
                      <a:pt x="306" y="47"/>
                      <a:pt x="306" y="47"/>
                      <a:pt x="306" y="47"/>
                    </a:cubicBezTo>
                    <a:cubicBezTo>
                      <a:pt x="305" y="46"/>
                      <a:pt x="306" y="45"/>
                      <a:pt x="306" y="45"/>
                    </a:cubicBezTo>
                    <a:cubicBezTo>
                      <a:pt x="306" y="45"/>
                      <a:pt x="306" y="45"/>
                      <a:pt x="306" y="45"/>
                    </a:cubicBezTo>
                    <a:cubicBezTo>
                      <a:pt x="306" y="45"/>
                      <a:pt x="307" y="44"/>
                      <a:pt x="307" y="44"/>
                    </a:cubicBezTo>
                    <a:cubicBezTo>
                      <a:pt x="307" y="44"/>
                      <a:pt x="307" y="44"/>
                      <a:pt x="307" y="44"/>
                    </a:cubicBezTo>
                    <a:cubicBezTo>
                      <a:pt x="307" y="44"/>
                      <a:pt x="308" y="45"/>
                      <a:pt x="308" y="45"/>
                    </a:cubicBezTo>
                    <a:close/>
                    <a:moveTo>
                      <a:pt x="297" y="52"/>
                    </a:moveTo>
                    <a:cubicBezTo>
                      <a:pt x="297" y="53"/>
                      <a:pt x="297" y="54"/>
                      <a:pt x="296" y="54"/>
                    </a:cubicBezTo>
                    <a:cubicBezTo>
                      <a:pt x="296" y="54"/>
                      <a:pt x="296" y="54"/>
                      <a:pt x="296" y="54"/>
                    </a:cubicBezTo>
                    <a:cubicBezTo>
                      <a:pt x="296" y="55"/>
                      <a:pt x="295" y="54"/>
                      <a:pt x="294" y="54"/>
                    </a:cubicBezTo>
                    <a:cubicBezTo>
                      <a:pt x="294" y="54"/>
                      <a:pt x="294" y="54"/>
                      <a:pt x="294" y="54"/>
                    </a:cubicBezTo>
                    <a:cubicBezTo>
                      <a:pt x="294" y="53"/>
                      <a:pt x="294" y="52"/>
                      <a:pt x="295" y="52"/>
                    </a:cubicBezTo>
                    <a:cubicBezTo>
                      <a:pt x="295" y="52"/>
                      <a:pt x="295" y="52"/>
                      <a:pt x="295" y="52"/>
                    </a:cubicBezTo>
                    <a:cubicBezTo>
                      <a:pt x="295" y="52"/>
                      <a:pt x="295" y="52"/>
                      <a:pt x="296" y="52"/>
                    </a:cubicBezTo>
                    <a:cubicBezTo>
                      <a:pt x="296" y="52"/>
                      <a:pt x="296" y="52"/>
                      <a:pt x="296" y="52"/>
                    </a:cubicBezTo>
                    <a:cubicBezTo>
                      <a:pt x="296" y="52"/>
                      <a:pt x="296" y="52"/>
                      <a:pt x="297" y="52"/>
                    </a:cubicBezTo>
                    <a:close/>
                    <a:moveTo>
                      <a:pt x="285" y="60"/>
                    </a:moveTo>
                    <a:cubicBezTo>
                      <a:pt x="286" y="60"/>
                      <a:pt x="286" y="61"/>
                      <a:pt x="285" y="62"/>
                    </a:cubicBezTo>
                    <a:cubicBezTo>
                      <a:pt x="285" y="62"/>
                      <a:pt x="285" y="62"/>
                      <a:pt x="285" y="62"/>
                    </a:cubicBezTo>
                    <a:cubicBezTo>
                      <a:pt x="284" y="62"/>
                      <a:pt x="284" y="62"/>
                      <a:pt x="283" y="61"/>
                    </a:cubicBezTo>
                    <a:cubicBezTo>
                      <a:pt x="283" y="61"/>
                      <a:pt x="283" y="61"/>
                      <a:pt x="283" y="61"/>
                    </a:cubicBezTo>
                    <a:cubicBezTo>
                      <a:pt x="283" y="61"/>
                      <a:pt x="283" y="60"/>
                      <a:pt x="284" y="59"/>
                    </a:cubicBezTo>
                    <a:cubicBezTo>
                      <a:pt x="284" y="59"/>
                      <a:pt x="284" y="59"/>
                      <a:pt x="284" y="59"/>
                    </a:cubicBezTo>
                    <a:cubicBezTo>
                      <a:pt x="284" y="59"/>
                      <a:pt x="284" y="59"/>
                      <a:pt x="284" y="59"/>
                    </a:cubicBezTo>
                    <a:cubicBezTo>
                      <a:pt x="284" y="59"/>
                      <a:pt x="284" y="59"/>
                      <a:pt x="284" y="59"/>
                    </a:cubicBezTo>
                    <a:cubicBezTo>
                      <a:pt x="285" y="59"/>
                      <a:pt x="285" y="59"/>
                      <a:pt x="285" y="60"/>
                    </a:cubicBezTo>
                    <a:close/>
                    <a:moveTo>
                      <a:pt x="274" y="67"/>
                    </a:moveTo>
                    <a:cubicBezTo>
                      <a:pt x="274" y="68"/>
                      <a:pt x="274" y="69"/>
                      <a:pt x="274" y="69"/>
                    </a:cubicBezTo>
                    <a:cubicBezTo>
                      <a:pt x="274" y="69"/>
                      <a:pt x="274" y="69"/>
                      <a:pt x="274" y="69"/>
                    </a:cubicBezTo>
                    <a:cubicBezTo>
                      <a:pt x="273" y="69"/>
                      <a:pt x="272" y="69"/>
                      <a:pt x="272" y="69"/>
                    </a:cubicBezTo>
                    <a:cubicBezTo>
                      <a:pt x="272" y="69"/>
                      <a:pt x="272" y="69"/>
                      <a:pt x="272" y="69"/>
                    </a:cubicBezTo>
                    <a:cubicBezTo>
                      <a:pt x="271" y="68"/>
                      <a:pt x="272" y="67"/>
                      <a:pt x="272" y="67"/>
                    </a:cubicBezTo>
                    <a:cubicBezTo>
                      <a:pt x="272" y="67"/>
                      <a:pt x="272" y="67"/>
                      <a:pt x="272" y="67"/>
                    </a:cubicBezTo>
                    <a:cubicBezTo>
                      <a:pt x="272" y="67"/>
                      <a:pt x="273" y="67"/>
                      <a:pt x="273" y="67"/>
                    </a:cubicBezTo>
                    <a:cubicBezTo>
                      <a:pt x="273" y="67"/>
                      <a:pt x="273" y="67"/>
                      <a:pt x="273" y="67"/>
                    </a:cubicBezTo>
                    <a:cubicBezTo>
                      <a:pt x="273" y="67"/>
                      <a:pt x="274" y="67"/>
                      <a:pt x="274" y="67"/>
                    </a:cubicBezTo>
                    <a:close/>
                    <a:moveTo>
                      <a:pt x="263" y="75"/>
                    </a:moveTo>
                    <a:cubicBezTo>
                      <a:pt x="263" y="75"/>
                      <a:pt x="263" y="76"/>
                      <a:pt x="262" y="76"/>
                    </a:cubicBezTo>
                    <a:cubicBezTo>
                      <a:pt x="262" y="76"/>
                      <a:pt x="262" y="76"/>
                      <a:pt x="262" y="76"/>
                    </a:cubicBezTo>
                    <a:cubicBezTo>
                      <a:pt x="262" y="77"/>
                      <a:pt x="261" y="77"/>
                      <a:pt x="261" y="76"/>
                    </a:cubicBezTo>
                    <a:cubicBezTo>
                      <a:pt x="261" y="76"/>
                      <a:pt x="261" y="76"/>
                      <a:pt x="261" y="76"/>
                    </a:cubicBezTo>
                    <a:cubicBezTo>
                      <a:pt x="260" y="75"/>
                      <a:pt x="260" y="75"/>
                      <a:pt x="261" y="74"/>
                    </a:cubicBezTo>
                    <a:cubicBezTo>
                      <a:pt x="261" y="74"/>
                      <a:pt x="261" y="74"/>
                      <a:pt x="261" y="74"/>
                    </a:cubicBezTo>
                    <a:cubicBezTo>
                      <a:pt x="261" y="74"/>
                      <a:pt x="261" y="74"/>
                      <a:pt x="262" y="74"/>
                    </a:cubicBezTo>
                    <a:cubicBezTo>
                      <a:pt x="262" y="74"/>
                      <a:pt x="262" y="74"/>
                      <a:pt x="262" y="74"/>
                    </a:cubicBezTo>
                    <a:cubicBezTo>
                      <a:pt x="262" y="74"/>
                      <a:pt x="263" y="74"/>
                      <a:pt x="263" y="75"/>
                    </a:cubicBezTo>
                    <a:close/>
                    <a:moveTo>
                      <a:pt x="251" y="82"/>
                    </a:moveTo>
                    <a:cubicBezTo>
                      <a:pt x="252" y="83"/>
                      <a:pt x="252" y="83"/>
                      <a:pt x="251" y="84"/>
                    </a:cubicBezTo>
                    <a:cubicBezTo>
                      <a:pt x="251" y="84"/>
                      <a:pt x="251" y="84"/>
                      <a:pt x="251" y="84"/>
                    </a:cubicBezTo>
                    <a:cubicBezTo>
                      <a:pt x="250" y="84"/>
                      <a:pt x="250" y="84"/>
                      <a:pt x="249" y="83"/>
                    </a:cubicBezTo>
                    <a:cubicBezTo>
                      <a:pt x="249" y="83"/>
                      <a:pt x="249" y="83"/>
                      <a:pt x="249" y="83"/>
                    </a:cubicBezTo>
                    <a:cubicBezTo>
                      <a:pt x="249" y="83"/>
                      <a:pt x="249" y="82"/>
                      <a:pt x="250" y="81"/>
                    </a:cubicBezTo>
                    <a:cubicBezTo>
                      <a:pt x="250" y="81"/>
                      <a:pt x="250" y="81"/>
                      <a:pt x="250" y="81"/>
                    </a:cubicBezTo>
                    <a:cubicBezTo>
                      <a:pt x="250" y="81"/>
                      <a:pt x="250" y="81"/>
                      <a:pt x="250" y="81"/>
                    </a:cubicBezTo>
                    <a:cubicBezTo>
                      <a:pt x="250" y="81"/>
                      <a:pt x="250" y="81"/>
                      <a:pt x="250" y="81"/>
                    </a:cubicBezTo>
                    <a:cubicBezTo>
                      <a:pt x="251" y="81"/>
                      <a:pt x="251" y="81"/>
                      <a:pt x="251" y="82"/>
                    </a:cubicBezTo>
                    <a:close/>
                    <a:moveTo>
                      <a:pt x="240" y="89"/>
                    </a:moveTo>
                    <a:cubicBezTo>
                      <a:pt x="241" y="90"/>
                      <a:pt x="240" y="91"/>
                      <a:pt x="240" y="91"/>
                    </a:cubicBezTo>
                    <a:cubicBezTo>
                      <a:pt x="240" y="91"/>
                      <a:pt x="240" y="91"/>
                      <a:pt x="240" y="91"/>
                    </a:cubicBezTo>
                    <a:cubicBezTo>
                      <a:pt x="239" y="92"/>
                      <a:pt x="238" y="91"/>
                      <a:pt x="238" y="91"/>
                    </a:cubicBezTo>
                    <a:cubicBezTo>
                      <a:pt x="238" y="91"/>
                      <a:pt x="238" y="91"/>
                      <a:pt x="238" y="91"/>
                    </a:cubicBezTo>
                    <a:cubicBezTo>
                      <a:pt x="238" y="90"/>
                      <a:pt x="238" y="89"/>
                      <a:pt x="238" y="89"/>
                    </a:cubicBezTo>
                    <a:cubicBezTo>
                      <a:pt x="238" y="89"/>
                      <a:pt x="238" y="89"/>
                      <a:pt x="238" y="89"/>
                    </a:cubicBezTo>
                    <a:cubicBezTo>
                      <a:pt x="239" y="89"/>
                      <a:pt x="239" y="89"/>
                      <a:pt x="239" y="89"/>
                    </a:cubicBezTo>
                    <a:cubicBezTo>
                      <a:pt x="239" y="89"/>
                      <a:pt x="239" y="89"/>
                      <a:pt x="239" y="89"/>
                    </a:cubicBezTo>
                    <a:cubicBezTo>
                      <a:pt x="239" y="89"/>
                      <a:pt x="240" y="89"/>
                      <a:pt x="240" y="89"/>
                    </a:cubicBezTo>
                    <a:close/>
                    <a:moveTo>
                      <a:pt x="229" y="97"/>
                    </a:moveTo>
                    <a:cubicBezTo>
                      <a:pt x="229" y="97"/>
                      <a:pt x="229" y="98"/>
                      <a:pt x="228" y="98"/>
                    </a:cubicBezTo>
                    <a:cubicBezTo>
                      <a:pt x="228" y="98"/>
                      <a:pt x="228" y="98"/>
                      <a:pt x="228" y="98"/>
                    </a:cubicBezTo>
                    <a:cubicBezTo>
                      <a:pt x="228" y="99"/>
                      <a:pt x="227" y="99"/>
                      <a:pt x="227" y="98"/>
                    </a:cubicBezTo>
                    <a:cubicBezTo>
                      <a:pt x="227" y="98"/>
                      <a:pt x="227" y="98"/>
                      <a:pt x="227" y="98"/>
                    </a:cubicBezTo>
                    <a:cubicBezTo>
                      <a:pt x="226" y="97"/>
                      <a:pt x="226" y="97"/>
                      <a:pt x="227" y="96"/>
                    </a:cubicBezTo>
                    <a:cubicBezTo>
                      <a:pt x="227" y="96"/>
                      <a:pt x="227" y="96"/>
                      <a:pt x="227" y="96"/>
                    </a:cubicBezTo>
                    <a:cubicBezTo>
                      <a:pt x="227" y="96"/>
                      <a:pt x="227" y="96"/>
                      <a:pt x="228" y="96"/>
                    </a:cubicBezTo>
                    <a:cubicBezTo>
                      <a:pt x="228" y="96"/>
                      <a:pt x="228" y="96"/>
                      <a:pt x="228" y="96"/>
                    </a:cubicBezTo>
                    <a:cubicBezTo>
                      <a:pt x="228" y="96"/>
                      <a:pt x="229" y="96"/>
                      <a:pt x="229" y="97"/>
                    </a:cubicBezTo>
                    <a:close/>
                    <a:moveTo>
                      <a:pt x="218" y="104"/>
                    </a:moveTo>
                    <a:cubicBezTo>
                      <a:pt x="218" y="105"/>
                      <a:pt x="218" y="105"/>
                      <a:pt x="217" y="106"/>
                    </a:cubicBezTo>
                    <a:cubicBezTo>
                      <a:pt x="217" y="106"/>
                      <a:pt x="217" y="106"/>
                      <a:pt x="217" y="106"/>
                    </a:cubicBezTo>
                    <a:cubicBezTo>
                      <a:pt x="217" y="106"/>
                      <a:pt x="216" y="106"/>
                      <a:pt x="215" y="105"/>
                    </a:cubicBezTo>
                    <a:cubicBezTo>
                      <a:pt x="215" y="105"/>
                      <a:pt x="215" y="105"/>
                      <a:pt x="215" y="105"/>
                    </a:cubicBezTo>
                    <a:cubicBezTo>
                      <a:pt x="215" y="105"/>
                      <a:pt x="215" y="104"/>
                      <a:pt x="216" y="104"/>
                    </a:cubicBezTo>
                    <a:cubicBezTo>
                      <a:pt x="216" y="104"/>
                      <a:pt x="216" y="104"/>
                      <a:pt x="216" y="104"/>
                    </a:cubicBezTo>
                    <a:cubicBezTo>
                      <a:pt x="216" y="103"/>
                      <a:pt x="216" y="103"/>
                      <a:pt x="216" y="103"/>
                    </a:cubicBezTo>
                    <a:cubicBezTo>
                      <a:pt x="216" y="103"/>
                      <a:pt x="216" y="103"/>
                      <a:pt x="216" y="103"/>
                    </a:cubicBezTo>
                    <a:cubicBezTo>
                      <a:pt x="217" y="103"/>
                      <a:pt x="217" y="104"/>
                      <a:pt x="218" y="104"/>
                    </a:cubicBezTo>
                    <a:close/>
                    <a:moveTo>
                      <a:pt x="206" y="111"/>
                    </a:moveTo>
                    <a:cubicBezTo>
                      <a:pt x="207" y="112"/>
                      <a:pt x="206" y="113"/>
                      <a:pt x="206" y="113"/>
                    </a:cubicBezTo>
                    <a:cubicBezTo>
                      <a:pt x="206" y="113"/>
                      <a:pt x="206" y="113"/>
                      <a:pt x="206" y="113"/>
                    </a:cubicBezTo>
                    <a:cubicBezTo>
                      <a:pt x="205" y="114"/>
                      <a:pt x="204" y="113"/>
                      <a:pt x="204" y="113"/>
                    </a:cubicBezTo>
                    <a:cubicBezTo>
                      <a:pt x="204" y="113"/>
                      <a:pt x="204" y="113"/>
                      <a:pt x="204" y="113"/>
                    </a:cubicBezTo>
                    <a:cubicBezTo>
                      <a:pt x="204" y="112"/>
                      <a:pt x="204" y="111"/>
                      <a:pt x="204" y="111"/>
                    </a:cubicBezTo>
                    <a:cubicBezTo>
                      <a:pt x="204" y="111"/>
                      <a:pt x="204" y="111"/>
                      <a:pt x="204" y="111"/>
                    </a:cubicBezTo>
                    <a:cubicBezTo>
                      <a:pt x="205" y="111"/>
                      <a:pt x="205" y="111"/>
                      <a:pt x="205" y="111"/>
                    </a:cubicBezTo>
                    <a:cubicBezTo>
                      <a:pt x="205" y="111"/>
                      <a:pt x="205" y="111"/>
                      <a:pt x="205" y="111"/>
                    </a:cubicBezTo>
                    <a:cubicBezTo>
                      <a:pt x="206" y="111"/>
                      <a:pt x="206" y="111"/>
                      <a:pt x="206" y="111"/>
                    </a:cubicBezTo>
                    <a:close/>
                    <a:moveTo>
                      <a:pt x="195" y="119"/>
                    </a:moveTo>
                    <a:cubicBezTo>
                      <a:pt x="195" y="119"/>
                      <a:pt x="195" y="120"/>
                      <a:pt x="195" y="121"/>
                    </a:cubicBezTo>
                    <a:cubicBezTo>
                      <a:pt x="195" y="121"/>
                      <a:pt x="195" y="121"/>
                      <a:pt x="195" y="121"/>
                    </a:cubicBezTo>
                    <a:cubicBezTo>
                      <a:pt x="194" y="121"/>
                      <a:pt x="193" y="121"/>
                      <a:pt x="193" y="120"/>
                    </a:cubicBezTo>
                    <a:cubicBezTo>
                      <a:pt x="193" y="120"/>
                      <a:pt x="193" y="120"/>
                      <a:pt x="193" y="120"/>
                    </a:cubicBezTo>
                    <a:cubicBezTo>
                      <a:pt x="192" y="120"/>
                      <a:pt x="192" y="119"/>
                      <a:pt x="193" y="118"/>
                    </a:cubicBezTo>
                    <a:cubicBezTo>
                      <a:pt x="193" y="118"/>
                      <a:pt x="193" y="118"/>
                      <a:pt x="193" y="118"/>
                    </a:cubicBezTo>
                    <a:cubicBezTo>
                      <a:pt x="193" y="118"/>
                      <a:pt x="194" y="118"/>
                      <a:pt x="194" y="118"/>
                    </a:cubicBezTo>
                    <a:cubicBezTo>
                      <a:pt x="194" y="118"/>
                      <a:pt x="194" y="118"/>
                      <a:pt x="194" y="118"/>
                    </a:cubicBezTo>
                    <a:cubicBezTo>
                      <a:pt x="194" y="118"/>
                      <a:pt x="195" y="118"/>
                      <a:pt x="195" y="119"/>
                    </a:cubicBezTo>
                    <a:close/>
                    <a:moveTo>
                      <a:pt x="184" y="126"/>
                    </a:moveTo>
                    <a:cubicBezTo>
                      <a:pt x="184" y="127"/>
                      <a:pt x="184" y="128"/>
                      <a:pt x="183" y="128"/>
                    </a:cubicBezTo>
                    <a:cubicBezTo>
                      <a:pt x="183" y="128"/>
                      <a:pt x="183" y="128"/>
                      <a:pt x="183" y="128"/>
                    </a:cubicBezTo>
                    <a:cubicBezTo>
                      <a:pt x="183" y="128"/>
                      <a:pt x="182" y="128"/>
                      <a:pt x="181" y="128"/>
                    </a:cubicBezTo>
                    <a:cubicBezTo>
                      <a:pt x="181" y="128"/>
                      <a:pt x="181" y="128"/>
                      <a:pt x="181" y="128"/>
                    </a:cubicBezTo>
                    <a:cubicBezTo>
                      <a:pt x="181" y="127"/>
                      <a:pt x="181" y="126"/>
                      <a:pt x="182" y="126"/>
                    </a:cubicBezTo>
                    <a:cubicBezTo>
                      <a:pt x="182" y="126"/>
                      <a:pt x="182" y="126"/>
                      <a:pt x="182" y="126"/>
                    </a:cubicBezTo>
                    <a:cubicBezTo>
                      <a:pt x="182" y="126"/>
                      <a:pt x="182" y="125"/>
                      <a:pt x="182" y="125"/>
                    </a:cubicBezTo>
                    <a:cubicBezTo>
                      <a:pt x="182" y="125"/>
                      <a:pt x="182" y="125"/>
                      <a:pt x="182" y="125"/>
                    </a:cubicBezTo>
                    <a:cubicBezTo>
                      <a:pt x="183" y="125"/>
                      <a:pt x="183" y="126"/>
                      <a:pt x="184" y="126"/>
                    </a:cubicBezTo>
                    <a:close/>
                    <a:moveTo>
                      <a:pt x="172" y="133"/>
                    </a:moveTo>
                    <a:cubicBezTo>
                      <a:pt x="173" y="134"/>
                      <a:pt x="173" y="135"/>
                      <a:pt x="172" y="135"/>
                    </a:cubicBezTo>
                    <a:cubicBezTo>
                      <a:pt x="172" y="135"/>
                      <a:pt x="172" y="135"/>
                      <a:pt x="172" y="135"/>
                    </a:cubicBezTo>
                    <a:cubicBezTo>
                      <a:pt x="171" y="136"/>
                      <a:pt x="170" y="136"/>
                      <a:pt x="170" y="135"/>
                    </a:cubicBezTo>
                    <a:cubicBezTo>
                      <a:pt x="170" y="135"/>
                      <a:pt x="170" y="135"/>
                      <a:pt x="170" y="135"/>
                    </a:cubicBezTo>
                    <a:cubicBezTo>
                      <a:pt x="170" y="134"/>
                      <a:pt x="170" y="133"/>
                      <a:pt x="170" y="133"/>
                    </a:cubicBezTo>
                    <a:cubicBezTo>
                      <a:pt x="170" y="133"/>
                      <a:pt x="170" y="133"/>
                      <a:pt x="170" y="133"/>
                    </a:cubicBezTo>
                    <a:cubicBezTo>
                      <a:pt x="171" y="133"/>
                      <a:pt x="171" y="133"/>
                      <a:pt x="171" y="133"/>
                    </a:cubicBezTo>
                    <a:cubicBezTo>
                      <a:pt x="171" y="133"/>
                      <a:pt x="171" y="133"/>
                      <a:pt x="171" y="133"/>
                    </a:cubicBezTo>
                    <a:cubicBezTo>
                      <a:pt x="172" y="133"/>
                      <a:pt x="172" y="133"/>
                      <a:pt x="172" y="133"/>
                    </a:cubicBezTo>
                    <a:close/>
                    <a:moveTo>
                      <a:pt x="161" y="141"/>
                    </a:moveTo>
                    <a:cubicBezTo>
                      <a:pt x="161" y="141"/>
                      <a:pt x="161" y="142"/>
                      <a:pt x="161" y="143"/>
                    </a:cubicBezTo>
                    <a:cubicBezTo>
                      <a:pt x="161" y="143"/>
                      <a:pt x="161" y="143"/>
                      <a:pt x="161" y="143"/>
                    </a:cubicBezTo>
                    <a:cubicBezTo>
                      <a:pt x="160" y="143"/>
                      <a:pt x="159" y="143"/>
                      <a:pt x="159" y="142"/>
                    </a:cubicBezTo>
                    <a:cubicBezTo>
                      <a:pt x="159" y="142"/>
                      <a:pt x="159" y="142"/>
                      <a:pt x="159" y="142"/>
                    </a:cubicBezTo>
                    <a:cubicBezTo>
                      <a:pt x="158" y="142"/>
                      <a:pt x="159" y="141"/>
                      <a:pt x="159" y="140"/>
                    </a:cubicBezTo>
                    <a:cubicBezTo>
                      <a:pt x="159" y="140"/>
                      <a:pt x="159" y="140"/>
                      <a:pt x="159" y="140"/>
                    </a:cubicBezTo>
                    <a:cubicBezTo>
                      <a:pt x="159" y="140"/>
                      <a:pt x="160" y="140"/>
                      <a:pt x="160" y="140"/>
                    </a:cubicBezTo>
                    <a:cubicBezTo>
                      <a:pt x="160" y="140"/>
                      <a:pt x="160" y="140"/>
                      <a:pt x="160" y="140"/>
                    </a:cubicBezTo>
                    <a:cubicBezTo>
                      <a:pt x="160" y="140"/>
                      <a:pt x="161" y="140"/>
                      <a:pt x="161" y="141"/>
                    </a:cubicBezTo>
                    <a:close/>
                    <a:moveTo>
                      <a:pt x="150" y="148"/>
                    </a:moveTo>
                    <a:cubicBezTo>
                      <a:pt x="150" y="149"/>
                      <a:pt x="150" y="150"/>
                      <a:pt x="149" y="150"/>
                    </a:cubicBezTo>
                    <a:cubicBezTo>
                      <a:pt x="149" y="150"/>
                      <a:pt x="149" y="150"/>
                      <a:pt x="149" y="150"/>
                    </a:cubicBezTo>
                    <a:cubicBezTo>
                      <a:pt x="149" y="150"/>
                      <a:pt x="148" y="150"/>
                      <a:pt x="147" y="150"/>
                    </a:cubicBezTo>
                    <a:cubicBezTo>
                      <a:pt x="147" y="150"/>
                      <a:pt x="147" y="150"/>
                      <a:pt x="147" y="150"/>
                    </a:cubicBezTo>
                    <a:cubicBezTo>
                      <a:pt x="147" y="149"/>
                      <a:pt x="147" y="148"/>
                      <a:pt x="148" y="148"/>
                    </a:cubicBezTo>
                    <a:cubicBezTo>
                      <a:pt x="148" y="148"/>
                      <a:pt x="148" y="148"/>
                      <a:pt x="148" y="148"/>
                    </a:cubicBezTo>
                    <a:cubicBezTo>
                      <a:pt x="148" y="148"/>
                      <a:pt x="148" y="148"/>
                      <a:pt x="149" y="148"/>
                    </a:cubicBezTo>
                    <a:cubicBezTo>
                      <a:pt x="149" y="148"/>
                      <a:pt x="149" y="148"/>
                      <a:pt x="149" y="148"/>
                    </a:cubicBezTo>
                    <a:cubicBezTo>
                      <a:pt x="149" y="148"/>
                      <a:pt x="149" y="148"/>
                      <a:pt x="150" y="148"/>
                    </a:cubicBezTo>
                    <a:close/>
                    <a:moveTo>
                      <a:pt x="138" y="156"/>
                    </a:moveTo>
                    <a:cubicBezTo>
                      <a:pt x="139" y="156"/>
                      <a:pt x="139" y="157"/>
                      <a:pt x="138" y="157"/>
                    </a:cubicBezTo>
                    <a:cubicBezTo>
                      <a:pt x="138" y="157"/>
                      <a:pt x="138" y="157"/>
                      <a:pt x="138" y="157"/>
                    </a:cubicBezTo>
                    <a:cubicBezTo>
                      <a:pt x="137" y="158"/>
                      <a:pt x="137" y="158"/>
                      <a:pt x="136" y="157"/>
                    </a:cubicBezTo>
                    <a:cubicBezTo>
                      <a:pt x="136" y="157"/>
                      <a:pt x="136" y="157"/>
                      <a:pt x="136" y="157"/>
                    </a:cubicBezTo>
                    <a:cubicBezTo>
                      <a:pt x="136" y="156"/>
                      <a:pt x="136" y="156"/>
                      <a:pt x="137" y="155"/>
                    </a:cubicBezTo>
                    <a:cubicBezTo>
                      <a:pt x="137" y="155"/>
                      <a:pt x="137" y="155"/>
                      <a:pt x="137" y="155"/>
                    </a:cubicBezTo>
                    <a:cubicBezTo>
                      <a:pt x="137" y="155"/>
                      <a:pt x="137" y="155"/>
                      <a:pt x="137" y="155"/>
                    </a:cubicBezTo>
                    <a:cubicBezTo>
                      <a:pt x="137" y="155"/>
                      <a:pt x="137" y="155"/>
                      <a:pt x="137" y="155"/>
                    </a:cubicBezTo>
                    <a:cubicBezTo>
                      <a:pt x="138" y="155"/>
                      <a:pt x="138" y="155"/>
                      <a:pt x="138" y="156"/>
                    </a:cubicBezTo>
                    <a:close/>
                    <a:moveTo>
                      <a:pt x="127" y="163"/>
                    </a:moveTo>
                    <a:cubicBezTo>
                      <a:pt x="127" y="164"/>
                      <a:pt x="127" y="164"/>
                      <a:pt x="127" y="165"/>
                    </a:cubicBezTo>
                    <a:cubicBezTo>
                      <a:pt x="127" y="165"/>
                      <a:pt x="127" y="165"/>
                      <a:pt x="127" y="165"/>
                    </a:cubicBezTo>
                    <a:cubicBezTo>
                      <a:pt x="126" y="165"/>
                      <a:pt x="125" y="165"/>
                      <a:pt x="125" y="164"/>
                    </a:cubicBezTo>
                    <a:cubicBezTo>
                      <a:pt x="125" y="164"/>
                      <a:pt x="125" y="164"/>
                      <a:pt x="125" y="164"/>
                    </a:cubicBezTo>
                    <a:cubicBezTo>
                      <a:pt x="124" y="164"/>
                      <a:pt x="125" y="163"/>
                      <a:pt x="125" y="163"/>
                    </a:cubicBezTo>
                    <a:cubicBezTo>
                      <a:pt x="125" y="163"/>
                      <a:pt x="125" y="163"/>
                      <a:pt x="125" y="163"/>
                    </a:cubicBezTo>
                    <a:cubicBezTo>
                      <a:pt x="125" y="162"/>
                      <a:pt x="126" y="162"/>
                      <a:pt x="126" y="162"/>
                    </a:cubicBezTo>
                    <a:cubicBezTo>
                      <a:pt x="126" y="162"/>
                      <a:pt x="126" y="162"/>
                      <a:pt x="126" y="162"/>
                    </a:cubicBezTo>
                    <a:cubicBezTo>
                      <a:pt x="126" y="162"/>
                      <a:pt x="127" y="163"/>
                      <a:pt x="127" y="163"/>
                    </a:cubicBezTo>
                    <a:close/>
                    <a:moveTo>
                      <a:pt x="116" y="170"/>
                    </a:moveTo>
                    <a:cubicBezTo>
                      <a:pt x="116" y="171"/>
                      <a:pt x="116" y="172"/>
                      <a:pt x="115" y="172"/>
                    </a:cubicBezTo>
                    <a:cubicBezTo>
                      <a:pt x="115" y="172"/>
                      <a:pt x="115" y="172"/>
                      <a:pt x="115" y="172"/>
                    </a:cubicBezTo>
                    <a:cubicBezTo>
                      <a:pt x="115" y="173"/>
                      <a:pt x="114" y="172"/>
                      <a:pt x="114" y="172"/>
                    </a:cubicBezTo>
                    <a:cubicBezTo>
                      <a:pt x="114" y="172"/>
                      <a:pt x="114" y="172"/>
                      <a:pt x="114" y="172"/>
                    </a:cubicBezTo>
                    <a:cubicBezTo>
                      <a:pt x="113" y="171"/>
                      <a:pt x="113" y="170"/>
                      <a:pt x="114" y="170"/>
                    </a:cubicBezTo>
                    <a:cubicBezTo>
                      <a:pt x="114" y="170"/>
                      <a:pt x="114" y="170"/>
                      <a:pt x="114" y="170"/>
                    </a:cubicBezTo>
                    <a:cubicBezTo>
                      <a:pt x="114" y="170"/>
                      <a:pt x="114" y="170"/>
                      <a:pt x="115" y="170"/>
                    </a:cubicBezTo>
                    <a:cubicBezTo>
                      <a:pt x="115" y="170"/>
                      <a:pt x="115" y="170"/>
                      <a:pt x="115" y="170"/>
                    </a:cubicBezTo>
                    <a:cubicBezTo>
                      <a:pt x="115" y="170"/>
                      <a:pt x="116" y="170"/>
                      <a:pt x="116" y="170"/>
                    </a:cubicBezTo>
                    <a:close/>
                    <a:moveTo>
                      <a:pt x="104" y="178"/>
                    </a:moveTo>
                    <a:cubicBezTo>
                      <a:pt x="105" y="178"/>
                      <a:pt x="105" y="179"/>
                      <a:pt x="104" y="179"/>
                    </a:cubicBezTo>
                    <a:cubicBezTo>
                      <a:pt x="104" y="179"/>
                      <a:pt x="104" y="179"/>
                      <a:pt x="104" y="179"/>
                    </a:cubicBezTo>
                    <a:cubicBezTo>
                      <a:pt x="103" y="180"/>
                      <a:pt x="103" y="180"/>
                      <a:pt x="102" y="179"/>
                    </a:cubicBezTo>
                    <a:cubicBezTo>
                      <a:pt x="102" y="179"/>
                      <a:pt x="102" y="179"/>
                      <a:pt x="102" y="179"/>
                    </a:cubicBezTo>
                    <a:cubicBezTo>
                      <a:pt x="102" y="178"/>
                      <a:pt x="102" y="178"/>
                      <a:pt x="103" y="177"/>
                    </a:cubicBezTo>
                    <a:cubicBezTo>
                      <a:pt x="103" y="177"/>
                      <a:pt x="103" y="177"/>
                      <a:pt x="103" y="177"/>
                    </a:cubicBezTo>
                    <a:cubicBezTo>
                      <a:pt x="103" y="177"/>
                      <a:pt x="103" y="177"/>
                      <a:pt x="103" y="177"/>
                    </a:cubicBezTo>
                    <a:cubicBezTo>
                      <a:pt x="103" y="177"/>
                      <a:pt x="103" y="177"/>
                      <a:pt x="103" y="177"/>
                    </a:cubicBezTo>
                    <a:cubicBezTo>
                      <a:pt x="104" y="177"/>
                      <a:pt x="104" y="177"/>
                      <a:pt x="104" y="178"/>
                    </a:cubicBezTo>
                    <a:close/>
                    <a:moveTo>
                      <a:pt x="93" y="185"/>
                    </a:moveTo>
                    <a:cubicBezTo>
                      <a:pt x="94" y="186"/>
                      <a:pt x="93" y="186"/>
                      <a:pt x="93" y="187"/>
                    </a:cubicBezTo>
                    <a:cubicBezTo>
                      <a:pt x="93" y="187"/>
                      <a:pt x="93" y="187"/>
                      <a:pt x="93" y="187"/>
                    </a:cubicBezTo>
                    <a:cubicBezTo>
                      <a:pt x="92" y="187"/>
                      <a:pt x="91" y="187"/>
                      <a:pt x="91" y="186"/>
                    </a:cubicBezTo>
                    <a:cubicBezTo>
                      <a:pt x="91" y="186"/>
                      <a:pt x="91" y="186"/>
                      <a:pt x="91" y="186"/>
                    </a:cubicBezTo>
                    <a:cubicBezTo>
                      <a:pt x="91" y="186"/>
                      <a:pt x="91" y="185"/>
                      <a:pt x="91" y="185"/>
                    </a:cubicBezTo>
                    <a:cubicBezTo>
                      <a:pt x="91" y="185"/>
                      <a:pt x="91" y="185"/>
                      <a:pt x="91" y="185"/>
                    </a:cubicBezTo>
                    <a:cubicBezTo>
                      <a:pt x="92" y="184"/>
                      <a:pt x="92" y="184"/>
                      <a:pt x="92" y="184"/>
                    </a:cubicBezTo>
                    <a:cubicBezTo>
                      <a:pt x="92" y="184"/>
                      <a:pt x="92" y="184"/>
                      <a:pt x="92" y="184"/>
                    </a:cubicBezTo>
                    <a:cubicBezTo>
                      <a:pt x="92" y="184"/>
                      <a:pt x="93" y="185"/>
                      <a:pt x="93" y="185"/>
                    </a:cubicBezTo>
                    <a:close/>
                    <a:moveTo>
                      <a:pt x="82" y="192"/>
                    </a:moveTo>
                    <a:cubicBezTo>
                      <a:pt x="82" y="193"/>
                      <a:pt x="82" y="194"/>
                      <a:pt x="81" y="194"/>
                    </a:cubicBezTo>
                    <a:cubicBezTo>
                      <a:pt x="81" y="194"/>
                      <a:pt x="81" y="194"/>
                      <a:pt x="81" y="194"/>
                    </a:cubicBezTo>
                    <a:cubicBezTo>
                      <a:pt x="81" y="195"/>
                      <a:pt x="80" y="194"/>
                      <a:pt x="80" y="194"/>
                    </a:cubicBezTo>
                    <a:cubicBezTo>
                      <a:pt x="80" y="194"/>
                      <a:pt x="80" y="194"/>
                      <a:pt x="80" y="194"/>
                    </a:cubicBezTo>
                    <a:cubicBezTo>
                      <a:pt x="79" y="193"/>
                      <a:pt x="79" y="192"/>
                      <a:pt x="80" y="192"/>
                    </a:cubicBezTo>
                    <a:cubicBezTo>
                      <a:pt x="80" y="192"/>
                      <a:pt x="80" y="192"/>
                      <a:pt x="80" y="192"/>
                    </a:cubicBezTo>
                    <a:cubicBezTo>
                      <a:pt x="80" y="192"/>
                      <a:pt x="80" y="192"/>
                      <a:pt x="81" y="192"/>
                    </a:cubicBezTo>
                    <a:cubicBezTo>
                      <a:pt x="81" y="192"/>
                      <a:pt x="81" y="192"/>
                      <a:pt x="81" y="192"/>
                    </a:cubicBezTo>
                    <a:cubicBezTo>
                      <a:pt x="81" y="192"/>
                      <a:pt x="82" y="192"/>
                      <a:pt x="82" y="192"/>
                    </a:cubicBezTo>
                    <a:close/>
                    <a:moveTo>
                      <a:pt x="71" y="200"/>
                    </a:moveTo>
                    <a:cubicBezTo>
                      <a:pt x="71" y="200"/>
                      <a:pt x="71" y="201"/>
                      <a:pt x="70" y="202"/>
                    </a:cubicBezTo>
                    <a:cubicBezTo>
                      <a:pt x="70" y="202"/>
                      <a:pt x="70" y="202"/>
                      <a:pt x="70" y="202"/>
                    </a:cubicBezTo>
                    <a:cubicBezTo>
                      <a:pt x="70" y="202"/>
                      <a:pt x="69" y="202"/>
                      <a:pt x="68" y="201"/>
                    </a:cubicBezTo>
                    <a:cubicBezTo>
                      <a:pt x="68" y="201"/>
                      <a:pt x="68" y="201"/>
                      <a:pt x="68" y="201"/>
                    </a:cubicBezTo>
                    <a:cubicBezTo>
                      <a:pt x="68" y="201"/>
                      <a:pt x="68" y="200"/>
                      <a:pt x="69" y="199"/>
                    </a:cubicBezTo>
                    <a:cubicBezTo>
                      <a:pt x="69" y="199"/>
                      <a:pt x="69" y="199"/>
                      <a:pt x="69" y="199"/>
                    </a:cubicBezTo>
                    <a:cubicBezTo>
                      <a:pt x="69" y="199"/>
                      <a:pt x="69" y="199"/>
                      <a:pt x="69" y="199"/>
                    </a:cubicBezTo>
                    <a:cubicBezTo>
                      <a:pt x="69" y="199"/>
                      <a:pt x="69" y="199"/>
                      <a:pt x="69" y="199"/>
                    </a:cubicBezTo>
                    <a:cubicBezTo>
                      <a:pt x="70" y="199"/>
                      <a:pt x="70" y="199"/>
                      <a:pt x="71" y="200"/>
                    </a:cubicBezTo>
                    <a:close/>
                    <a:moveTo>
                      <a:pt x="59" y="207"/>
                    </a:moveTo>
                    <a:cubicBezTo>
                      <a:pt x="60" y="208"/>
                      <a:pt x="59" y="209"/>
                      <a:pt x="59" y="209"/>
                    </a:cubicBezTo>
                    <a:cubicBezTo>
                      <a:pt x="59" y="209"/>
                      <a:pt x="59" y="209"/>
                      <a:pt x="59" y="209"/>
                    </a:cubicBezTo>
                    <a:cubicBezTo>
                      <a:pt x="58" y="209"/>
                      <a:pt x="57" y="209"/>
                      <a:pt x="57" y="209"/>
                    </a:cubicBezTo>
                    <a:cubicBezTo>
                      <a:pt x="57" y="209"/>
                      <a:pt x="57" y="209"/>
                      <a:pt x="57" y="209"/>
                    </a:cubicBezTo>
                    <a:cubicBezTo>
                      <a:pt x="57" y="208"/>
                      <a:pt x="57" y="207"/>
                      <a:pt x="57" y="207"/>
                    </a:cubicBezTo>
                    <a:cubicBezTo>
                      <a:pt x="57" y="207"/>
                      <a:pt x="57" y="207"/>
                      <a:pt x="57" y="207"/>
                    </a:cubicBezTo>
                    <a:cubicBezTo>
                      <a:pt x="58" y="207"/>
                      <a:pt x="58" y="206"/>
                      <a:pt x="58" y="206"/>
                    </a:cubicBezTo>
                    <a:cubicBezTo>
                      <a:pt x="58" y="206"/>
                      <a:pt x="58" y="206"/>
                      <a:pt x="58" y="206"/>
                    </a:cubicBezTo>
                    <a:cubicBezTo>
                      <a:pt x="59" y="206"/>
                      <a:pt x="59" y="207"/>
                      <a:pt x="59" y="207"/>
                    </a:cubicBezTo>
                    <a:close/>
                    <a:moveTo>
                      <a:pt x="48" y="214"/>
                    </a:moveTo>
                    <a:cubicBezTo>
                      <a:pt x="48" y="215"/>
                      <a:pt x="48" y="216"/>
                      <a:pt x="48" y="216"/>
                    </a:cubicBezTo>
                    <a:cubicBezTo>
                      <a:pt x="48" y="216"/>
                      <a:pt x="48" y="216"/>
                      <a:pt x="48" y="216"/>
                    </a:cubicBezTo>
                    <a:cubicBezTo>
                      <a:pt x="47" y="217"/>
                      <a:pt x="46" y="217"/>
                      <a:pt x="46" y="216"/>
                    </a:cubicBezTo>
                    <a:cubicBezTo>
                      <a:pt x="46" y="216"/>
                      <a:pt x="46" y="216"/>
                      <a:pt x="46" y="216"/>
                    </a:cubicBezTo>
                    <a:cubicBezTo>
                      <a:pt x="45" y="215"/>
                      <a:pt x="45" y="214"/>
                      <a:pt x="46" y="214"/>
                    </a:cubicBezTo>
                    <a:cubicBezTo>
                      <a:pt x="46" y="214"/>
                      <a:pt x="46" y="214"/>
                      <a:pt x="46" y="214"/>
                    </a:cubicBezTo>
                    <a:cubicBezTo>
                      <a:pt x="46" y="214"/>
                      <a:pt x="47" y="214"/>
                      <a:pt x="47" y="214"/>
                    </a:cubicBezTo>
                    <a:cubicBezTo>
                      <a:pt x="47" y="214"/>
                      <a:pt x="47" y="214"/>
                      <a:pt x="47" y="214"/>
                    </a:cubicBezTo>
                    <a:cubicBezTo>
                      <a:pt x="47" y="214"/>
                      <a:pt x="48" y="214"/>
                      <a:pt x="48" y="214"/>
                    </a:cubicBezTo>
                    <a:close/>
                    <a:moveTo>
                      <a:pt x="37" y="222"/>
                    </a:moveTo>
                    <a:cubicBezTo>
                      <a:pt x="37" y="222"/>
                      <a:pt x="37" y="223"/>
                      <a:pt x="36" y="224"/>
                    </a:cubicBezTo>
                    <a:cubicBezTo>
                      <a:pt x="36" y="224"/>
                      <a:pt x="36" y="224"/>
                      <a:pt x="36" y="224"/>
                    </a:cubicBezTo>
                    <a:cubicBezTo>
                      <a:pt x="36" y="224"/>
                      <a:pt x="35" y="224"/>
                      <a:pt x="34" y="223"/>
                    </a:cubicBezTo>
                    <a:cubicBezTo>
                      <a:pt x="34" y="223"/>
                      <a:pt x="34" y="223"/>
                      <a:pt x="34" y="223"/>
                    </a:cubicBezTo>
                    <a:cubicBezTo>
                      <a:pt x="34" y="223"/>
                      <a:pt x="34" y="222"/>
                      <a:pt x="35" y="221"/>
                    </a:cubicBezTo>
                    <a:cubicBezTo>
                      <a:pt x="35" y="221"/>
                      <a:pt x="35" y="221"/>
                      <a:pt x="35" y="221"/>
                    </a:cubicBezTo>
                    <a:cubicBezTo>
                      <a:pt x="35" y="221"/>
                      <a:pt x="35" y="221"/>
                      <a:pt x="35" y="221"/>
                    </a:cubicBezTo>
                    <a:cubicBezTo>
                      <a:pt x="35" y="221"/>
                      <a:pt x="35" y="221"/>
                      <a:pt x="35" y="221"/>
                    </a:cubicBezTo>
                    <a:cubicBezTo>
                      <a:pt x="36" y="221"/>
                      <a:pt x="36" y="221"/>
                      <a:pt x="37" y="222"/>
                    </a:cubicBezTo>
                    <a:close/>
                    <a:moveTo>
                      <a:pt x="25" y="229"/>
                    </a:moveTo>
                    <a:cubicBezTo>
                      <a:pt x="26" y="230"/>
                      <a:pt x="26" y="231"/>
                      <a:pt x="25" y="231"/>
                    </a:cubicBezTo>
                    <a:cubicBezTo>
                      <a:pt x="25" y="231"/>
                      <a:pt x="25" y="231"/>
                      <a:pt x="25" y="231"/>
                    </a:cubicBezTo>
                    <a:cubicBezTo>
                      <a:pt x="24" y="231"/>
                      <a:pt x="23" y="231"/>
                      <a:pt x="23" y="231"/>
                    </a:cubicBezTo>
                    <a:cubicBezTo>
                      <a:pt x="23" y="231"/>
                      <a:pt x="23" y="231"/>
                      <a:pt x="23" y="231"/>
                    </a:cubicBezTo>
                    <a:cubicBezTo>
                      <a:pt x="23" y="230"/>
                      <a:pt x="23" y="229"/>
                      <a:pt x="23" y="229"/>
                    </a:cubicBezTo>
                    <a:cubicBezTo>
                      <a:pt x="23" y="229"/>
                      <a:pt x="23" y="229"/>
                      <a:pt x="23" y="229"/>
                    </a:cubicBezTo>
                    <a:cubicBezTo>
                      <a:pt x="24" y="229"/>
                      <a:pt x="24" y="229"/>
                      <a:pt x="24" y="229"/>
                    </a:cubicBezTo>
                    <a:cubicBezTo>
                      <a:pt x="24" y="229"/>
                      <a:pt x="24" y="229"/>
                      <a:pt x="24" y="229"/>
                    </a:cubicBezTo>
                    <a:cubicBezTo>
                      <a:pt x="25" y="229"/>
                      <a:pt x="25" y="229"/>
                      <a:pt x="25" y="229"/>
                    </a:cubicBezTo>
                    <a:close/>
                    <a:moveTo>
                      <a:pt x="14" y="237"/>
                    </a:moveTo>
                    <a:cubicBezTo>
                      <a:pt x="14" y="237"/>
                      <a:pt x="14" y="238"/>
                      <a:pt x="14" y="238"/>
                    </a:cubicBezTo>
                    <a:cubicBezTo>
                      <a:pt x="14" y="238"/>
                      <a:pt x="14" y="238"/>
                      <a:pt x="14" y="238"/>
                    </a:cubicBezTo>
                    <a:cubicBezTo>
                      <a:pt x="13" y="239"/>
                      <a:pt x="12" y="239"/>
                      <a:pt x="12" y="238"/>
                    </a:cubicBezTo>
                    <a:cubicBezTo>
                      <a:pt x="12" y="238"/>
                      <a:pt x="12" y="238"/>
                      <a:pt x="12" y="238"/>
                    </a:cubicBezTo>
                    <a:cubicBezTo>
                      <a:pt x="11" y="237"/>
                      <a:pt x="12" y="237"/>
                      <a:pt x="12" y="236"/>
                    </a:cubicBezTo>
                    <a:cubicBezTo>
                      <a:pt x="12" y="236"/>
                      <a:pt x="12" y="236"/>
                      <a:pt x="12" y="236"/>
                    </a:cubicBezTo>
                    <a:cubicBezTo>
                      <a:pt x="12" y="236"/>
                      <a:pt x="13" y="236"/>
                      <a:pt x="13" y="236"/>
                    </a:cubicBezTo>
                    <a:cubicBezTo>
                      <a:pt x="13" y="236"/>
                      <a:pt x="13" y="236"/>
                      <a:pt x="13" y="236"/>
                    </a:cubicBezTo>
                    <a:cubicBezTo>
                      <a:pt x="13" y="236"/>
                      <a:pt x="14" y="236"/>
                      <a:pt x="14" y="237"/>
                    </a:cubicBezTo>
                    <a:close/>
                    <a:moveTo>
                      <a:pt x="3" y="244"/>
                    </a:moveTo>
                    <a:cubicBezTo>
                      <a:pt x="3" y="245"/>
                      <a:pt x="3" y="245"/>
                      <a:pt x="2" y="246"/>
                    </a:cubicBezTo>
                    <a:cubicBezTo>
                      <a:pt x="2" y="246"/>
                      <a:pt x="2" y="246"/>
                      <a:pt x="2" y="246"/>
                    </a:cubicBezTo>
                    <a:cubicBezTo>
                      <a:pt x="2" y="246"/>
                      <a:pt x="1" y="246"/>
                      <a:pt x="0" y="245"/>
                    </a:cubicBezTo>
                    <a:cubicBezTo>
                      <a:pt x="0" y="245"/>
                      <a:pt x="0" y="245"/>
                      <a:pt x="0" y="245"/>
                    </a:cubicBezTo>
                    <a:cubicBezTo>
                      <a:pt x="0" y="245"/>
                      <a:pt x="0" y="244"/>
                      <a:pt x="1" y="244"/>
                    </a:cubicBezTo>
                    <a:cubicBezTo>
                      <a:pt x="1" y="244"/>
                      <a:pt x="1" y="244"/>
                      <a:pt x="1" y="244"/>
                    </a:cubicBezTo>
                    <a:cubicBezTo>
                      <a:pt x="1" y="243"/>
                      <a:pt x="1" y="243"/>
                      <a:pt x="2" y="243"/>
                    </a:cubicBezTo>
                    <a:cubicBezTo>
                      <a:pt x="2" y="243"/>
                      <a:pt x="2" y="243"/>
                      <a:pt x="2" y="243"/>
                    </a:cubicBezTo>
                    <a:cubicBezTo>
                      <a:pt x="2" y="243"/>
                      <a:pt x="2" y="244"/>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 name="Google Shape;77;p2"/>
              <p:cNvSpPr/>
              <p:nvPr/>
            </p:nvSpPr>
            <p:spPr>
              <a:xfrm>
                <a:off x="14283794" y="-448701"/>
                <a:ext cx="11748" cy="19580"/>
              </a:xfrm>
              <a:custGeom>
                <a:avLst/>
                <a:gdLst/>
                <a:ahLst/>
                <a:cxnLst/>
                <a:rect l="l" t="t" r="r" b="b"/>
                <a:pathLst>
                  <a:path w="2" h="3" extrusionOk="0">
                    <a:moveTo>
                      <a:pt x="1" y="0"/>
                    </a:moveTo>
                    <a:cubicBezTo>
                      <a:pt x="1" y="0"/>
                      <a:pt x="1" y="0"/>
                      <a:pt x="2" y="0"/>
                    </a:cubicBezTo>
                    <a:cubicBezTo>
                      <a:pt x="2" y="0"/>
                      <a:pt x="2" y="0"/>
                      <a:pt x="2" y="0"/>
                    </a:cubicBezTo>
                    <a:cubicBezTo>
                      <a:pt x="2" y="1"/>
                      <a:pt x="2" y="1"/>
                      <a:pt x="2" y="1"/>
                    </a:cubicBezTo>
                    <a:cubicBezTo>
                      <a:pt x="2" y="1"/>
                      <a:pt x="2" y="2"/>
                      <a:pt x="2" y="2"/>
                    </a:cubicBezTo>
                    <a:cubicBezTo>
                      <a:pt x="2" y="2"/>
                      <a:pt x="2" y="2"/>
                      <a:pt x="2" y="2"/>
                    </a:cubicBezTo>
                    <a:cubicBezTo>
                      <a:pt x="2" y="3"/>
                      <a:pt x="1" y="3"/>
                      <a:pt x="1" y="2"/>
                    </a:cubicBezTo>
                    <a:cubicBezTo>
                      <a:pt x="0" y="2"/>
                      <a:pt x="0" y="2"/>
                      <a:pt x="0" y="2"/>
                    </a:cubicBezTo>
                    <a:cubicBezTo>
                      <a:pt x="0" y="2"/>
                      <a:pt x="0" y="2"/>
                      <a:pt x="0" y="2"/>
                    </a:cubicBezTo>
                    <a:cubicBezTo>
                      <a:pt x="0" y="2"/>
                      <a:pt x="0" y="1"/>
                      <a:pt x="0" y="1"/>
                    </a:cubicBezTo>
                    <a:cubicBezTo>
                      <a:pt x="0" y="1"/>
                      <a:pt x="0" y="1"/>
                      <a:pt x="0" y="0"/>
                    </a:cubicBezTo>
                    <a:cubicBezTo>
                      <a:pt x="0"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8" name="Google Shape;78;p2"/>
            <p:cNvGrpSpPr/>
            <p:nvPr/>
          </p:nvGrpSpPr>
          <p:grpSpPr>
            <a:xfrm>
              <a:off x="8186226" y="3667518"/>
              <a:ext cx="2909670" cy="1609517"/>
              <a:chOff x="16053876" y="2645018"/>
              <a:chExt cx="2909670" cy="1609517"/>
            </a:xfrm>
          </p:grpSpPr>
          <p:sp>
            <p:nvSpPr>
              <p:cNvPr id="79" name="Google Shape;79;p2"/>
              <p:cNvSpPr/>
              <p:nvPr/>
            </p:nvSpPr>
            <p:spPr>
              <a:xfrm>
                <a:off x="16488564" y="4238870"/>
                <a:ext cx="19581" cy="15664"/>
              </a:xfrm>
              <a:custGeom>
                <a:avLst/>
                <a:gdLst/>
                <a:ahLst/>
                <a:cxnLst/>
                <a:rect l="l" t="t" r="r" b="b"/>
                <a:pathLst>
                  <a:path w="3" h="3" extrusionOk="0">
                    <a:moveTo>
                      <a:pt x="2" y="0"/>
                    </a:moveTo>
                    <a:cubicBezTo>
                      <a:pt x="2" y="0"/>
                      <a:pt x="2" y="1"/>
                      <a:pt x="2" y="1"/>
                    </a:cubicBezTo>
                    <a:cubicBezTo>
                      <a:pt x="3" y="1"/>
                      <a:pt x="3" y="1"/>
                      <a:pt x="3" y="2"/>
                    </a:cubicBezTo>
                    <a:cubicBezTo>
                      <a:pt x="3" y="2"/>
                      <a:pt x="3" y="2"/>
                      <a:pt x="2" y="3"/>
                    </a:cubicBezTo>
                    <a:cubicBezTo>
                      <a:pt x="2" y="3"/>
                      <a:pt x="1" y="3"/>
                      <a:pt x="1" y="3"/>
                    </a:cubicBezTo>
                    <a:cubicBezTo>
                      <a:pt x="0" y="2"/>
                      <a:pt x="0" y="2"/>
                      <a:pt x="0" y="2"/>
                    </a:cubicBezTo>
                    <a:cubicBezTo>
                      <a:pt x="0" y="1"/>
                      <a:pt x="0" y="1"/>
                      <a:pt x="1" y="1"/>
                    </a:cubicBezTo>
                    <a:cubicBezTo>
                      <a:pt x="1" y="1"/>
                      <a:pt x="1" y="1"/>
                      <a:pt x="1" y="0"/>
                    </a:cubicBezTo>
                    <a:cubicBezTo>
                      <a:pt x="1" y="0"/>
                      <a:pt x="1"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 name="Google Shape;80;p2"/>
              <p:cNvSpPr/>
              <p:nvPr/>
            </p:nvSpPr>
            <p:spPr>
              <a:xfrm>
                <a:off x="16559054" y="2688095"/>
                <a:ext cx="2337917" cy="1523362"/>
              </a:xfrm>
              <a:custGeom>
                <a:avLst/>
                <a:gdLst/>
                <a:ahLst/>
                <a:cxnLst/>
                <a:rect l="l" t="t" r="r" b="b"/>
                <a:pathLst>
                  <a:path w="377" h="246" extrusionOk="0">
                    <a:moveTo>
                      <a:pt x="376" y="1"/>
                    </a:moveTo>
                    <a:cubicBezTo>
                      <a:pt x="377" y="1"/>
                      <a:pt x="376" y="2"/>
                      <a:pt x="376" y="2"/>
                    </a:cubicBezTo>
                    <a:cubicBezTo>
                      <a:pt x="376" y="2"/>
                      <a:pt x="376" y="2"/>
                      <a:pt x="376" y="2"/>
                    </a:cubicBezTo>
                    <a:cubicBezTo>
                      <a:pt x="375" y="3"/>
                      <a:pt x="374" y="3"/>
                      <a:pt x="374" y="2"/>
                    </a:cubicBezTo>
                    <a:cubicBezTo>
                      <a:pt x="374" y="2"/>
                      <a:pt x="374" y="2"/>
                      <a:pt x="374" y="2"/>
                    </a:cubicBezTo>
                    <a:cubicBezTo>
                      <a:pt x="374" y="1"/>
                      <a:pt x="374" y="1"/>
                      <a:pt x="374" y="0"/>
                    </a:cubicBezTo>
                    <a:cubicBezTo>
                      <a:pt x="374" y="0"/>
                      <a:pt x="374" y="0"/>
                      <a:pt x="374" y="0"/>
                    </a:cubicBezTo>
                    <a:cubicBezTo>
                      <a:pt x="375" y="0"/>
                      <a:pt x="375" y="0"/>
                      <a:pt x="375" y="0"/>
                    </a:cubicBezTo>
                    <a:cubicBezTo>
                      <a:pt x="375" y="0"/>
                      <a:pt x="375" y="0"/>
                      <a:pt x="375" y="0"/>
                    </a:cubicBezTo>
                    <a:cubicBezTo>
                      <a:pt x="375" y="0"/>
                      <a:pt x="376" y="0"/>
                      <a:pt x="376" y="1"/>
                    </a:cubicBezTo>
                    <a:close/>
                    <a:moveTo>
                      <a:pt x="365" y="8"/>
                    </a:moveTo>
                    <a:cubicBezTo>
                      <a:pt x="365" y="9"/>
                      <a:pt x="365" y="9"/>
                      <a:pt x="364" y="10"/>
                    </a:cubicBezTo>
                    <a:cubicBezTo>
                      <a:pt x="364" y="10"/>
                      <a:pt x="364" y="10"/>
                      <a:pt x="364" y="10"/>
                    </a:cubicBezTo>
                    <a:cubicBezTo>
                      <a:pt x="364" y="10"/>
                      <a:pt x="363" y="10"/>
                      <a:pt x="363" y="9"/>
                    </a:cubicBezTo>
                    <a:cubicBezTo>
                      <a:pt x="363" y="9"/>
                      <a:pt x="363" y="9"/>
                      <a:pt x="363" y="9"/>
                    </a:cubicBezTo>
                    <a:cubicBezTo>
                      <a:pt x="362" y="9"/>
                      <a:pt x="362" y="8"/>
                      <a:pt x="363" y="8"/>
                    </a:cubicBezTo>
                    <a:cubicBezTo>
                      <a:pt x="363" y="8"/>
                      <a:pt x="363" y="8"/>
                      <a:pt x="363" y="8"/>
                    </a:cubicBezTo>
                    <a:cubicBezTo>
                      <a:pt x="363" y="7"/>
                      <a:pt x="363" y="7"/>
                      <a:pt x="364" y="7"/>
                    </a:cubicBezTo>
                    <a:cubicBezTo>
                      <a:pt x="364" y="7"/>
                      <a:pt x="364" y="7"/>
                      <a:pt x="364" y="7"/>
                    </a:cubicBezTo>
                    <a:cubicBezTo>
                      <a:pt x="364" y="7"/>
                      <a:pt x="365" y="8"/>
                      <a:pt x="365" y="8"/>
                    </a:cubicBezTo>
                    <a:close/>
                    <a:moveTo>
                      <a:pt x="354" y="15"/>
                    </a:moveTo>
                    <a:cubicBezTo>
                      <a:pt x="354" y="16"/>
                      <a:pt x="354" y="17"/>
                      <a:pt x="353" y="17"/>
                    </a:cubicBezTo>
                    <a:cubicBezTo>
                      <a:pt x="353" y="17"/>
                      <a:pt x="353" y="17"/>
                      <a:pt x="353" y="17"/>
                    </a:cubicBezTo>
                    <a:cubicBezTo>
                      <a:pt x="353" y="18"/>
                      <a:pt x="352" y="17"/>
                      <a:pt x="351" y="17"/>
                    </a:cubicBezTo>
                    <a:cubicBezTo>
                      <a:pt x="351" y="17"/>
                      <a:pt x="351" y="17"/>
                      <a:pt x="351" y="17"/>
                    </a:cubicBezTo>
                    <a:cubicBezTo>
                      <a:pt x="351" y="16"/>
                      <a:pt x="351" y="15"/>
                      <a:pt x="352" y="15"/>
                    </a:cubicBezTo>
                    <a:cubicBezTo>
                      <a:pt x="352" y="15"/>
                      <a:pt x="352" y="15"/>
                      <a:pt x="352" y="15"/>
                    </a:cubicBezTo>
                    <a:cubicBezTo>
                      <a:pt x="352" y="15"/>
                      <a:pt x="352" y="15"/>
                      <a:pt x="352" y="15"/>
                    </a:cubicBezTo>
                    <a:cubicBezTo>
                      <a:pt x="352" y="15"/>
                      <a:pt x="352" y="15"/>
                      <a:pt x="352" y="15"/>
                    </a:cubicBezTo>
                    <a:cubicBezTo>
                      <a:pt x="353" y="15"/>
                      <a:pt x="353" y="15"/>
                      <a:pt x="354" y="15"/>
                    </a:cubicBezTo>
                    <a:close/>
                    <a:moveTo>
                      <a:pt x="342" y="23"/>
                    </a:moveTo>
                    <a:cubicBezTo>
                      <a:pt x="343" y="23"/>
                      <a:pt x="342" y="24"/>
                      <a:pt x="342" y="24"/>
                    </a:cubicBezTo>
                    <a:cubicBezTo>
                      <a:pt x="342" y="24"/>
                      <a:pt x="342" y="24"/>
                      <a:pt x="342" y="24"/>
                    </a:cubicBezTo>
                    <a:cubicBezTo>
                      <a:pt x="341" y="25"/>
                      <a:pt x="340" y="25"/>
                      <a:pt x="340" y="24"/>
                    </a:cubicBezTo>
                    <a:cubicBezTo>
                      <a:pt x="340" y="24"/>
                      <a:pt x="340" y="24"/>
                      <a:pt x="340" y="24"/>
                    </a:cubicBezTo>
                    <a:cubicBezTo>
                      <a:pt x="340" y="23"/>
                      <a:pt x="340" y="23"/>
                      <a:pt x="340" y="22"/>
                    </a:cubicBezTo>
                    <a:cubicBezTo>
                      <a:pt x="340" y="22"/>
                      <a:pt x="340" y="22"/>
                      <a:pt x="340" y="22"/>
                    </a:cubicBezTo>
                    <a:cubicBezTo>
                      <a:pt x="341" y="22"/>
                      <a:pt x="341" y="22"/>
                      <a:pt x="341" y="22"/>
                    </a:cubicBezTo>
                    <a:cubicBezTo>
                      <a:pt x="341" y="22"/>
                      <a:pt x="341" y="22"/>
                      <a:pt x="341" y="22"/>
                    </a:cubicBezTo>
                    <a:cubicBezTo>
                      <a:pt x="342" y="22"/>
                      <a:pt x="342" y="22"/>
                      <a:pt x="342" y="23"/>
                    </a:cubicBezTo>
                    <a:close/>
                    <a:moveTo>
                      <a:pt x="331" y="30"/>
                    </a:moveTo>
                    <a:cubicBezTo>
                      <a:pt x="331" y="31"/>
                      <a:pt x="331" y="31"/>
                      <a:pt x="331" y="32"/>
                    </a:cubicBezTo>
                    <a:cubicBezTo>
                      <a:pt x="331" y="32"/>
                      <a:pt x="331" y="32"/>
                      <a:pt x="331" y="32"/>
                    </a:cubicBezTo>
                    <a:cubicBezTo>
                      <a:pt x="330" y="32"/>
                      <a:pt x="329" y="32"/>
                      <a:pt x="329" y="31"/>
                    </a:cubicBezTo>
                    <a:cubicBezTo>
                      <a:pt x="329" y="31"/>
                      <a:pt x="329" y="31"/>
                      <a:pt x="329" y="31"/>
                    </a:cubicBezTo>
                    <a:cubicBezTo>
                      <a:pt x="328" y="31"/>
                      <a:pt x="328" y="30"/>
                      <a:pt x="329" y="30"/>
                    </a:cubicBezTo>
                    <a:cubicBezTo>
                      <a:pt x="329" y="30"/>
                      <a:pt x="329" y="30"/>
                      <a:pt x="329" y="30"/>
                    </a:cubicBezTo>
                    <a:cubicBezTo>
                      <a:pt x="329" y="29"/>
                      <a:pt x="330" y="29"/>
                      <a:pt x="330" y="29"/>
                    </a:cubicBezTo>
                    <a:cubicBezTo>
                      <a:pt x="330" y="29"/>
                      <a:pt x="330" y="29"/>
                      <a:pt x="330" y="29"/>
                    </a:cubicBezTo>
                    <a:cubicBezTo>
                      <a:pt x="330" y="29"/>
                      <a:pt x="331" y="30"/>
                      <a:pt x="331" y="30"/>
                    </a:cubicBezTo>
                    <a:close/>
                    <a:moveTo>
                      <a:pt x="320" y="37"/>
                    </a:moveTo>
                    <a:cubicBezTo>
                      <a:pt x="320" y="38"/>
                      <a:pt x="320" y="39"/>
                      <a:pt x="319" y="39"/>
                    </a:cubicBezTo>
                    <a:cubicBezTo>
                      <a:pt x="319" y="39"/>
                      <a:pt x="319" y="39"/>
                      <a:pt x="319" y="39"/>
                    </a:cubicBezTo>
                    <a:cubicBezTo>
                      <a:pt x="319" y="40"/>
                      <a:pt x="318" y="39"/>
                      <a:pt x="317" y="39"/>
                    </a:cubicBezTo>
                    <a:cubicBezTo>
                      <a:pt x="317" y="39"/>
                      <a:pt x="317" y="39"/>
                      <a:pt x="317" y="39"/>
                    </a:cubicBezTo>
                    <a:cubicBezTo>
                      <a:pt x="317" y="38"/>
                      <a:pt x="317" y="37"/>
                      <a:pt x="318" y="37"/>
                    </a:cubicBezTo>
                    <a:cubicBezTo>
                      <a:pt x="318" y="37"/>
                      <a:pt x="318" y="37"/>
                      <a:pt x="318" y="37"/>
                    </a:cubicBezTo>
                    <a:cubicBezTo>
                      <a:pt x="318" y="37"/>
                      <a:pt x="318" y="37"/>
                      <a:pt x="318" y="37"/>
                    </a:cubicBezTo>
                    <a:cubicBezTo>
                      <a:pt x="318" y="37"/>
                      <a:pt x="318" y="37"/>
                      <a:pt x="318" y="37"/>
                    </a:cubicBezTo>
                    <a:cubicBezTo>
                      <a:pt x="319" y="37"/>
                      <a:pt x="319" y="37"/>
                      <a:pt x="320" y="37"/>
                    </a:cubicBezTo>
                    <a:close/>
                    <a:moveTo>
                      <a:pt x="308" y="45"/>
                    </a:moveTo>
                    <a:cubicBezTo>
                      <a:pt x="309" y="45"/>
                      <a:pt x="309" y="46"/>
                      <a:pt x="308" y="47"/>
                    </a:cubicBezTo>
                    <a:cubicBezTo>
                      <a:pt x="308" y="47"/>
                      <a:pt x="308" y="47"/>
                      <a:pt x="308" y="47"/>
                    </a:cubicBezTo>
                    <a:cubicBezTo>
                      <a:pt x="307" y="47"/>
                      <a:pt x="306" y="47"/>
                      <a:pt x="306" y="46"/>
                    </a:cubicBezTo>
                    <a:cubicBezTo>
                      <a:pt x="306" y="46"/>
                      <a:pt x="306" y="46"/>
                      <a:pt x="306" y="46"/>
                    </a:cubicBezTo>
                    <a:cubicBezTo>
                      <a:pt x="306" y="46"/>
                      <a:pt x="306" y="45"/>
                      <a:pt x="306" y="44"/>
                    </a:cubicBezTo>
                    <a:cubicBezTo>
                      <a:pt x="306" y="44"/>
                      <a:pt x="306" y="44"/>
                      <a:pt x="306" y="44"/>
                    </a:cubicBezTo>
                    <a:cubicBezTo>
                      <a:pt x="307" y="44"/>
                      <a:pt x="307" y="44"/>
                      <a:pt x="307" y="44"/>
                    </a:cubicBezTo>
                    <a:cubicBezTo>
                      <a:pt x="307" y="44"/>
                      <a:pt x="307" y="44"/>
                      <a:pt x="307" y="44"/>
                    </a:cubicBezTo>
                    <a:cubicBezTo>
                      <a:pt x="308" y="44"/>
                      <a:pt x="308" y="44"/>
                      <a:pt x="308" y="45"/>
                    </a:cubicBezTo>
                    <a:close/>
                    <a:moveTo>
                      <a:pt x="297" y="52"/>
                    </a:moveTo>
                    <a:cubicBezTo>
                      <a:pt x="297" y="53"/>
                      <a:pt x="297" y="54"/>
                      <a:pt x="297" y="54"/>
                    </a:cubicBezTo>
                    <a:cubicBezTo>
                      <a:pt x="297" y="54"/>
                      <a:pt x="297" y="54"/>
                      <a:pt x="297" y="54"/>
                    </a:cubicBezTo>
                    <a:cubicBezTo>
                      <a:pt x="296" y="54"/>
                      <a:pt x="295" y="54"/>
                      <a:pt x="295" y="54"/>
                    </a:cubicBezTo>
                    <a:cubicBezTo>
                      <a:pt x="295" y="54"/>
                      <a:pt x="295" y="54"/>
                      <a:pt x="295" y="54"/>
                    </a:cubicBezTo>
                    <a:cubicBezTo>
                      <a:pt x="294" y="53"/>
                      <a:pt x="295" y="52"/>
                      <a:pt x="295" y="52"/>
                    </a:cubicBezTo>
                    <a:cubicBezTo>
                      <a:pt x="295" y="52"/>
                      <a:pt x="295" y="52"/>
                      <a:pt x="295" y="52"/>
                    </a:cubicBezTo>
                    <a:cubicBezTo>
                      <a:pt x="295" y="52"/>
                      <a:pt x="296" y="51"/>
                      <a:pt x="296" y="51"/>
                    </a:cubicBezTo>
                    <a:cubicBezTo>
                      <a:pt x="296" y="51"/>
                      <a:pt x="296" y="51"/>
                      <a:pt x="296" y="51"/>
                    </a:cubicBezTo>
                    <a:cubicBezTo>
                      <a:pt x="296" y="51"/>
                      <a:pt x="297" y="52"/>
                      <a:pt x="297" y="52"/>
                    </a:cubicBezTo>
                    <a:close/>
                    <a:moveTo>
                      <a:pt x="286" y="59"/>
                    </a:moveTo>
                    <a:cubicBezTo>
                      <a:pt x="286" y="60"/>
                      <a:pt x="286" y="61"/>
                      <a:pt x="285" y="61"/>
                    </a:cubicBezTo>
                    <a:cubicBezTo>
                      <a:pt x="285" y="61"/>
                      <a:pt x="285" y="61"/>
                      <a:pt x="285" y="61"/>
                    </a:cubicBezTo>
                    <a:cubicBezTo>
                      <a:pt x="285" y="62"/>
                      <a:pt x="284" y="62"/>
                      <a:pt x="283" y="61"/>
                    </a:cubicBezTo>
                    <a:cubicBezTo>
                      <a:pt x="283" y="61"/>
                      <a:pt x="283" y="61"/>
                      <a:pt x="283" y="61"/>
                    </a:cubicBezTo>
                    <a:cubicBezTo>
                      <a:pt x="283" y="60"/>
                      <a:pt x="283" y="59"/>
                      <a:pt x="284" y="59"/>
                    </a:cubicBezTo>
                    <a:cubicBezTo>
                      <a:pt x="284" y="59"/>
                      <a:pt x="284" y="59"/>
                      <a:pt x="284" y="59"/>
                    </a:cubicBezTo>
                    <a:cubicBezTo>
                      <a:pt x="284" y="59"/>
                      <a:pt x="284" y="59"/>
                      <a:pt x="285" y="59"/>
                    </a:cubicBezTo>
                    <a:cubicBezTo>
                      <a:pt x="285" y="59"/>
                      <a:pt x="285" y="59"/>
                      <a:pt x="285" y="59"/>
                    </a:cubicBezTo>
                    <a:cubicBezTo>
                      <a:pt x="285" y="59"/>
                      <a:pt x="285" y="59"/>
                      <a:pt x="286" y="59"/>
                    </a:cubicBezTo>
                    <a:close/>
                    <a:moveTo>
                      <a:pt x="274" y="67"/>
                    </a:moveTo>
                    <a:cubicBezTo>
                      <a:pt x="275" y="67"/>
                      <a:pt x="275" y="68"/>
                      <a:pt x="274" y="69"/>
                    </a:cubicBezTo>
                    <a:cubicBezTo>
                      <a:pt x="274" y="69"/>
                      <a:pt x="274" y="69"/>
                      <a:pt x="274" y="69"/>
                    </a:cubicBezTo>
                    <a:cubicBezTo>
                      <a:pt x="273" y="69"/>
                      <a:pt x="273" y="69"/>
                      <a:pt x="272" y="68"/>
                    </a:cubicBezTo>
                    <a:cubicBezTo>
                      <a:pt x="272" y="68"/>
                      <a:pt x="272" y="68"/>
                      <a:pt x="272" y="68"/>
                    </a:cubicBezTo>
                    <a:cubicBezTo>
                      <a:pt x="272" y="68"/>
                      <a:pt x="272" y="67"/>
                      <a:pt x="273" y="66"/>
                    </a:cubicBezTo>
                    <a:cubicBezTo>
                      <a:pt x="273" y="66"/>
                      <a:pt x="273" y="66"/>
                      <a:pt x="273" y="66"/>
                    </a:cubicBezTo>
                    <a:cubicBezTo>
                      <a:pt x="273" y="66"/>
                      <a:pt x="273" y="66"/>
                      <a:pt x="273" y="66"/>
                    </a:cubicBezTo>
                    <a:cubicBezTo>
                      <a:pt x="273" y="66"/>
                      <a:pt x="273" y="66"/>
                      <a:pt x="273" y="66"/>
                    </a:cubicBezTo>
                    <a:cubicBezTo>
                      <a:pt x="274" y="66"/>
                      <a:pt x="274" y="66"/>
                      <a:pt x="274" y="67"/>
                    </a:cubicBezTo>
                    <a:close/>
                    <a:moveTo>
                      <a:pt x="263" y="74"/>
                    </a:moveTo>
                    <a:cubicBezTo>
                      <a:pt x="263" y="75"/>
                      <a:pt x="263" y="76"/>
                      <a:pt x="263" y="76"/>
                    </a:cubicBezTo>
                    <a:cubicBezTo>
                      <a:pt x="263" y="76"/>
                      <a:pt x="263" y="76"/>
                      <a:pt x="263" y="76"/>
                    </a:cubicBezTo>
                    <a:cubicBezTo>
                      <a:pt x="262" y="76"/>
                      <a:pt x="261" y="76"/>
                      <a:pt x="261" y="76"/>
                    </a:cubicBezTo>
                    <a:cubicBezTo>
                      <a:pt x="261" y="76"/>
                      <a:pt x="261" y="76"/>
                      <a:pt x="261" y="76"/>
                    </a:cubicBezTo>
                    <a:cubicBezTo>
                      <a:pt x="260" y="75"/>
                      <a:pt x="261" y="74"/>
                      <a:pt x="261" y="74"/>
                    </a:cubicBezTo>
                    <a:cubicBezTo>
                      <a:pt x="261" y="74"/>
                      <a:pt x="261" y="74"/>
                      <a:pt x="261" y="74"/>
                    </a:cubicBezTo>
                    <a:cubicBezTo>
                      <a:pt x="261" y="74"/>
                      <a:pt x="262" y="74"/>
                      <a:pt x="262" y="74"/>
                    </a:cubicBezTo>
                    <a:cubicBezTo>
                      <a:pt x="262" y="74"/>
                      <a:pt x="262" y="74"/>
                      <a:pt x="262" y="74"/>
                    </a:cubicBezTo>
                    <a:cubicBezTo>
                      <a:pt x="262" y="74"/>
                      <a:pt x="263" y="74"/>
                      <a:pt x="263" y="74"/>
                    </a:cubicBezTo>
                    <a:close/>
                    <a:moveTo>
                      <a:pt x="252" y="82"/>
                    </a:moveTo>
                    <a:cubicBezTo>
                      <a:pt x="252" y="82"/>
                      <a:pt x="252" y="83"/>
                      <a:pt x="251" y="83"/>
                    </a:cubicBezTo>
                    <a:cubicBezTo>
                      <a:pt x="251" y="83"/>
                      <a:pt x="251" y="83"/>
                      <a:pt x="251" y="83"/>
                    </a:cubicBezTo>
                    <a:cubicBezTo>
                      <a:pt x="251" y="84"/>
                      <a:pt x="250" y="84"/>
                      <a:pt x="250" y="83"/>
                    </a:cubicBezTo>
                    <a:cubicBezTo>
                      <a:pt x="250" y="83"/>
                      <a:pt x="250" y="83"/>
                      <a:pt x="250" y="83"/>
                    </a:cubicBezTo>
                    <a:cubicBezTo>
                      <a:pt x="249" y="82"/>
                      <a:pt x="249" y="82"/>
                      <a:pt x="250" y="81"/>
                    </a:cubicBezTo>
                    <a:cubicBezTo>
                      <a:pt x="250" y="81"/>
                      <a:pt x="250" y="81"/>
                      <a:pt x="250" y="81"/>
                    </a:cubicBezTo>
                    <a:cubicBezTo>
                      <a:pt x="250" y="81"/>
                      <a:pt x="250" y="81"/>
                      <a:pt x="251" y="81"/>
                    </a:cubicBezTo>
                    <a:cubicBezTo>
                      <a:pt x="251" y="81"/>
                      <a:pt x="251" y="81"/>
                      <a:pt x="251" y="81"/>
                    </a:cubicBezTo>
                    <a:cubicBezTo>
                      <a:pt x="251" y="81"/>
                      <a:pt x="251" y="81"/>
                      <a:pt x="252" y="82"/>
                    </a:cubicBezTo>
                    <a:close/>
                    <a:moveTo>
                      <a:pt x="240" y="89"/>
                    </a:moveTo>
                    <a:cubicBezTo>
                      <a:pt x="241" y="90"/>
                      <a:pt x="241" y="90"/>
                      <a:pt x="240" y="91"/>
                    </a:cubicBezTo>
                    <a:cubicBezTo>
                      <a:pt x="240" y="91"/>
                      <a:pt x="240" y="91"/>
                      <a:pt x="240" y="91"/>
                    </a:cubicBezTo>
                    <a:cubicBezTo>
                      <a:pt x="239" y="91"/>
                      <a:pt x="239" y="91"/>
                      <a:pt x="238" y="90"/>
                    </a:cubicBezTo>
                    <a:cubicBezTo>
                      <a:pt x="238" y="90"/>
                      <a:pt x="238" y="90"/>
                      <a:pt x="238" y="90"/>
                    </a:cubicBezTo>
                    <a:cubicBezTo>
                      <a:pt x="238" y="90"/>
                      <a:pt x="238" y="89"/>
                      <a:pt x="239" y="89"/>
                    </a:cubicBezTo>
                    <a:cubicBezTo>
                      <a:pt x="239" y="89"/>
                      <a:pt x="239" y="89"/>
                      <a:pt x="239" y="89"/>
                    </a:cubicBezTo>
                    <a:cubicBezTo>
                      <a:pt x="239" y="88"/>
                      <a:pt x="239" y="88"/>
                      <a:pt x="239" y="88"/>
                    </a:cubicBezTo>
                    <a:cubicBezTo>
                      <a:pt x="239" y="88"/>
                      <a:pt x="239" y="88"/>
                      <a:pt x="239" y="88"/>
                    </a:cubicBezTo>
                    <a:cubicBezTo>
                      <a:pt x="240" y="88"/>
                      <a:pt x="240" y="89"/>
                      <a:pt x="240" y="89"/>
                    </a:cubicBezTo>
                    <a:close/>
                    <a:moveTo>
                      <a:pt x="229" y="96"/>
                    </a:moveTo>
                    <a:cubicBezTo>
                      <a:pt x="230" y="97"/>
                      <a:pt x="229" y="98"/>
                      <a:pt x="229" y="98"/>
                    </a:cubicBezTo>
                    <a:cubicBezTo>
                      <a:pt x="229" y="98"/>
                      <a:pt x="229" y="98"/>
                      <a:pt x="229" y="98"/>
                    </a:cubicBezTo>
                    <a:cubicBezTo>
                      <a:pt x="228" y="99"/>
                      <a:pt x="227" y="98"/>
                      <a:pt x="227" y="98"/>
                    </a:cubicBezTo>
                    <a:cubicBezTo>
                      <a:pt x="227" y="98"/>
                      <a:pt x="227" y="98"/>
                      <a:pt x="227" y="98"/>
                    </a:cubicBezTo>
                    <a:cubicBezTo>
                      <a:pt x="227" y="97"/>
                      <a:pt x="227" y="96"/>
                      <a:pt x="227" y="96"/>
                    </a:cubicBezTo>
                    <a:cubicBezTo>
                      <a:pt x="227" y="96"/>
                      <a:pt x="227" y="96"/>
                      <a:pt x="227" y="96"/>
                    </a:cubicBezTo>
                    <a:cubicBezTo>
                      <a:pt x="228" y="96"/>
                      <a:pt x="228" y="96"/>
                      <a:pt x="228" y="96"/>
                    </a:cubicBezTo>
                    <a:cubicBezTo>
                      <a:pt x="228" y="96"/>
                      <a:pt x="228" y="96"/>
                      <a:pt x="228" y="96"/>
                    </a:cubicBezTo>
                    <a:cubicBezTo>
                      <a:pt x="228" y="96"/>
                      <a:pt x="229" y="96"/>
                      <a:pt x="229" y="96"/>
                    </a:cubicBezTo>
                    <a:close/>
                    <a:moveTo>
                      <a:pt x="218" y="104"/>
                    </a:moveTo>
                    <a:cubicBezTo>
                      <a:pt x="218" y="104"/>
                      <a:pt x="218" y="105"/>
                      <a:pt x="217" y="105"/>
                    </a:cubicBezTo>
                    <a:cubicBezTo>
                      <a:pt x="217" y="105"/>
                      <a:pt x="217" y="105"/>
                      <a:pt x="217" y="105"/>
                    </a:cubicBezTo>
                    <a:cubicBezTo>
                      <a:pt x="217" y="106"/>
                      <a:pt x="216" y="106"/>
                      <a:pt x="216" y="105"/>
                    </a:cubicBezTo>
                    <a:cubicBezTo>
                      <a:pt x="216" y="105"/>
                      <a:pt x="216" y="105"/>
                      <a:pt x="216" y="105"/>
                    </a:cubicBezTo>
                    <a:cubicBezTo>
                      <a:pt x="215" y="105"/>
                      <a:pt x="215" y="104"/>
                      <a:pt x="216" y="103"/>
                    </a:cubicBezTo>
                    <a:cubicBezTo>
                      <a:pt x="216" y="103"/>
                      <a:pt x="216" y="103"/>
                      <a:pt x="216" y="103"/>
                    </a:cubicBezTo>
                    <a:cubicBezTo>
                      <a:pt x="216" y="103"/>
                      <a:pt x="216" y="103"/>
                      <a:pt x="217" y="103"/>
                    </a:cubicBezTo>
                    <a:cubicBezTo>
                      <a:pt x="217" y="103"/>
                      <a:pt x="217" y="103"/>
                      <a:pt x="217" y="103"/>
                    </a:cubicBezTo>
                    <a:cubicBezTo>
                      <a:pt x="217" y="103"/>
                      <a:pt x="218" y="103"/>
                      <a:pt x="218" y="104"/>
                    </a:cubicBezTo>
                    <a:close/>
                    <a:moveTo>
                      <a:pt x="207" y="111"/>
                    </a:moveTo>
                    <a:cubicBezTo>
                      <a:pt x="207" y="112"/>
                      <a:pt x="207" y="112"/>
                      <a:pt x="206" y="113"/>
                    </a:cubicBezTo>
                    <a:cubicBezTo>
                      <a:pt x="206" y="113"/>
                      <a:pt x="206" y="113"/>
                      <a:pt x="206" y="113"/>
                    </a:cubicBezTo>
                    <a:cubicBezTo>
                      <a:pt x="206" y="113"/>
                      <a:pt x="205" y="113"/>
                      <a:pt x="204" y="112"/>
                    </a:cubicBezTo>
                    <a:cubicBezTo>
                      <a:pt x="204" y="112"/>
                      <a:pt x="204" y="112"/>
                      <a:pt x="204" y="112"/>
                    </a:cubicBezTo>
                    <a:cubicBezTo>
                      <a:pt x="204" y="112"/>
                      <a:pt x="204" y="111"/>
                      <a:pt x="205" y="111"/>
                    </a:cubicBezTo>
                    <a:cubicBezTo>
                      <a:pt x="205" y="111"/>
                      <a:pt x="205" y="111"/>
                      <a:pt x="205" y="111"/>
                    </a:cubicBezTo>
                    <a:cubicBezTo>
                      <a:pt x="205" y="110"/>
                      <a:pt x="205" y="110"/>
                      <a:pt x="205" y="110"/>
                    </a:cubicBezTo>
                    <a:cubicBezTo>
                      <a:pt x="205" y="110"/>
                      <a:pt x="205" y="110"/>
                      <a:pt x="205" y="110"/>
                    </a:cubicBezTo>
                    <a:cubicBezTo>
                      <a:pt x="206" y="110"/>
                      <a:pt x="206" y="111"/>
                      <a:pt x="207" y="111"/>
                    </a:cubicBezTo>
                    <a:close/>
                    <a:moveTo>
                      <a:pt x="195" y="118"/>
                    </a:moveTo>
                    <a:cubicBezTo>
                      <a:pt x="196" y="119"/>
                      <a:pt x="195" y="120"/>
                      <a:pt x="195" y="120"/>
                    </a:cubicBezTo>
                    <a:cubicBezTo>
                      <a:pt x="195" y="120"/>
                      <a:pt x="195" y="120"/>
                      <a:pt x="195" y="120"/>
                    </a:cubicBezTo>
                    <a:cubicBezTo>
                      <a:pt x="194" y="121"/>
                      <a:pt x="193" y="120"/>
                      <a:pt x="193" y="120"/>
                    </a:cubicBezTo>
                    <a:cubicBezTo>
                      <a:pt x="193" y="120"/>
                      <a:pt x="193" y="120"/>
                      <a:pt x="193" y="120"/>
                    </a:cubicBezTo>
                    <a:cubicBezTo>
                      <a:pt x="193" y="119"/>
                      <a:pt x="193" y="118"/>
                      <a:pt x="193" y="118"/>
                    </a:cubicBezTo>
                    <a:cubicBezTo>
                      <a:pt x="193" y="118"/>
                      <a:pt x="193" y="118"/>
                      <a:pt x="193" y="118"/>
                    </a:cubicBezTo>
                    <a:cubicBezTo>
                      <a:pt x="194" y="118"/>
                      <a:pt x="194" y="118"/>
                      <a:pt x="194" y="118"/>
                    </a:cubicBezTo>
                    <a:cubicBezTo>
                      <a:pt x="194" y="118"/>
                      <a:pt x="194" y="118"/>
                      <a:pt x="194" y="118"/>
                    </a:cubicBezTo>
                    <a:cubicBezTo>
                      <a:pt x="195" y="118"/>
                      <a:pt x="195" y="118"/>
                      <a:pt x="195" y="118"/>
                    </a:cubicBezTo>
                    <a:close/>
                    <a:moveTo>
                      <a:pt x="184" y="126"/>
                    </a:moveTo>
                    <a:cubicBezTo>
                      <a:pt x="184" y="126"/>
                      <a:pt x="184" y="127"/>
                      <a:pt x="183" y="128"/>
                    </a:cubicBezTo>
                    <a:cubicBezTo>
                      <a:pt x="183" y="128"/>
                      <a:pt x="183" y="128"/>
                      <a:pt x="183" y="128"/>
                    </a:cubicBezTo>
                    <a:cubicBezTo>
                      <a:pt x="183" y="128"/>
                      <a:pt x="182" y="128"/>
                      <a:pt x="182" y="127"/>
                    </a:cubicBezTo>
                    <a:cubicBezTo>
                      <a:pt x="182" y="127"/>
                      <a:pt x="182" y="127"/>
                      <a:pt x="182" y="127"/>
                    </a:cubicBezTo>
                    <a:cubicBezTo>
                      <a:pt x="181" y="127"/>
                      <a:pt x="181" y="126"/>
                      <a:pt x="182" y="125"/>
                    </a:cubicBezTo>
                    <a:cubicBezTo>
                      <a:pt x="182" y="125"/>
                      <a:pt x="182" y="125"/>
                      <a:pt x="182" y="125"/>
                    </a:cubicBezTo>
                    <a:cubicBezTo>
                      <a:pt x="182" y="125"/>
                      <a:pt x="183" y="125"/>
                      <a:pt x="183" y="125"/>
                    </a:cubicBezTo>
                    <a:cubicBezTo>
                      <a:pt x="183" y="125"/>
                      <a:pt x="183" y="125"/>
                      <a:pt x="183" y="125"/>
                    </a:cubicBezTo>
                    <a:cubicBezTo>
                      <a:pt x="183" y="125"/>
                      <a:pt x="184" y="125"/>
                      <a:pt x="184" y="126"/>
                    </a:cubicBezTo>
                    <a:close/>
                    <a:moveTo>
                      <a:pt x="173" y="133"/>
                    </a:moveTo>
                    <a:cubicBezTo>
                      <a:pt x="173" y="134"/>
                      <a:pt x="173" y="135"/>
                      <a:pt x="172" y="135"/>
                    </a:cubicBezTo>
                    <a:cubicBezTo>
                      <a:pt x="172" y="135"/>
                      <a:pt x="172" y="135"/>
                      <a:pt x="172" y="135"/>
                    </a:cubicBezTo>
                    <a:cubicBezTo>
                      <a:pt x="172" y="135"/>
                      <a:pt x="171" y="135"/>
                      <a:pt x="170" y="135"/>
                    </a:cubicBezTo>
                    <a:cubicBezTo>
                      <a:pt x="170" y="135"/>
                      <a:pt x="170" y="135"/>
                      <a:pt x="170" y="135"/>
                    </a:cubicBezTo>
                    <a:cubicBezTo>
                      <a:pt x="170" y="134"/>
                      <a:pt x="170" y="133"/>
                      <a:pt x="171" y="133"/>
                    </a:cubicBezTo>
                    <a:cubicBezTo>
                      <a:pt x="171" y="133"/>
                      <a:pt x="171" y="133"/>
                      <a:pt x="171" y="133"/>
                    </a:cubicBezTo>
                    <a:cubicBezTo>
                      <a:pt x="171" y="133"/>
                      <a:pt x="171" y="133"/>
                      <a:pt x="171" y="133"/>
                    </a:cubicBezTo>
                    <a:cubicBezTo>
                      <a:pt x="171" y="133"/>
                      <a:pt x="171" y="133"/>
                      <a:pt x="171" y="133"/>
                    </a:cubicBezTo>
                    <a:cubicBezTo>
                      <a:pt x="172" y="133"/>
                      <a:pt x="172" y="133"/>
                      <a:pt x="173" y="133"/>
                    </a:cubicBezTo>
                    <a:close/>
                    <a:moveTo>
                      <a:pt x="161" y="140"/>
                    </a:moveTo>
                    <a:cubicBezTo>
                      <a:pt x="162" y="141"/>
                      <a:pt x="161" y="142"/>
                      <a:pt x="161" y="142"/>
                    </a:cubicBezTo>
                    <a:cubicBezTo>
                      <a:pt x="161" y="142"/>
                      <a:pt x="161" y="142"/>
                      <a:pt x="161" y="142"/>
                    </a:cubicBezTo>
                    <a:cubicBezTo>
                      <a:pt x="160" y="143"/>
                      <a:pt x="159" y="143"/>
                      <a:pt x="159" y="142"/>
                    </a:cubicBezTo>
                    <a:cubicBezTo>
                      <a:pt x="159" y="142"/>
                      <a:pt x="159" y="142"/>
                      <a:pt x="159" y="142"/>
                    </a:cubicBezTo>
                    <a:cubicBezTo>
                      <a:pt x="159" y="141"/>
                      <a:pt x="159" y="140"/>
                      <a:pt x="159" y="140"/>
                    </a:cubicBezTo>
                    <a:cubicBezTo>
                      <a:pt x="159" y="140"/>
                      <a:pt x="159" y="140"/>
                      <a:pt x="159" y="140"/>
                    </a:cubicBezTo>
                    <a:cubicBezTo>
                      <a:pt x="160" y="140"/>
                      <a:pt x="160" y="140"/>
                      <a:pt x="160" y="140"/>
                    </a:cubicBezTo>
                    <a:cubicBezTo>
                      <a:pt x="160" y="140"/>
                      <a:pt x="160" y="140"/>
                      <a:pt x="160" y="140"/>
                    </a:cubicBezTo>
                    <a:cubicBezTo>
                      <a:pt x="161" y="140"/>
                      <a:pt x="161" y="140"/>
                      <a:pt x="161" y="140"/>
                    </a:cubicBezTo>
                    <a:close/>
                    <a:moveTo>
                      <a:pt x="150" y="148"/>
                    </a:moveTo>
                    <a:cubicBezTo>
                      <a:pt x="150" y="148"/>
                      <a:pt x="150" y="149"/>
                      <a:pt x="150" y="150"/>
                    </a:cubicBezTo>
                    <a:cubicBezTo>
                      <a:pt x="150" y="150"/>
                      <a:pt x="150" y="150"/>
                      <a:pt x="150" y="150"/>
                    </a:cubicBezTo>
                    <a:cubicBezTo>
                      <a:pt x="149" y="150"/>
                      <a:pt x="148" y="150"/>
                      <a:pt x="148" y="149"/>
                    </a:cubicBezTo>
                    <a:cubicBezTo>
                      <a:pt x="148" y="149"/>
                      <a:pt x="148" y="149"/>
                      <a:pt x="148" y="149"/>
                    </a:cubicBezTo>
                    <a:cubicBezTo>
                      <a:pt x="147" y="149"/>
                      <a:pt x="148" y="148"/>
                      <a:pt x="148" y="147"/>
                    </a:cubicBezTo>
                    <a:cubicBezTo>
                      <a:pt x="148" y="147"/>
                      <a:pt x="148" y="147"/>
                      <a:pt x="148" y="147"/>
                    </a:cubicBezTo>
                    <a:cubicBezTo>
                      <a:pt x="148" y="147"/>
                      <a:pt x="149" y="147"/>
                      <a:pt x="149" y="147"/>
                    </a:cubicBezTo>
                    <a:cubicBezTo>
                      <a:pt x="149" y="147"/>
                      <a:pt x="149" y="147"/>
                      <a:pt x="149" y="147"/>
                    </a:cubicBezTo>
                    <a:cubicBezTo>
                      <a:pt x="149" y="147"/>
                      <a:pt x="150" y="147"/>
                      <a:pt x="150" y="148"/>
                    </a:cubicBezTo>
                    <a:close/>
                    <a:moveTo>
                      <a:pt x="139" y="155"/>
                    </a:moveTo>
                    <a:cubicBezTo>
                      <a:pt x="139" y="156"/>
                      <a:pt x="139" y="157"/>
                      <a:pt x="138" y="157"/>
                    </a:cubicBezTo>
                    <a:cubicBezTo>
                      <a:pt x="138" y="157"/>
                      <a:pt x="138" y="157"/>
                      <a:pt x="138" y="157"/>
                    </a:cubicBezTo>
                    <a:cubicBezTo>
                      <a:pt x="138" y="157"/>
                      <a:pt x="137" y="157"/>
                      <a:pt x="136" y="157"/>
                    </a:cubicBezTo>
                    <a:cubicBezTo>
                      <a:pt x="136" y="157"/>
                      <a:pt x="136" y="157"/>
                      <a:pt x="136" y="157"/>
                    </a:cubicBezTo>
                    <a:cubicBezTo>
                      <a:pt x="136" y="156"/>
                      <a:pt x="136" y="155"/>
                      <a:pt x="137" y="155"/>
                    </a:cubicBezTo>
                    <a:cubicBezTo>
                      <a:pt x="137" y="155"/>
                      <a:pt x="137" y="155"/>
                      <a:pt x="137" y="155"/>
                    </a:cubicBezTo>
                    <a:cubicBezTo>
                      <a:pt x="137" y="155"/>
                      <a:pt x="137" y="155"/>
                      <a:pt x="138" y="155"/>
                    </a:cubicBezTo>
                    <a:cubicBezTo>
                      <a:pt x="138" y="155"/>
                      <a:pt x="138" y="155"/>
                      <a:pt x="138" y="155"/>
                    </a:cubicBezTo>
                    <a:cubicBezTo>
                      <a:pt x="138" y="155"/>
                      <a:pt x="138" y="155"/>
                      <a:pt x="139" y="155"/>
                    </a:cubicBezTo>
                    <a:close/>
                    <a:moveTo>
                      <a:pt x="127" y="163"/>
                    </a:moveTo>
                    <a:cubicBezTo>
                      <a:pt x="128" y="163"/>
                      <a:pt x="128" y="164"/>
                      <a:pt x="127" y="164"/>
                    </a:cubicBezTo>
                    <a:cubicBezTo>
                      <a:pt x="127" y="164"/>
                      <a:pt x="127" y="164"/>
                      <a:pt x="127" y="164"/>
                    </a:cubicBezTo>
                    <a:cubicBezTo>
                      <a:pt x="126" y="165"/>
                      <a:pt x="126" y="165"/>
                      <a:pt x="125" y="164"/>
                    </a:cubicBezTo>
                    <a:cubicBezTo>
                      <a:pt x="125" y="164"/>
                      <a:pt x="125" y="164"/>
                      <a:pt x="125" y="164"/>
                    </a:cubicBezTo>
                    <a:cubicBezTo>
                      <a:pt x="125" y="163"/>
                      <a:pt x="125" y="163"/>
                      <a:pt x="126" y="162"/>
                    </a:cubicBezTo>
                    <a:cubicBezTo>
                      <a:pt x="126" y="162"/>
                      <a:pt x="126" y="162"/>
                      <a:pt x="126" y="162"/>
                    </a:cubicBezTo>
                    <a:cubicBezTo>
                      <a:pt x="126" y="162"/>
                      <a:pt x="126" y="162"/>
                      <a:pt x="126" y="162"/>
                    </a:cubicBezTo>
                    <a:cubicBezTo>
                      <a:pt x="126" y="162"/>
                      <a:pt x="126" y="162"/>
                      <a:pt x="126" y="162"/>
                    </a:cubicBezTo>
                    <a:cubicBezTo>
                      <a:pt x="127" y="162"/>
                      <a:pt x="127" y="162"/>
                      <a:pt x="127" y="163"/>
                    </a:cubicBezTo>
                    <a:close/>
                    <a:moveTo>
                      <a:pt x="116" y="170"/>
                    </a:moveTo>
                    <a:cubicBezTo>
                      <a:pt x="116" y="171"/>
                      <a:pt x="116" y="171"/>
                      <a:pt x="116" y="172"/>
                    </a:cubicBezTo>
                    <a:cubicBezTo>
                      <a:pt x="116" y="172"/>
                      <a:pt x="116" y="172"/>
                      <a:pt x="116" y="172"/>
                    </a:cubicBezTo>
                    <a:cubicBezTo>
                      <a:pt x="115" y="172"/>
                      <a:pt x="114" y="172"/>
                      <a:pt x="114" y="171"/>
                    </a:cubicBezTo>
                    <a:cubicBezTo>
                      <a:pt x="114" y="171"/>
                      <a:pt x="114" y="171"/>
                      <a:pt x="114" y="171"/>
                    </a:cubicBezTo>
                    <a:cubicBezTo>
                      <a:pt x="113" y="171"/>
                      <a:pt x="114" y="170"/>
                      <a:pt x="114" y="170"/>
                    </a:cubicBezTo>
                    <a:cubicBezTo>
                      <a:pt x="114" y="170"/>
                      <a:pt x="114" y="170"/>
                      <a:pt x="114" y="170"/>
                    </a:cubicBezTo>
                    <a:cubicBezTo>
                      <a:pt x="114" y="169"/>
                      <a:pt x="115" y="169"/>
                      <a:pt x="115" y="169"/>
                    </a:cubicBezTo>
                    <a:cubicBezTo>
                      <a:pt x="115" y="169"/>
                      <a:pt x="115" y="169"/>
                      <a:pt x="115" y="169"/>
                    </a:cubicBezTo>
                    <a:cubicBezTo>
                      <a:pt x="115" y="169"/>
                      <a:pt x="116" y="170"/>
                      <a:pt x="116" y="170"/>
                    </a:cubicBezTo>
                    <a:close/>
                    <a:moveTo>
                      <a:pt x="105" y="177"/>
                    </a:moveTo>
                    <a:cubicBezTo>
                      <a:pt x="105" y="178"/>
                      <a:pt x="105" y="179"/>
                      <a:pt x="104" y="179"/>
                    </a:cubicBezTo>
                    <a:cubicBezTo>
                      <a:pt x="104" y="179"/>
                      <a:pt x="104" y="179"/>
                      <a:pt x="104" y="179"/>
                    </a:cubicBezTo>
                    <a:cubicBezTo>
                      <a:pt x="104" y="180"/>
                      <a:pt x="103" y="179"/>
                      <a:pt x="102" y="179"/>
                    </a:cubicBezTo>
                    <a:cubicBezTo>
                      <a:pt x="102" y="179"/>
                      <a:pt x="102" y="179"/>
                      <a:pt x="102" y="179"/>
                    </a:cubicBezTo>
                    <a:cubicBezTo>
                      <a:pt x="102" y="178"/>
                      <a:pt x="102" y="177"/>
                      <a:pt x="103" y="177"/>
                    </a:cubicBezTo>
                    <a:cubicBezTo>
                      <a:pt x="103" y="177"/>
                      <a:pt x="103" y="177"/>
                      <a:pt x="103" y="177"/>
                    </a:cubicBezTo>
                    <a:cubicBezTo>
                      <a:pt x="103" y="177"/>
                      <a:pt x="103" y="177"/>
                      <a:pt x="104" y="177"/>
                    </a:cubicBezTo>
                    <a:cubicBezTo>
                      <a:pt x="104" y="177"/>
                      <a:pt x="104" y="177"/>
                      <a:pt x="104" y="177"/>
                    </a:cubicBezTo>
                    <a:cubicBezTo>
                      <a:pt x="104" y="177"/>
                      <a:pt x="104" y="177"/>
                      <a:pt x="105" y="177"/>
                    </a:cubicBezTo>
                    <a:close/>
                    <a:moveTo>
                      <a:pt x="93" y="185"/>
                    </a:moveTo>
                    <a:cubicBezTo>
                      <a:pt x="94" y="185"/>
                      <a:pt x="94" y="186"/>
                      <a:pt x="93" y="187"/>
                    </a:cubicBezTo>
                    <a:cubicBezTo>
                      <a:pt x="93" y="187"/>
                      <a:pt x="93" y="187"/>
                      <a:pt x="93" y="187"/>
                    </a:cubicBezTo>
                    <a:cubicBezTo>
                      <a:pt x="92" y="187"/>
                      <a:pt x="92" y="187"/>
                      <a:pt x="91" y="186"/>
                    </a:cubicBezTo>
                    <a:cubicBezTo>
                      <a:pt x="91" y="186"/>
                      <a:pt x="91" y="186"/>
                      <a:pt x="91" y="186"/>
                    </a:cubicBezTo>
                    <a:cubicBezTo>
                      <a:pt x="91" y="186"/>
                      <a:pt x="91" y="185"/>
                      <a:pt x="92" y="184"/>
                    </a:cubicBezTo>
                    <a:cubicBezTo>
                      <a:pt x="92" y="184"/>
                      <a:pt x="92" y="184"/>
                      <a:pt x="92" y="184"/>
                    </a:cubicBezTo>
                    <a:cubicBezTo>
                      <a:pt x="92" y="184"/>
                      <a:pt x="92" y="184"/>
                      <a:pt x="92" y="184"/>
                    </a:cubicBezTo>
                    <a:cubicBezTo>
                      <a:pt x="92" y="184"/>
                      <a:pt x="92" y="184"/>
                      <a:pt x="92" y="184"/>
                    </a:cubicBezTo>
                    <a:cubicBezTo>
                      <a:pt x="93" y="184"/>
                      <a:pt x="93" y="184"/>
                      <a:pt x="93" y="185"/>
                    </a:cubicBezTo>
                    <a:close/>
                    <a:moveTo>
                      <a:pt x="82" y="192"/>
                    </a:moveTo>
                    <a:cubicBezTo>
                      <a:pt x="83" y="193"/>
                      <a:pt x="82" y="193"/>
                      <a:pt x="82" y="194"/>
                    </a:cubicBezTo>
                    <a:cubicBezTo>
                      <a:pt x="82" y="194"/>
                      <a:pt x="82" y="194"/>
                      <a:pt x="82" y="194"/>
                    </a:cubicBezTo>
                    <a:cubicBezTo>
                      <a:pt x="81" y="194"/>
                      <a:pt x="80" y="194"/>
                      <a:pt x="80" y="194"/>
                    </a:cubicBezTo>
                    <a:cubicBezTo>
                      <a:pt x="80" y="194"/>
                      <a:pt x="80" y="194"/>
                      <a:pt x="80" y="194"/>
                    </a:cubicBezTo>
                    <a:cubicBezTo>
                      <a:pt x="79" y="193"/>
                      <a:pt x="80" y="192"/>
                      <a:pt x="80" y="192"/>
                    </a:cubicBezTo>
                    <a:cubicBezTo>
                      <a:pt x="80" y="192"/>
                      <a:pt x="80" y="192"/>
                      <a:pt x="80" y="192"/>
                    </a:cubicBezTo>
                    <a:cubicBezTo>
                      <a:pt x="80" y="192"/>
                      <a:pt x="81" y="191"/>
                      <a:pt x="81" y="191"/>
                    </a:cubicBezTo>
                    <a:cubicBezTo>
                      <a:pt x="81" y="191"/>
                      <a:pt x="81" y="191"/>
                      <a:pt x="81" y="191"/>
                    </a:cubicBezTo>
                    <a:cubicBezTo>
                      <a:pt x="81" y="191"/>
                      <a:pt x="82" y="192"/>
                      <a:pt x="82" y="192"/>
                    </a:cubicBezTo>
                    <a:close/>
                    <a:moveTo>
                      <a:pt x="71" y="199"/>
                    </a:moveTo>
                    <a:cubicBezTo>
                      <a:pt x="71" y="200"/>
                      <a:pt x="71" y="201"/>
                      <a:pt x="70" y="201"/>
                    </a:cubicBezTo>
                    <a:cubicBezTo>
                      <a:pt x="70" y="201"/>
                      <a:pt x="70" y="201"/>
                      <a:pt x="70" y="201"/>
                    </a:cubicBezTo>
                    <a:cubicBezTo>
                      <a:pt x="70" y="202"/>
                      <a:pt x="69" y="202"/>
                      <a:pt x="69" y="201"/>
                    </a:cubicBezTo>
                    <a:cubicBezTo>
                      <a:pt x="69" y="201"/>
                      <a:pt x="69" y="201"/>
                      <a:pt x="69" y="201"/>
                    </a:cubicBezTo>
                    <a:cubicBezTo>
                      <a:pt x="68" y="200"/>
                      <a:pt x="68" y="199"/>
                      <a:pt x="69" y="199"/>
                    </a:cubicBezTo>
                    <a:cubicBezTo>
                      <a:pt x="69" y="199"/>
                      <a:pt x="69" y="199"/>
                      <a:pt x="69" y="199"/>
                    </a:cubicBezTo>
                    <a:cubicBezTo>
                      <a:pt x="69" y="199"/>
                      <a:pt x="69" y="199"/>
                      <a:pt x="70" y="199"/>
                    </a:cubicBezTo>
                    <a:cubicBezTo>
                      <a:pt x="70" y="199"/>
                      <a:pt x="70" y="199"/>
                      <a:pt x="70" y="199"/>
                    </a:cubicBezTo>
                    <a:cubicBezTo>
                      <a:pt x="70" y="199"/>
                      <a:pt x="71" y="199"/>
                      <a:pt x="71" y="199"/>
                    </a:cubicBezTo>
                    <a:close/>
                    <a:moveTo>
                      <a:pt x="60" y="207"/>
                    </a:moveTo>
                    <a:cubicBezTo>
                      <a:pt x="60" y="207"/>
                      <a:pt x="60" y="208"/>
                      <a:pt x="59" y="209"/>
                    </a:cubicBezTo>
                    <a:cubicBezTo>
                      <a:pt x="59" y="209"/>
                      <a:pt x="59" y="209"/>
                      <a:pt x="59" y="209"/>
                    </a:cubicBezTo>
                    <a:cubicBezTo>
                      <a:pt x="58" y="209"/>
                      <a:pt x="58" y="209"/>
                      <a:pt x="57" y="208"/>
                    </a:cubicBezTo>
                    <a:cubicBezTo>
                      <a:pt x="57" y="208"/>
                      <a:pt x="57" y="208"/>
                      <a:pt x="57" y="208"/>
                    </a:cubicBezTo>
                    <a:cubicBezTo>
                      <a:pt x="57" y="208"/>
                      <a:pt x="57" y="207"/>
                      <a:pt x="58" y="206"/>
                    </a:cubicBezTo>
                    <a:cubicBezTo>
                      <a:pt x="58" y="206"/>
                      <a:pt x="58" y="206"/>
                      <a:pt x="58" y="206"/>
                    </a:cubicBezTo>
                    <a:cubicBezTo>
                      <a:pt x="58" y="206"/>
                      <a:pt x="58" y="206"/>
                      <a:pt x="58" y="206"/>
                    </a:cubicBezTo>
                    <a:cubicBezTo>
                      <a:pt x="58" y="206"/>
                      <a:pt x="58" y="206"/>
                      <a:pt x="58" y="206"/>
                    </a:cubicBezTo>
                    <a:cubicBezTo>
                      <a:pt x="59" y="206"/>
                      <a:pt x="59" y="206"/>
                      <a:pt x="60" y="207"/>
                    </a:cubicBezTo>
                    <a:close/>
                    <a:moveTo>
                      <a:pt x="48" y="214"/>
                    </a:moveTo>
                    <a:cubicBezTo>
                      <a:pt x="49" y="215"/>
                      <a:pt x="48" y="216"/>
                      <a:pt x="48" y="216"/>
                    </a:cubicBezTo>
                    <a:cubicBezTo>
                      <a:pt x="48" y="216"/>
                      <a:pt x="48" y="216"/>
                      <a:pt x="48" y="216"/>
                    </a:cubicBezTo>
                    <a:cubicBezTo>
                      <a:pt x="47" y="216"/>
                      <a:pt x="46" y="216"/>
                      <a:pt x="46" y="216"/>
                    </a:cubicBezTo>
                    <a:cubicBezTo>
                      <a:pt x="46" y="216"/>
                      <a:pt x="46" y="216"/>
                      <a:pt x="46" y="216"/>
                    </a:cubicBezTo>
                    <a:cubicBezTo>
                      <a:pt x="46" y="215"/>
                      <a:pt x="46" y="214"/>
                      <a:pt x="46" y="214"/>
                    </a:cubicBezTo>
                    <a:cubicBezTo>
                      <a:pt x="46" y="214"/>
                      <a:pt x="46" y="214"/>
                      <a:pt x="46" y="214"/>
                    </a:cubicBezTo>
                    <a:cubicBezTo>
                      <a:pt x="47" y="214"/>
                      <a:pt x="47" y="214"/>
                      <a:pt x="47" y="214"/>
                    </a:cubicBezTo>
                    <a:cubicBezTo>
                      <a:pt x="47" y="214"/>
                      <a:pt x="47" y="214"/>
                      <a:pt x="47" y="214"/>
                    </a:cubicBezTo>
                    <a:cubicBezTo>
                      <a:pt x="48" y="214"/>
                      <a:pt x="48" y="214"/>
                      <a:pt x="48" y="214"/>
                    </a:cubicBezTo>
                    <a:close/>
                    <a:moveTo>
                      <a:pt x="37" y="222"/>
                    </a:moveTo>
                    <a:cubicBezTo>
                      <a:pt x="37" y="222"/>
                      <a:pt x="37" y="223"/>
                      <a:pt x="36" y="223"/>
                    </a:cubicBezTo>
                    <a:cubicBezTo>
                      <a:pt x="36" y="223"/>
                      <a:pt x="36" y="223"/>
                      <a:pt x="36" y="223"/>
                    </a:cubicBezTo>
                    <a:cubicBezTo>
                      <a:pt x="36" y="224"/>
                      <a:pt x="35" y="224"/>
                      <a:pt x="35" y="223"/>
                    </a:cubicBezTo>
                    <a:cubicBezTo>
                      <a:pt x="35" y="223"/>
                      <a:pt x="35" y="223"/>
                      <a:pt x="35" y="223"/>
                    </a:cubicBezTo>
                    <a:cubicBezTo>
                      <a:pt x="34" y="222"/>
                      <a:pt x="34" y="222"/>
                      <a:pt x="35" y="221"/>
                    </a:cubicBezTo>
                    <a:cubicBezTo>
                      <a:pt x="35" y="221"/>
                      <a:pt x="35" y="221"/>
                      <a:pt x="35" y="221"/>
                    </a:cubicBezTo>
                    <a:cubicBezTo>
                      <a:pt x="35" y="221"/>
                      <a:pt x="36" y="221"/>
                      <a:pt x="36" y="221"/>
                    </a:cubicBezTo>
                    <a:cubicBezTo>
                      <a:pt x="36" y="221"/>
                      <a:pt x="36" y="221"/>
                      <a:pt x="36" y="221"/>
                    </a:cubicBezTo>
                    <a:cubicBezTo>
                      <a:pt x="36" y="221"/>
                      <a:pt x="37" y="221"/>
                      <a:pt x="37" y="222"/>
                    </a:cubicBezTo>
                    <a:close/>
                    <a:moveTo>
                      <a:pt x="26" y="229"/>
                    </a:moveTo>
                    <a:cubicBezTo>
                      <a:pt x="26" y="230"/>
                      <a:pt x="26" y="230"/>
                      <a:pt x="25" y="231"/>
                    </a:cubicBezTo>
                    <a:cubicBezTo>
                      <a:pt x="25" y="231"/>
                      <a:pt x="25" y="231"/>
                      <a:pt x="25" y="231"/>
                    </a:cubicBezTo>
                    <a:cubicBezTo>
                      <a:pt x="25" y="231"/>
                      <a:pt x="24" y="231"/>
                      <a:pt x="23" y="230"/>
                    </a:cubicBezTo>
                    <a:cubicBezTo>
                      <a:pt x="23" y="230"/>
                      <a:pt x="23" y="230"/>
                      <a:pt x="23" y="230"/>
                    </a:cubicBezTo>
                    <a:cubicBezTo>
                      <a:pt x="23" y="230"/>
                      <a:pt x="23" y="229"/>
                      <a:pt x="24" y="228"/>
                    </a:cubicBezTo>
                    <a:cubicBezTo>
                      <a:pt x="24" y="228"/>
                      <a:pt x="24" y="228"/>
                      <a:pt x="24" y="228"/>
                    </a:cubicBezTo>
                    <a:cubicBezTo>
                      <a:pt x="24" y="228"/>
                      <a:pt x="24" y="228"/>
                      <a:pt x="24" y="228"/>
                    </a:cubicBezTo>
                    <a:cubicBezTo>
                      <a:pt x="24" y="228"/>
                      <a:pt x="24" y="228"/>
                      <a:pt x="24" y="228"/>
                    </a:cubicBezTo>
                    <a:cubicBezTo>
                      <a:pt x="25" y="228"/>
                      <a:pt x="25" y="228"/>
                      <a:pt x="26" y="229"/>
                    </a:cubicBezTo>
                    <a:close/>
                    <a:moveTo>
                      <a:pt x="14" y="236"/>
                    </a:moveTo>
                    <a:cubicBezTo>
                      <a:pt x="15" y="237"/>
                      <a:pt x="14" y="238"/>
                      <a:pt x="14" y="238"/>
                    </a:cubicBezTo>
                    <a:cubicBezTo>
                      <a:pt x="14" y="238"/>
                      <a:pt x="14" y="238"/>
                      <a:pt x="14" y="238"/>
                    </a:cubicBezTo>
                    <a:cubicBezTo>
                      <a:pt x="13" y="239"/>
                      <a:pt x="12" y="238"/>
                      <a:pt x="12" y="238"/>
                    </a:cubicBezTo>
                    <a:cubicBezTo>
                      <a:pt x="12" y="238"/>
                      <a:pt x="12" y="238"/>
                      <a:pt x="12" y="238"/>
                    </a:cubicBezTo>
                    <a:cubicBezTo>
                      <a:pt x="12" y="237"/>
                      <a:pt x="12" y="236"/>
                      <a:pt x="12" y="236"/>
                    </a:cubicBezTo>
                    <a:cubicBezTo>
                      <a:pt x="12" y="236"/>
                      <a:pt x="12" y="236"/>
                      <a:pt x="12" y="236"/>
                    </a:cubicBezTo>
                    <a:cubicBezTo>
                      <a:pt x="13" y="236"/>
                      <a:pt x="13" y="236"/>
                      <a:pt x="13" y="236"/>
                    </a:cubicBezTo>
                    <a:cubicBezTo>
                      <a:pt x="13" y="236"/>
                      <a:pt x="13" y="236"/>
                      <a:pt x="13" y="236"/>
                    </a:cubicBezTo>
                    <a:cubicBezTo>
                      <a:pt x="14" y="236"/>
                      <a:pt x="14" y="236"/>
                      <a:pt x="14" y="236"/>
                    </a:cubicBezTo>
                    <a:close/>
                    <a:moveTo>
                      <a:pt x="3" y="244"/>
                    </a:moveTo>
                    <a:cubicBezTo>
                      <a:pt x="3" y="244"/>
                      <a:pt x="3" y="245"/>
                      <a:pt x="3" y="245"/>
                    </a:cubicBezTo>
                    <a:cubicBezTo>
                      <a:pt x="3" y="245"/>
                      <a:pt x="3" y="245"/>
                      <a:pt x="3" y="245"/>
                    </a:cubicBezTo>
                    <a:cubicBezTo>
                      <a:pt x="2" y="246"/>
                      <a:pt x="1" y="246"/>
                      <a:pt x="1" y="245"/>
                    </a:cubicBezTo>
                    <a:cubicBezTo>
                      <a:pt x="1" y="245"/>
                      <a:pt x="1" y="245"/>
                      <a:pt x="1" y="245"/>
                    </a:cubicBezTo>
                    <a:cubicBezTo>
                      <a:pt x="0" y="244"/>
                      <a:pt x="1" y="244"/>
                      <a:pt x="1" y="243"/>
                    </a:cubicBezTo>
                    <a:cubicBezTo>
                      <a:pt x="1" y="243"/>
                      <a:pt x="1" y="243"/>
                      <a:pt x="1" y="243"/>
                    </a:cubicBezTo>
                    <a:cubicBezTo>
                      <a:pt x="1" y="243"/>
                      <a:pt x="2" y="243"/>
                      <a:pt x="2" y="243"/>
                    </a:cubicBezTo>
                    <a:cubicBezTo>
                      <a:pt x="2" y="243"/>
                      <a:pt x="2" y="243"/>
                      <a:pt x="2" y="243"/>
                    </a:cubicBezTo>
                    <a:cubicBezTo>
                      <a:pt x="2" y="243"/>
                      <a:pt x="3" y="243"/>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 name="Google Shape;81;p2"/>
              <p:cNvSpPr/>
              <p:nvPr/>
            </p:nvSpPr>
            <p:spPr>
              <a:xfrm>
                <a:off x="18943966" y="2645018"/>
                <a:ext cx="19581" cy="11748"/>
              </a:xfrm>
              <a:custGeom>
                <a:avLst/>
                <a:gdLst/>
                <a:ahLst/>
                <a:cxnLst/>
                <a:rect l="l" t="t" r="r" b="b"/>
                <a:pathLst>
                  <a:path w="3" h="2" extrusionOk="0">
                    <a:moveTo>
                      <a:pt x="1" y="0"/>
                    </a:moveTo>
                    <a:cubicBezTo>
                      <a:pt x="2" y="0"/>
                      <a:pt x="2" y="0"/>
                      <a:pt x="2" y="0"/>
                    </a:cubicBezTo>
                    <a:cubicBezTo>
                      <a:pt x="2" y="0"/>
                      <a:pt x="2" y="0"/>
                      <a:pt x="2" y="0"/>
                    </a:cubicBezTo>
                    <a:cubicBezTo>
                      <a:pt x="3" y="0"/>
                      <a:pt x="3" y="1"/>
                      <a:pt x="3" y="1"/>
                    </a:cubicBezTo>
                    <a:cubicBezTo>
                      <a:pt x="3" y="1"/>
                      <a:pt x="3" y="1"/>
                      <a:pt x="3" y="1"/>
                    </a:cubicBezTo>
                    <a:cubicBezTo>
                      <a:pt x="3" y="2"/>
                      <a:pt x="2" y="2"/>
                      <a:pt x="2" y="2"/>
                    </a:cubicBezTo>
                    <a:cubicBezTo>
                      <a:pt x="2" y="2"/>
                      <a:pt x="2" y="2"/>
                      <a:pt x="2" y="2"/>
                    </a:cubicBezTo>
                    <a:cubicBezTo>
                      <a:pt x="2" y="2"/>
                      <a:pt x="1" y="2"/>
                      <a:pt x="1" y="2"/>
                    </a:cubicBezTo>
                    <a:cubicBezTo>
                      <a:pt x="1" y="2"/>
                      <a:pt x="1" y="2"/>
                      <a:pt x="0" y="2"/>
                    </a:cubicBezTo>
                    <a:cubicBezTo>
                      <a:pt x="0" y="2"/>
                      <a:pt x="0" y="2"/>
                      <a:pt x="0" y="1"/>
                    </a:cubicBezTo>
                    <a:cubicBezTo>
                      <a:pt x="0" y="1"/>
                      <a:pt x="0" y="1"/>
                      <a:pt x="0" y="1"/>
                    </a:cubicBezTo>
                    <a:cubicBezTo>
                      <a:pt x="0" y="1"/>
                      <a:pt x="0" y="0"/>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 name="Google Shape;82;p2"/>
              <p:cNvSpPr/>
              <p:nvPr/>
            </p:nvSpPr>
            <p:spPr>
              <a:xfrm>
                <a:off x="16347584" y="4238870"/>
                <a:ext cx="19581" cy="15664"/>
              </a:xfrm>
              <a:custGeom>
                <a:avLst/>
                <a:gdLst/>
                <a:ahLst/>
                <a:cxnLst/>
                <a:rect l="l" t="t" r="r" b="b"/>
                <a:pathLst>
                  <a:path w="3" h="3" extrusionOk="0">
                    <a:moveTo>
                      <a:pt x="1" y="0"/>
                    </a:moveTo>
                    <a:cubicBezTo>
                      <a:pt x="1" y="0"/>
                      <a:pt x="2" y="0"/>
                      <a:pt x="2" y="0"/>
                    </a:cubicBezTo>
                    <a:cubicBezTo>
                      <a:pt x="2" y="1"/>
                      <a:pt x="2" y="1"/>
                      <a:pt x="2" y="1"/>
                    </a:cubicBezTo>
                    <a:cubicBezTo>
                      <a:pt x="2" y="1"/>
                      <a:pt x="3" y="1"/>
                      <a:pt x="3" y="2"/>
                    </a:cubicBezTo>
                    <a:cubicBezTo>
                      <a:pt x="3" y="2"/>
                      <a:pt x="2" y="2"/>
                      <a:pt x="2" y="3"/>
                    </a:cubicBezTo>
                    <a:cubicBezTo>
                      <a:pt x="2" y="3"/>
                      <a:pt x="1" y="3"/>
                      <a:pt x="1" y="3"/>
                    </a:cubicBezTo>
                    <a:cubicBezTo>
                      <a:pt x="1" y="3"/>
                      <a:pt x="0" y="3"/>
                      <a:pt x="0" y="3"/>
                    </a:cubicBezTo>
                    <a:cubicBezTo>
                      <a:pt x="0" y="2"/>
                      <a:pt x="0" y="2"/>
                      <a:pt x="0" y="2"/>
                    </a:cubicBezTo>
                    <a:cubicBezTo>
                      <a:pt x="0" y="1"/>
                      <a:pt x="0" y="1"/>
                      <a:pt x="0" y="1"/>
                    </a:cubicBezTo>
                    <a:cubicBezTo>
                      <a:pt x="0" y="1"/>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 name="Google Shape;83;p2"/>
              <p:cNvSpPr/>
              <p:nvPr/>
            </p:nvSpPr>
            <p:spPr>
              <a:xfrm>
                <a:off x="16414158" y="2688095"/>
                <a:ext cx="2334003" cy="1523362"/>
              </a:xfrm>
              <a:custGeom>
                <a:avLst/>
                <a:gdLst/>
                <a:ahLst/>
                <a:cxnLst/>
                <a:rect l="l" t="t" r="r" b="b"/>
                <a:pathLst>
                  <a:path w="376" h="246" extrusionOk="0">
                    <a:moveTo>
                      <a:pt x="376" y="1"/>
                    </a:moveTo>
                    <a:cubicBezTo>
                      <a:pt x="376" y="1"/>
                      <a:pt x="376" y="2"/>
                      <a:pt x="375" y="2"/>
                    </a:cubicBezTo>
                    <a:cubicBezTo>
                      <a:pt x="375" y="2"/>
                      <a:pt x="375" y="2"/>
                      <a:pt x="375" y="2"/>
                    </a:cubicBezTo>
                    <a:cubicBezTo>
                      <a:pt x="375" y="3"/>
                      <a:pt x="374" y="3"/>
                      <a:pt x="374" y="2"/>
                    </a:cubicBezTo>
                    <a:cubicBezTo>
                      <a:pt x="374" y="2"/>
                      <a:pt x="374" y="2"/>
                      <a:pt x="374" y="2"/>
                    </a:cubicBezTo>
                    <a:cubicBezTo>
                      <a:pt x="373" y="1"/>
                      <a:pt x="373" y="1"/>
                      <a:pt x="374" y="0"/>
                    </a:cubicBezTo>
                    <a:cubicBezTo>
                      <a:pt x="374" y="0"/>
                      <a:pt x="374" y="0"/>
                      <a:pt x="374" y="0"/>
                    </a:cubicBezTo>
                    <a:cubicBezTo>
                      <a:pt x="374" y="0"/>
                      <a:pt x="374" y="0"/>
                      <a:pt x="375" y="0"/>
                    </a:cubicBezTo>
                    <a:cubicBezTo>
                      <a:pt x="375" y="0"/>
                      <a:pt x="375" y="0"/>
                      <a:pt x="375" y="0"/>
                    </a:cubicBezTo>
                    <a:cubicBezTo>
                      <a:pt x="375" y="0"/>
                      <a:pt x="376" y="0"/>
                      <a:pt x="376" y="1"/>
                    </a:cubicBezTo>
                    <a:close/>
                    <a:moveTo>
                      <a:pt x="364" y="8"/>
                    </a:moveTo>
                    <a:cubicBezTo>
                      <a:pt x="365" y="9"/>
                      <a:pt x="365" y="9"/>
                      <a:pt x="364" y="10"/>
                    </a:cubicBezTo>
                    <a:cubicBezTo>
                      <a:pt x="364" y="10"/>
                      <a:pt x="364" y="10"/>
                      <a:pt x="364" y="10"/>
                    </a:cubicBezTo>
                    <a:cubicBezTo>
                      <a:pt x="363" y="10"/>
                      <a:pt x="363" y="10"/>
                      <a:pt x="362" y="9"/>
                    </a:cubicBezTo>
                    <a:cubicBezTo>
                      <a:pt x="362" y="9"/>
                      <a:pt x="362" y="9"/>
                      <a:pt x="362" y="9"/>
                    </a:cubicBezTo>
                    <a:cubicBezTo>
                      <a:pt x="362" y="9"/>
                      <a:pt x="362" y="8"/>
                      <a:pt x="363" y="8"/>
                    </a:cubicBezTo>
                    <a:cubicBezTo>
                      <a:pt x="363" y="8"/>
                      <a:pt x="363" y="8"/>
                      <a:pt x="363" y="8"/>
                    </a:cubicBezTo>
                    <a:cubicBezTo>
                      <a:pt x="363" y="7"/>
                      <a:pt x="363" y="7"/>
                      <a:pt x="363" y="7"/>
                    </a:cubicBezTo>
                    <a:cubicBezTo>
                      <a:pt x="363" y="7"/>
                      <a:pt x="363" y="7"/>
                      <a:pt x="363" y="7"/>
                    </a:cubicBezTo>
                    <a:cubicBezTo>
                      <a:pt x="364" y="7"/>
                      <a:pt x="364" y="8"/>
                      <a:pt x="364" y="8"/>
                    </a:cubicBezTo>
                    <a:close/>
                    <a:moveTo>
                      <a:pt x="353" y="15"/>
                    </a:moveTo>
                    <a:cubicBezTo>
                      <a:pt x="354" y="16"/>
                      <a:pt x="353" y="17"/>
                      <a:pt x="353" y="17"/>
                    </a:cubicBezTo>
                    <a:cubicBezTo>
                      <a:pt x="353" y="17"/>
                      <a:pt x="353" y="17"/>
                      <a:pt x="353" y="17"/>
                    </a:cubicBezTo>
                    <a:cubicBezTo>
                      <a:pt x="352" y="18"/>
                      <a:pt x="351" y="17"/>
                      <a:pt x="351" y="17"/>
                    </a:cubicBezTo>
                    <a:cubicBezTo>
                      <a:pt x="351" y="17"/>
                      <a:pt x="351" y="17"/>
                      <a:pt x="351" y="17"/>
                    </a:cubicBezTo>
                    <a:cubicBezTo>
                      <a:pt x="351" y="16"/>
                      <a:pt x="351" y="15"/>
                      <a:pt x="351" y="15"/>
                    </a:cubicBezTo>
                    <a:cubicBezTo>
                      <a:pt x="351" y="15"/>
                      <a:pt x="351" y="15"/>
                      <a:pt x="351" y="15"/>
                    </a:cubicBezTo>
                    <a:cubicBezTo>
                      <a:pt x="352" y="15"/>
                      <a:pt x="352" y="15"/>
                      <a:pt x="352" y="15"/>
                    </a:cubicBezTo>
                    <a:cubicBezTo>
                      <a:pt x="352" y="15"/>
                      <a:pt x="352" y="15"/>
                      <a:pt x="352" y="15"/>
                    </a:cubicBezTo>
                    <a:cubicBezTo>
                      <a:pt x="352" y="15"/>
                      <a:pt x="353" y="15"/>
                      <a:pt x="353" y="15"/>
                    </a:cubicBezTo>
                    <a:close/>
                    <a:moveTo>
                      <a:pt x="342" y="23"/>
                    </a:moveTo>
                    <a:cubicBezTo>
                      <a:pt x="342" y="23"/>
                      <a:pt x="342" y="24"/>
                      <a:pt x="341" y="24"/>
                    </a:cubicBezTo>
                    <a:cubicBezTo>
                      <a:pt x="341" y="24"/>
                      <a:pt x="341" y="24"/>
                      <a:pt x="341" y="24"/>
                    </a:cubicBezTo>
                    <a:cubicBezTo>
                      <a:pt x="341" y="25"/>
                      <a:pt x="340" y="25"/>
                      <a:pt x="340" y="24"/>
                    </a:cubicBezTo>
                    <a:cubicBezTo>
                      <a:pt x="340" y="24"/>
                      <a:pt x="340" y="24"/>
                      <a:pt x="340" y="24"/>
                    </a:cubicBezTo>
                    <a:cubicBezTo>
                      <a:pt x="339" y="23"/>
                      <a:pt x="339" y="23"/>
                      <a:pt x="340" y="22"/>
                    </a:cubicBezTo>
                    <a:cubicBezTo>
                      <a:pt x="340" y="22"/>
                      <a:pt x="340" y="22"/>
                      <a:pt x="340" y="22"/>
                    </a:cubicBezTo>
                    <a:cubicBezTo>
                      <a:pt x="340" y="22"/>
                      <a:pt x="340" y="22"/>
                      <a:pt x="341" y="22"/>
                    </a:cubicBezTo>
                    <a:cubicBezTo>
                      <a:pt x="341" y="22"/>
                      <a:pt x="341" y="22"/>
                      <a:pt x="341" y="22"/>
                    </a:cubicBezTo>
                    <a:cubicBezTo>
                      <a:pt x="341" y="22"/>
                      <a:pt x="342" y="22"/>
                      <a:pt x="342" y="23"/>
                    </a:cubicBezTo>
                    <a:close/>
                    <a:moveTo>
                      <a:pt x="331" y="30"/>
                    </a:moveTo>
                    <a:cubicBezTo>
                      <a:pt x="331" y="31"/>
                      <a:pt x="331" y="31"/>
                      <a:pt x="330" y="32"/>
                    </a:cubicBezTo>
                    <a:cubicBezTo>
                      <a:pt x="330" y="32"/>
                      <a:pt x="330" y="32"/>
                      <a:pt x="330" y="32"/>
                    </a:cubicBezTo>
                    <a:cubicBezTo>
                      <a:pt x="330" y="32"/>
                      <a:pt x="329" y="32"/>
                      <a:pt x="328" y="31"/>
                    </a:cubicBezTo>
                    <a:cubicBezTo>
                      <a:pt x="328" y="31"/>
                      <a:pt x="328" y="31"/>
                      <a:pt x="328" y="31"/>
                    </a:cubicBezTo>
                    <a:cubicBezTo>
                      <a:pt x="328" y="31"/>
                      <a:pt x="328" y="30"/>
                      <a:pt x="329" y="30"/>
                    </a:cubicBezTo>
                    <a:cubicBezTo>
                      <a:pt x="329" y="30"/>
                      <a:pt x="329" y="30"/>
                      <a:pt x="329" y="30"/>
                    </a:cubicBezTo>
                    <a:cubicBezTo>
                      <a:pt x="329" y="29"/>
                      <a:pt x="329" y="29"/>
                      <a:pt x="329" y="29"/>
                    </a:cubicBezTo>
                    <a:cubicBezTo>
                      <a:pt x="329" y="29"/>
                      <a:pt x="329" y="29"/>
                      <a:pt x="329" y="29"/>
                    </a:cubicBezTo>
                    <a:cubicBezTo>
                      <a:pt x="330" y="29"/>
                      <a:pt x="330" y="30"/>
                      <a:pt x="331" y="30"/>
                    </a:cubicBezTo>
                    <a:close/>
                    <a:moveTo>
                      <a:pt x="319" y="37"/>
                    </a:moveTo>
                    <a:cubicBezTo>
                      <a:pt x="320" y="38"/>
                      <a:pt x="319" y="39"/>
                      <a:pt x="319" y="39"/>
                    </a:cubicBezTo>
                    <a:cubicBezTo>
                      <a:pt x="319" y="39"/>
                      <a:pt x="319" y="39"/>
                      <a:pt x="319" y="39"/>
                    </a:cubicBezTo>
                    <a:cubicBezTo>
                      <a:pt x="318" y="40"/>
                      <a:pt x="317" y="39"/>
                      <a:pt x="317" y="39"/>
                    </a:cubicBezTo>
                    <a:cubicBezTo>
                      <a:pt x="317" y="39"/>
                      <a:pt x="317" y="39"/>
                      <a:pt x="317" y="39"/>
                    </a:cubicBezTo>
                    <a:cubicBezTo>
                      <a:pt x="317" y="38"/>
                      <a:pt x="317" y="37"/>
                      <a:pt x="317" y="37"/>
                    </a:cubicBezTo>
                    <a:cubicBezTo>
                      <a:pt x="317" y="37"/>
                      <a:pt x="317" y="37"/>
                      <a:pt x="317" y="37"/>
                    </a:cubicBezTo>
                    <a:cubicBezTo>
                      <a:pt x="318" y="37"/>
                      <a:pt x="318" y="37"/>
                      <a:pt x="318" y="37"/>
                    </a:cubicBezTo>
                    <a:cubicBezTo>
                      <a:pt x="318" y="37"/>
                      <a:pt x="318" y="37"/>
                      <a:pt x="318" y="37"/>
                    </a:cubicBezTo>
                    <a:cubicBezTo>
                      <a:pt x="319" y="37"/>
                      <a:pt x="319" y="37"/>
                      <a:pt x="319" y="37"/>
                    </a:cubicBezTo>
                    <a:close/>
                    <a:moveTo>
                      <a:pt x="308" y="45"/>
                    </a:moveTo>
                    <a:cubicBezTo>
                      <a:pt x="308" y="45"/>
                      <a:pt x="308" y="46"/>
                      <a:pt x="308" y="47"/>
                    </a:cubicBezTo>
                    <a:cubicBezTo>
                      <a:pt x="308" y="47"/>
                      <a:pt x="308" y="47"/>
                      <a:pt x="308" y="47"/>
                    </a:cubicBezTo>
                    <a:cubicBezTo>
                      <a:pt x="307" y="47"/>
                      <a:pt x="306" y="47"/>
                      <a:pt x="306" y="46"/>
                    </a:cubicBezTo>
                    <a:cubicBezTo>
                      <a:pt x="306" y="46"/>
                      <a:pt x="306" y="46"/>
                      <a:pt x="306" y="46"/>
                    </a:cubicBezTo>
                    <a:cubicBezTo>
                      <a:pt x="305" y="46"/>
                      <a:pt x="305" y="45"/>
                      <a:pt x="306" y="44"/>
                    </a:cubicBezTo>
                    <a:cubicBezTo>
                      <a:pt x="306" y="44"/>
                      <a:pt x="306" y="44"/>
                      <a:pt x="306" y="44"/>
                    </a:cubicBezTo>
                    <a:cubicBezTo>
                      <a:pt x="306" y="44"/>
                      <a:pt x="307" y="44"/>
                      <a:pt x="307" y="44"/>
                    </a:cubicBezTo>
                    <a:cubicBezTo>
                      <a:pt x="307" y="44"/>
                      <a:pt x="307" y="44"/>
                      <a:pt x="307" y="44"/>
                    </a:cubicBezTo>
                    <a:cubicBezTo>
                      <a:pt x="307" y="44"/>
                      <a:pt x="308" y="44"/>
                      <a:pt x="308" y="45"/>
                    </a:cubicBezTo>
                    <a:close/>
                    <a:moveTo>
                      <a:pt x="297" y="52"/>
                    </a:moveTo>
                    <a:cubicBezTo>
                      <a:pt x="297" y="53"/>
                      <a:pt x="297" y="54"/>
                      <a:pt x="296" y="54"/>
                    </a:cubicBezTo>
                    <a:cubicBezTo>
                      <a:pt x="296" y="54"/>
                      <a:pt x="296" y="54"/>
                      <a:pt x="296" y="54"/>
                    </a:cubicBezTo>
                    <a:cubicBezTo>
                      <a:pt x="296" y="54"/>
                      <a:pt x="295" y="54"/>
                      <a:pt x="294" y="54"/>
                    </a:cubicBezTo>
                    <a:cubicBezTo>
                      <a:pt x="294" y="54"/>
                      <a:pt x="294" y="54"/>
                      <a:pt x="294" y="54"/>
                    </a:cubicBezTo>
                    <a:cubicBezTo>
                      <a:pt x="294" y="53"/>
                      <a:pt x="294" y="52"/>
                      <a:pt x="295" y="52"/>
                    </a:cubicBezTo>
                    <a:cubicBezTo>
                      <a:pt x="295" y="52"/>
                      <a:pt x="295" y="52"/>
                      <a:pt x="295" y="52"/>
                    </a:cubicBezTo>
                    <a:cubicBezTo>
                      <a:pt x="295" y="52"/>
                      <a:pt x="295" y="51"/>
                      <a:pt x="296" y="51"/>
                    </a:cubicBezTo>
                    <a:cubicBezTo>
                      <a:pt x="296" y="51"/>
                      <a:pt x="296" y="51"/>
                      <a:pt x="296" y="51"/>
                    </a:cubicBezTo>
                    <a:cubicBezTo>
                      <a:pt x="296" y="51"/>
                      <a:pt x="296" y="52"/>
                      <a:pt x="297" y="52"/>
                    </a:cubicBezTo>
                    <a:close/>
                    <a:moveTo>
                      <a:pt x="285" y="59"/>
                    </a:moveTo>
                    <a:cubicBezTo>
                      <a:pt x="286" y="60"/>
                      <a:pt x="286" y="61"/>
                      <a:pt x="285" y="61"/>
                    </a:cubicBezTo>
                    <a:cubicBezTo>
                      <a:pt x="285" y="61"/>
                      <a:pt x="285" y="61"/>
                      <a:pt x="285" y="61"/>
                    </a:cubicBezTo>
                    <a:cubicBezTo>
                      <a:pt x="284" y="62"/>
                      <a:pt x="283" y="62"/>
                      <a:pt x="283" y="61"/>
                    </a:cubicBezTo>
                    <a:cubicBezTo>
                      <a:pt x="283" y="61"/>
                      <a:pt x="283" y="61"/>
                      <a:pt x="283" y="61"/>
                    </a:cubicBezTo>
                    <a:cubicBezTo>
                      <a:pt x="283" y="60"/>
                      <a:pt x="283" y="59"/>
                      <a:pt x="283" y="59"/>
                    </a:cubicBezTo>
                    <a:cubicBezTo>
                      <a:pt x="283" y="59"/>
                      <a:pt x="283" y="59"/>
                      <a:pt x="283" y="59"/>
                    </a:cubicBezTo>
                    <a:cubicBezTo>
                      <a:pt x="284" y="59"/>
                      <a:pt x="284" y="59"/>
                      <a:pt x="284" y="59"/>
                    </a:cubicBezTo>
                    <a:cubicBezTo>
                      <a:pt x="284" y="59"/>
                      <a:pt x="284" y="59"/>
                      <a:pt x="284" y="59"/>
                    </a:cubicBezTo>
                    <a:cubicBezTo>
                      <a:pt x="285" y="59"/>
                      <a:pt x="285" y="59"/>
                      <a:pt x="285" y="59"/>
                    </a:cubicBezTo>
                    <a:close/>
                    <a:moveTo>
                      <a:pt x="274" y="67"/>
                    </a:moveTo>
                    <a:cubicBezTo>
                      <a:pt x="274" y="67"/>
                      <a:pt x="274" y="68"/>
                      <a:pt x="274" y="69"/>
                    </a:cubicBezTo>
                    <a:cubicBezTo>
                      <a:pt x="274" y="69"/>
                      <a:pt x="274" y="69"/>
                      <a:pt x="274" y="69"/>
                    </a:cubicBezTo>
                    <a:cubicBezTo>
                      <a:pt x="273" y="69"/>
                      <a:pt x="272" y="69"/>
                      <a:pt x="272" y="68"/>
                    </a:cubicBezTo>
                    <a:cubicBezTo>
                      <a:pt x="272" y="68"/>
                      <a:pt x="272" y="68"/>
                      <a:pt x="272" y="68"/>
                    </a:cubicBezTo>
                    <a:cubicBezTo>
                      <a:pt x="271" y="68"/>
                      <a:pt x="272" y="67"/>
                      <a:pt x="272" y="66"/>
                    </a:cubicBezTo>
                    <a:cubicBezTo>
                      <a:pt x="272" y="66"/>
                      <a:pt x="272" y="66"/>
                      <a:pt x="272" y="66"/>
                    </a:cubicBezTo>
                    <a:cubicBezTo>
                      <a:pt x="272" y="66"/>
                      <a:pt x="273" y="66"/>
                      <a:pt x="273" y="66"/>
                    </a:cubicBezTo>
                    <a:cubicBezTo>
                      <a:pt x="273" y="66"/>
                      <a:pt x="273" y="66"/>
                      <a:pt x="273" y="66"/>
                    </a:cubicBezTo>
                    <a:cubicBezTo>
                      <a:pt x="273" y="66"/>
                      <a:pt x="274" y="66"/>
                      <a:pt x="274" y="67"/>
                    </a:cubicBezTo>
                    <a:close/>
                    <a:moveTo>
                      <a:pt x="263" y="74"/>
                    </a:moveTo>
                    <a:cubicBezTo>
                      <a:pt x="263" y="75"/>
                      <a:pt x="263" y="76"/>
                      <a:pt x="262" y="76"/>
                    </a:cubicBezTo>
                    <a:cubicBezTo>
                      <a:pt x="262" y="76"/>
                      <a:pt x="262" y="76"/>
                      <a:pt x="262" y="76"/>
                    </a:cubicBezTo>
                    <a:cubicBezTo>
                      <a:pt x="262" y="76"/>
                      <a:pt x="261" y="76"/>
                      <a:pt x="260" y="76"/>
                    </a:cubicBezTo>
                    <a:cubicBezTo>
                      <a:pt x="260" y="76"/>
                      <a:pt x="260" y="76"/>
                      <a:pt x="260" y="76"/>
                    </a:cubicBezTo>
                    <a:cubicBezTo>
                      <a:pt x="260" y="75"/>
                      <a:pt x="260" y="74"/>
                      <a:pt x="261" y="74"/>
                    </a:cubicBezTo>
                    <a:cubicBezTo>
                      <a:pt x="261" y="74"/>
                      <a:pt x="261" y="74"/>
                      <a:pt x="261" y="74"/>
                    </a:cubicBezTo>
                    <a:cubicBezTo>
                      <a:pt x="261" y="74"/>
                      <a:pt x="261" y="74"/>
                      <a:pt x="262" y="74"/>
                    </a:cubicBezTo>
                    <a:cubicBezTo>
                      <a:pt x="262" y="74"/>
                      <a:pt x="262" y="74"/>
                      <a:pt x="262" y="74"/>
                    </a:cubicBezTo>
                    <a:cubicBezTo>
                      <a:pt x="262" y="74"/>
                      <a:pt x="262" y="74"/>
                      <a:pt x="263" y="74"/>
                    </a:cubicBezTo>
                    <a:close/>
                    <a:moveTo>
                      <a:pt x="251" y="82"/>
                    </a:moveTo>
                    <a:cubicBezTo>
                      <a:pt x="252" y="82"/>
                      <a:pt x="252" y="83"/>
                      <a:pt x="251" y="83"/>
                    </a:cubicBezTo>
                    <a:cubicBezTo>
                      <a:pt x="251" y="83"/>
                      <a:pt x="251" y="83"/>
                      <a:pt x="251" y="83"/>
                    </a:cubicBezTo>
                    <a:cubicBezTo>
                      <a:pt x="250" y="84"/>
                      <a:pt x="250" y="84"/>
                      <a:pt x="249" y="83"/>
                    </a:cubicBezTo>
                    <a:cubicBezTo>
                      <a:pt x="249" y="83"/>
                      <a:pt x="249" y="83"/>
                      <a:pt x="249" y="83"/>
                    </a:cubicBezTo>
                    <a:cubicBezTo>
                      <a:pt x="249" y="82"/>
                      <a:pt x="249" y="82"/>
                      <a:pt x="250" y="81"/>
                    </a:cubicBezTo>
                    <a:cubicBezTo>
                      <a:pt x="250" y="81"/>
                      <a:pt x="250" y="81"/>
                      <a:pt x="250" y="81"/>
                    </a:cubicBezTo>
                    <a:cubicBezTo>
                      <a:pt x="250" y="81"/>
                      <a:pt x="250" y="81"/>
                      <a:pt x="250" y="81"/>
                    </a:cubicBezTo>
                    <a:cubicBezTo>
                      <a:pt x="250" y="81"/>
                      <a:pt x="250" y="81"/>
                      <a:pt x="250" y="81"/>
                    </a:cubicBezTo>
                    <a:cubicBezTo>
                      <a:pt x="251" y="81"/>
                      <a:pt x="251" y="81"/>
                      <a:pt x="251" y="82"/>
                    </a:cubicBezTo>
                    <a:close/>
                    <a:moveTo>
                      <a:pt x="240" y="89"/>
                    </a:moveTo>
                    <a:cubicBezTo>
                      <a:pt x="241" y="90"/>
                      <a:pt x="240" y="90"/>
                      <a:pt x="240" y="91"/>
                    </a:cubicBezTo>
                    <a:cubicBezTo>
                      <a:pt x="240" y="91"/>
                      <a:pt x="240" y="91"/>
                      <a:pt x="240" y="91"/>
                    </a:cubicBezTo>
                    <a:cubicBezTo>
                      <a:pt x="239" y="91"/>
                      <a:pt x="238" y="91"/>
                      <a:pt x="238" y="90"/>
                    </a:cubicBezTo>
                    <a:cubicBezTo>
                      <a:pt x="238" y="90"/>
                      <a:pt x="238" y="90"/>
                      <a:pt x="238" y="90"/>
                    </a:cubicBezTo>
                    <a:cubicBezTo>
                      <a:pt x="237" y="90"/>
                      <a:pt x="238" y="89"/>
                      <a:pt x="238" y="89"/>
                    </a:cubicBezTo>
                    <a:cubicBezTo>
                      <a:pt x="238" y="89"/>
                      <a:pt x="238" y="89"/>
                      <a:pt x="238" y="89"/>
                    </a:cubicBezTo>
                    <a:cubicBezTo>
                      <a:pt x="238" y="88"/>
                      <a:pt x="239" y="88"/>
                      <a:pt x="239" y="88"/>
                    </a:cubicBezTo>
                    <a:cubicBezTo>
                      <a:pt x="239" y="88"/>
                      <a:pt x="239" y="88"/>
                      <a:pt x="239" y="88"/>
                    </a:cubicBezTo>
                    <a:cubicBezTo>
                      <a:pt x="239" y="88"/>
                      <a:pt x="240" y="89"/>
                      <a:pt x="240" y="89"/>
                    </a:cubicBezTo>
                    <a:close/>
                    <a:moveTo>
                      <a:pt x="229" y="96"/>
                    </a:moveTo>
                    <a:cubicBezTo>
                      <a:pt x="229" y="97"/>
                      <a:pt x="229" y="98"/>
                      <a:pt x="228" y="98"/>
                    </a:cubicBezTo>
                    <a:cubicBezTo>
                      <a:pt x="228" y="98"/>
                      <a:pt x="228" y="98"/>
                      <a:pt x="228" y="98"/>
                    </a:cubicBezTo>
                    <a:cubicBezTo>
                      <a:pt x="228" y="99"/>
                      <a:pt x="227" y="98"/>
                      <a:pt x="227" y="98"/>
                    </a:cubicBezTo>
                    <a:cubicBezTo>
                      <a:pt x="227" y="98"/>
                      <a:pt x="227" y="98"/>
                      <a:pt x="227" y="98"/>
                    </a:cubicBezTo>
                    <a:cubicBezTo>
                      <a:pt x="226" y="97"/>
                      <a:pt x="226" y="96"/>
                      <a:pt x="227" y="96"/>
                    </a:cubicBezTo>
                    <a:cubicBezTo>
                      <a:pt x="227" y="96"/>
                      <a:pt x="227" y="96"/>
                      <a:pt x="227" y="96"/>
                    </a:cubicBezTo>
                    <a:cubicBezTo>
                      <a:pt x="227" y="96"/>
                      <a:pt x="227" y="96"/>
                      <a:pt x="228" y="96"/>
                    </a:cubicBezTo>
                    <a:cubicBezTo>
                      <a:pt x="228" y="96"/>
                      <a:pt x="228" y="96"/>
                      <a:pt x="228" y="96"/>
                    </a:cubicBezTo>
                    <a:cubicBezTo>
                      <a:pt x="228" y="96"/>
                      <a:pt x="229" y="96"/>
                      <a:pt x="229" y="96"/>
                    </a:cubicBezTo>
                    <a:close/>
                    <a:moveTo>
                      <a:pt x="217" y="104"/>
                    </a:moveTo>
                    <a:cubicBezTo>
                      <a:pt x="218" y="104"/>
                      <a:pt x="218" y="105"/>
                      <a:pt x="217" y="105"/>
                    </a:cubicBezTo>
                    <a:cubicBezTo>
                      <a:pt x="217" y="105"/>
                      <a:pt x="217" y="105"/>
                      <a:pt x="217" y="105"/>
                    </a:cubicBezTo>
                    <a:cubicBezTo>
                      <a:pt x="216" y="106"/>
                      <a:pt x="216" y="106"/>
                      <a:pt x="215" y="105"/>
                    </a:cubicBezTo>
                    <a:cubicBezTo>
                      <a:pt x="215" y="105"/>
                      <a:pt x="215" y="105"/>
                      <a:pt x="215" y="105"/>
                    </a:cubicBezTo>
                    <a:cubicBezTo>
                      <a:pt x="215" y="105"/>
                      <a:pt x="215" y="104"/>
                      <a:pt x="216" y="103"/>
                    </a:cubicBezTo>
                    <a:cubicBezTo>
                      <a:pt x="216" y="103"/>
                      <a:pt x="216" y="103"/>
                      <a:pt x="216" y="103"/>
                    </a:cubicBezTo>
                    <a:cubicBezTo>
                      <a:pt x="216" y="103"/>
                      <a:pt x="216" y="103"/>
                      <a:pt x="216" y="103"/>
                    </a:cubicBezTo>
                    <a:cubicBezTo>
                      <a:pt x="216" y="103"/>
                      <a:pt x="216" y="103"/>
                      <a:pt x="216" y="103"/>
                    </a:cubicBezTo>
                    <a:cubicBezTo>
                      <a:pt x="217" y="103"/>
                      <a:pt x="217" y="103"/>
                      <a:pt x="217" y="104"/>
                    </a:cubicBezTo>
                    <a:close/>
                    <a:moveTo>
                      <a:pt x="206" y="111"/>
                    </a:moveTo>
                    <a:cubicBezTo>
                      <a:pt x="207" y="112"/>
                      <a:pt x="206" y="112"/>
                      <a:pt x="206" y="113"/>
                    </a:cubicBezTo>
                    <a:cubicBezTo>
                      <a:pt x="206" y="113"/>
                      <a:pt x="206" y="113"/>
                      <a:pt x="206" y="113"/>
                    </a:cubicBezTo>
                    <a:cubicBezTo>
                      <a:pt x="205" y="113"/>
                      <a:pt x="204" y="113"/>
                      <a:pt x="204" y="112"/>
                    </a:cubicBezTo>
                    <a:cubicBezTo>
                      <a:pt x="204" y="112"/>
                      <a:pt x="204" y="112"/>
                      <a:pt x="204" y="112"/>
                    </a:cubicBezTo>
                    <a:cubicBezTo>
                      <a:pt x="204" y="112"/>
                      <a:pt x="204" y="111"/>
                      <a:pt x="204" y="111"/>
                    </a:cubicBezTo>
                    <a:cubicBezTo>
                      <a:pt x="204" y="111"/>
                      <a:pt x="204" y="111"/>
                      <a:pt x="204" y="111"/>
                    </a:cubicBezTo>
                    <a:cubicBezTo>
                      <a:pt x="205" y="110"/>
                      <a:pt x="205" y="110"/>
                      <a:pt x="205" y="110"/>
                    </a:cubicBezTo>
                    <a:cubicBezTo>
                      <a:pt x="205" y="110"/>
                      <a:pt x="205" y="110"/>
                      <a:pt x="205" y="110"/>
                    </a:cubicBezTo>
                    <a:cubicBezTo>
                      <a:pt x="205" y="110"/>
                      <a:pt x="206" y="111"/>
                      <a:pt x="206" y="111"/>
                    </a:cubicBezTo>
                    <a:close/>
                    <a:moveTo>
                      <a:pt x="195" y="118"/>
                    </a:moveTo>
                    <a:cubicBezTo>
                      <a:pt x="195" y="119"/>
                      <a:pt x="195" y="120"/>
                      <a:pt x="194" y="120"/>
                    </a:cubicBezTo>
                    <a:cubicBezTo>
                      <a:pt x="194" y="120"/>
                      <a:pt x="194" y="120"/>
                      <a:pt x="194" y="120"/>
                    </a:cubicBezTo>
                    <a:cubicBezTo>
                      <a:pt x="194" y="121"/>
                      <a:pt x="193" y="120"/>
                      <a:pt x="193" y="120"/>
                    </a:cubicBezTo>
                    <a:cubicBezTo>
                      <a:pt x="193" y="120"/>
                      <a:pt x="193" y="120"/>
                      <a:pt x="193" y="120"/>
                    </a:cubicBezTo>
                    <a:cubicBezTo>
                      <a:pt x="192" y="119"/>
                      <a:pt x="192" y="118"/>
                      <a:pt x="193" y="118"/>
                    </a:cubicBezTo>
                    <a:cubicBezTo>
                      <a:pt x="193" y="118"/>
                      <a:pt x="193" y="118"/>
                      <a:pt x="193" y="118"/>
                    </a:cubicBezTo>
                    <a:cubicBezTo>
                      <a:pt x="193" y="118"/>
                      <a:pt x="193" y="118"/>
                      <a:pt x="194" y="118"/>
                    </a:cubicBezTo>
                    <a:cubicBezTo>
                      <a:pt x="194" y="118"/>
                      <a:pt x="194" y="118"/>
                      <a:pt x="194" y="118"/>
                    </a:cubicBezTo>
                    <a:cubicBezTo>
                      <a:pt x="194" y="118"/>
                      <a:pt x="195" y="118"/>
                      <a:pt x="195" y="118"/>
                    </a:cubicBezTo>
                    <a:close/>
                    <a:moveTo>
                      <a:pt x="184" y="126"/>
                    </a:moveTo>
                    <a:cubicBezTo>
                      <a:pt x="184" y="126"/>
                      <a:pt x="184" y="127"/>
                      <a:pt x="183" y="128"/>
                    </a:cubicBezTo>
                    <a:cubicBezTo>
                      <a:pt x="183" y="128"/>
                      <a:pt x="183" y="128"/>
                      <a:pt x="183" y="128"/>
                    </a:cubicBezTo>
                    <a:cubicBezTo>
                      <a:pt x="183" y="128"/>
                      <a:pt x="182" y="128"/>
                      <a:pt x="181" y="127"/>
                    </a:cubicBezTo>
                    <a:cubicBezTo>
                      <a:pt x="181" y="127"/>
                      <a:pt x="181" y="127"/>
                      <a:pt x="181" y="127"/>
                    </a:cubicBezTo>
                    <a:cubicBezTo>
                      <a:pt x="181" y="127"/>
                      <a:pt x="181" y="126"/>
                      <a:pt x="182" y="125"/>
                    </a:cubicBezTo>
                    <a:cubicBezTo>
                      <a:pt x="182" y="125"/>
                      <a:pt x="182" y="125"/>
                      <a:pt x="182" y="125"/>
                    </a:cubicBezTo>
                    <a:cubicBezTo>
                      <a:pt x="182" y="125"/>
                      <a:pt x="182" y="125"/>
                      <a:pt x="182" y="125"/>
                    </a:cubicBezTo>
                    <a:cubicBezTo>
                      <a:pt x="182" y="125"/>
                      <a:pt x="182" y="125"/>
                      <a:pt x="182" y="125"/>
                    </a:cubicBezTo>
                    <a:cubicBezTo>
                      <a:pt x="183" y="125"/>
                      <a:pt x="183" y="125"/>
                      <a:pt x="184" y="126"/>
                    </a:cubicBezTo>
                    <a:close/>
                    <a:moveTo>
                      <a:pt x="172" y="133"/>
                    </a:moveTo>
                    <a:cubicBezTo>
                      <a:pt x="173" y="134"/>
                      <a:pt x="172" y="135"/>
                      <a:pt x="172" y="135"/>
                    </a:cubicBezTo>
                    <a:cubicBezTo>
                      <a:pt x="172" y="135"/>
                      <a:pt x="172" y="135"/>
                      <a:pt x="172" y="135"/>
                    </a:cubicBezTo>
                    <a:cubicBezTo>
                      <a:pt x="171" y="135"/>
                      <a:pt x="170" y="135"/>
                      <a:pt x="170" y="135"/>
                    </a:cubicBezTo>
                    <a:cubicBezTo>
                      <a:pt x="170" y="135"/>
                      <a:pt x="170" y="135"/>
                      <a:pt x="170" y="135"/>
                    </a:cubicBezTo>
                    <a:cubicBezTo>
                      <a:pt x="170" y="134"/>
                      <a:pt x="170" y="133"/>
                      <a:pt x="170" y="133"/>
                    </a:cubicBezTo>
                    <a:cubicBezTo>
                      <a:pt x="170" y="133"/>
                      <a:pt x="170" y="133"/>
                      <a:pt x="170" y="133"/>
                    </a:cubicBezTo>
                    <a:cubicBezTo>
                      <a:pt x="171" y="133"/>
                      <a:pt x="171" y="133"/>
                      <a:pt x="171" y="133"/>
                    </a:cubicBezTo>
                    <a:cubicBezTo>
                      <a:pt x="171" y="133"/>
                      <a:pt x="171" y="133"/>
                      <a:pt x="171" y="133"/>
                    </a:cubicBezTo>
                    <a:cubicBezTo>
                      <a:pt x="172" y="133"/>
                      <a:pt x="172" y="133"/>
                      <a:pt x="172" y="133"/>
                    </a:cubicBezTo>
                    <a:close/>
                    <a:moveTo>
                      <a:pt x="161" y="140"/>
                    </a:moveTo>
                    <a:cubicBezTo>
                      <a:pt x="161" y="141"/>
                      <a:pt x="161" y="142"/>
                      <a:pt x="161" y="142"/>
                    </a:cubicBezTo>
                    <a:cubicBezTo>
                      <a:pt x="161" y="142"/>
                      <a:pt x="161" y="142"/>
                      <a:pt x="161" y="142"/>
                    </a:cubicBezTo>
                    <a:cubicBezTo>
                      <a:pt x="160" y="143"/>
                      <a:pt x="159" y="143"/>
                      <a:pt x="159" y="142"/>
                    </a:cubicBezTo>
                    <a:cubicBezTo>
                      <a:pt x="159" y="142"/>
                      <a:pt x="159" y="142"/>
                      <a:pt x="159" y="142"/>
                    </a:cubicBezTo>
                    <a:cubicBezTo>
                      <a:pt x="158" y="141"/>
                      <a:pt x="158" y="140"/>
                      <a:pt x="159" y="140"/>
                    </a:cubicBezTo>
                    <a:cubicBezTo>
                      <a:pt x="159" y="140"/>
                      <a:pt x="159" y="140"/>
                      <a:pt x="159" y="140"/>
                    </a:cubicBezTo>
                    <a:cubicBezTo>
                      <a:pt x="159" y="140"/>
                      <a:pt x="160" y="140"/>
                      <a:pt x="160" y="140"/>
                    </a:cubicBezTo>
                    <a:cubicBezTo>
                      <a:pt x="160" y="140"/>
                      <a:pt x="160" y="140"/>
                      <a:pt x="160" y="140"/>
                    </a:cubicBezTo>
                    <a:cubicBezTo>
                      <a:pt x="160" y="140"/>
                      <a:pt x="161" y="140"/>
                      <a:pt x="161" y="140"/>
                    </a:cubicBezTo>
                    <a:close/>
                    <a:moveTo>
                      <a:pt x="150" y="148"/>
                    </a:moveTo>
                    <a:cubicBezTo>
                      <a:pt x="150" y="148"/>
                      <a:pt x="150" y="149"/>
                      <a:pt x="149" y="150"/>
                    </a:cubicBezTo>
                    <a:cubicBezTo>
                      <a:pt x="149" y="150"/>
                      <a:pt x="149" y="150"/>
                      <a:pt x="149" y="150"/>
                    </a:cubicBezTo>
                    <a:cubicBezTo>
                      <a:pt x="149" y="150"/>
                      <a:pt x="148" y="150"/>
                      <a:pt x="147" y="149"/>
                    </a:cubicBezTo>
                    <a:cubicBezTo>
                      <a:pt x="147" y="149"/>
                      <a:pt x="147" y="149"/>
                      <a:pt x="147" y="149"/>
                    </a:cubicBezTo>
                    <a:cubicBezTo>
                      <a:pt x="147" y="149"/>
                      <a:pt x="147" y="148"/>
                      <a:pt x="148" y="147"/>
                    </a:cubicBezTo>
                    <a:cubicBezTo>
                      <a:pt x="148" y="147"/>
                      <a:pt x="148" y="147"/>
                      <a:pt x="148" y="147"/>
                    </a:cubicBezTo>
                    <a:cubicBezTo>
                      <a:pt x="148" y="147"/>
                      <a:pt x="148" y="147"/>
                      <a:pt x="149" y="147"/>
                    </a:cubicBezTo>
                    <a:cubicBezTo>
                      <a:pt x="149" y="147"/>
                      <a:pt x="149" y="147"/>
                      <a:pt x="149" y="147"/>
                    </a:cubicBezTo>
                    <a:cubicBezTo>
                      <a:pt x="149" y="147"/>
                      <a:pt x="149" y="147"/>
                      <a:pt x="150" y="148"/>
                    </a:cubicBezTo>
                    <a:close/>
                    <a:moveTo>
                      <a:pt x="138" y="155"/>
                    </a:moveTo>
                    <a:cubicBezTo>
                      <a:pt x="139" y="156"/>
                      <a:pt x="139" y="157"/>
                      <a:pt x="138" y="157"/>
                    </a:cubicBezTo>
                    <a:cubicBezTo>
                      <a:pt x="138" y="157"/>
                      <a:pt x="138" y="157"/>
                      <a:pt x="138" y="157"/>
                    </a:cubicBezTo>
                    <a:cubicBezTo>
                      <a:pt x="137" y="157"/>
                      <a:pt x="136" y="157"/>
                      <a:pt x="136" y="157"/>
                    </a:cubicBezTo>
                    <a:cubicBezTo>
                      <a:pt x="136" y="157"/>
                      <a:pt x="136" y="157"/>
                      <a:pt x="136" y="157"/>
                    </a:cubicBezTo>
                    <a:cubicBezTo>
                      <a:pt x="136" y="156"/>
                      <a:pt x="136" y="155"/>
                      <a:pt x="136" y="155"/>
                    </a:cubicBezTo>
                    <a:cubicBezTo>
                      <a:pt x="136" y="155"/>
                      <a:pt x="136" y="155"/>
                      <a:pt x="136" y="155"/>
                    </a:cubicBezTo>
                    <a:cubicBezTo>
                      <a:pt x="137" y="155"/>
                      <a:pt x="137" y="155"/>
                      <a:pt x="137" y="155"/>
                    </a:cubicBezTo>
                    <a:cubicBezTo>
                      <a:pt x="137" y="155"/>
                      <a:pt x="137" y="155"/>
                      <a:pt x="137" y="155"/>
                    </a:cubicBezTo>
                    <a:cubicBezTo>
                      <a:pt x="138" y="155"/>
                      <a:pt x="138" y="155"/>
                      <a:pt x="138" y="155"/>
                    </a:cubicBezTo>
                    <a:close/>
                    <a:moveTo>
                      <a:pt x="127" y="163"/>
                    </a:moveTo>
                    <a:cubicBezTo>
                      <a:pt x="127" y="163"/>
                      <a:pt x="127" y="164"/>
                      <a:pt x="127" y="164"/>
                    </a:cubicBezTo>
                    <a:cubicBezTo>
                      <a:pt x="127" y="164"/>
                      <a:pt x="127" y="164"/>
                      <a:pt x="127" y="164"/>
                    </a:cubicBezTo>
                    <a:cubicBezTo>
                      <a:pt x="126" y="165"/>
                      <a:pt x="125" y="165"/>
                      <a:pt x="125" y="164"/>
                    </a:cubicBezTo>
                    <a:cubicBezTo>
                      <a:pt x="125" y="164"/>
                      <a:pt x="125" y="164"/>
                      <a:pt x="125" y="164"/>
                    </a:cubicBezTo>
                    <a:cubicBezTo>
                      <a:pt x="124" y="163"/>
                      <a:pt x="125" y="163"/>
                      <a:pt x="125" y="162"/>
                    </a:cubicBezTo>
                    <a:cubicBezTo>
                      <a:pt x="125" y="162"/>
                      <a:pt x="125" y="162"/>
                      <a:pt x="125" y="162"/>
                    </a:cubicBezTo>
                    <a:cubicBezTo>
                      <a:pt x="125" y="162"/>
                      <a:pt x="126" y="162"/>
                      <a:pt x="126" y="162"/>
                    </a:cubicBezTo>
                    <a:cubicBezTo>
                      <a:pt x="126" y="162"/>
                      <a:pt x="126" y="162"/>
                      <a:pt x="126" y="162"/>
                    </a:cubicBezTo>
                    <a:cubicBezTo>
                      <a:pt x="126" y="162"/>
                      <a:pt x="127" y="162"/>
                      <a:pt x="127" y="163"/>
                    </a:cubicBezTo>
                    <a:close/>
                    <a:moveTo>
                      <a:pt x="116" y="170"/>
                    </a:moveTo>
                    <a:cubicBezTo>
                      <a:pt x="116" y="171"/>
                      <a:pt x="116" y="171"/>
                      <a:pt x="115" y="172"/>
                    </a:cubicBezTo>
                    <a:cubicBezTo>
                      <a:pt x="115" y="172"/>
                      <a:pt x="115" y="172"/>
                      <a:pt x="115" y="172"/>
                    </a:cubicBezTo>
                    <a:cubicBezTo>
                      <a:pt x="115" y="172"/>
                      <a:pt x="114" y="172"/>
                      <a:pt x="113" y="171"/>
                    </a:cubicBezTo>
                    <a:cubicBezTo>
                      <a:pt x="113" y="171"/>
                      <a:pt x="113" y="171"/>
                      <a:pt x="113" y="171"/>
                    </a:cubicBezTo>
                    <a:cubicBezTo>
                      <a:pt x="113" y="171"/>
                      <a:pt x="113" y="170"/>
                      <a:pt x="114" y="170"/>
                    </a:cubicBezTo>
                    <a:cubicBezTo>
                      <a:pt x="114" y="170"/>
                      <a:pt x="114" y="170"/>
                      <a:pt x="114" y="170"/>
                    </a:cubicBezTo>
                    <a:cubicBezTo>
                      <a:pt x="114" y="169"/>
                      <a:pt x="114" y="169"/>
                      <a:pt x="115" y="169"/>
                    </a:cubicBezTo>
                    <a:cubicBezTo>
                      <a:pt x="115" y="169"/>
                      <a:pt x="115" y="169"/>
                      <a:pt x="115" y="169"/>
                    </a:cubicBezTo>
                    <a:cubicBezTo>
                      <a:pt x="115" y="169"/>
                      <a:pt x="115" y="170"/>
                      <a:pt x="116" y="170"/>
                    </a:cubicBezTo>
                    <a:close/>
                    <a:moveTo>
                      <a:pt x="104" y="177"/>
                    </a:moveTo>
                    <a:cubicBezTo>
                      <a:pt x="105" y="178"/>
                      <a:pt x="105" y="179"/>
                      <a:pt x="104" y="179"/>
                    </a:cubicBezTo>
                    <a:cubicBezTo>
                      <a:pt x="104" y="179"/>
                      <a:pt x="104" y="179"/>
                      <a:pt x="104" y="179"/>
                    </a:cubicBezTo>
                    <a:cubicBezTo>
                      <a:pt x="103" y="180"/>
                      <a:pt x="103" y="179"/>
                      <a:pt x="102" y="179"/>
                    </a:cubicBezTo>
                    <a:cubicBezTo>
                      <a:pt x="102" y="179"/>
                      <a:pt x="102" y="179"/>
                      <a:pt x="102" y="179"/>
                    </a:cubicBezTo>
                    <a:cubicBezTo>
                      <a:pt x="102" y="178"/>
                      <a:pt x="102" y="177"/>
                      <a:pt x="103" y="177"/>
                    </a:cubicBezTo>
                    <a:cubicBezTo>
                      <a:pt x="103" y="177"/>
                      <a:pt x="103" y="177"/>
                      <a:pt x="103" y="177"/>
                    </a:cubicBezTo>
                    <a:cubicBezTo>
                      <a:pt x="103" y="177"/>
                      <a:pt x="103" y="177"/>
                      <a:pt x="103" y="177"/>
                    </a:cubicBezTo>
                    <a:cubicBezTo>
                      <a:pt x="103" y="177"/>
                      <a:pt x="103" y="177"/>
                      <a:pt x="103" y="177"/>
                    </a:cubicBezTo>
                    <a:cubicBezTo>
                      <a:pt x="104" y="177"/>
                      <a:pt x="104" y="177"/>
                      <a:pt x="104" y="177"/>
                    </a:cubicBezTo>
                    <a:close/>
                    <a:moveTo>
                      <a:pt x="93" y="185"/>
                    </a:moveTo>
                    <a:cubicBezTo>
                      <a:pt x="93" y="185"/>
                      <a:pt x="93" y="186"/>
                      <a:pt x="93" y="187"/>
                    </a:cubicBezTo>
                    <a:cubicBezTo>
                      <a:pt x="93" y="187"/>
                      <a:pt x="93" y="187"/>
                      <a:pt x="93" y="187"/>
                    </a:cubicBezTo>
                    <a:cubicBezTo>
                      <a:pt x="92" y="187"/>
                      <a:pt x="91" y="187"/>
                      <a:pt x="91" y="186"/>
                    </a:cubicBezTo>
                    <a:cubicBezTo>
                      <a:pt x="91" y="186"/>
                      <a:pt x="91" y="186"/>
                      <a:pt x="91" y="186"/>
                    </a:cubicBezTo>
                    <a:cubicBezTo>
                      <a:pt x="90" y="186"/>
                      <a:pt x="91" y="185"/>
                      <a:pt x="91" y="184"/>
                    </a:cubicBezTo>
                    <a:cubicBezTo>
                      <a:pt x="91" y="184"/>
                      <a:pt x="91" y="184"/>
                      <a:pt x="91" y="184"/>
                    </a:cubicBezTo>
                    <a:cubicBezTo>
                      <a:pt x="91" y="184"/>
                      <a:pt x="92" y="184"/>
                      <a:pt x="92" y="184"/>
                    </a:cubicBezTo>
                    <a:cubicBezTo>
                      <a:pt x="92" y="184"/>
                      <a:pt x="92" y="184"/>
                      <a:pt x="92" y="184"/>
                    </a:cubicBezTo>
                    <a:cubicBezTo>
                      <a:pt x="92" y="184"/>
                      <a:pt x="93" y="184"/>
                      <a:pt x="93" y="185"/>
                    </a:cubicBezTo>
                    <a:close/>
                    <a:moveTo>
                      <a:pt x="82" y="192"/>
                    </a:moveTo>
                    <a:cubicBezTo>
                      <a:pt x="82" y="193"/>
                      <a:pt x="82" y="193"/>
                      <a:pt x="81" y="194"/>
                    </a:cubicBezTo>
                    <a:cubicBezTo>
                      <a:pt x="81" y="194"/>
                      <a:pt x="81" y="194"/>
                      <a:pt x="81" y="194"/>
                    </a:cubicBezTo>
                    <a:cubicBezTo>
                      <a:pt x="81" y="194"/>
                      <a:pt x="80" y="194"/>
                      <a:pt x="80" y="194"/>
                    </a:cubicBezTo>
                    <a:cubicBezTo>
                      <a:pt x="80" y="194"/>
                      <a:pt x="80" y="194"/>
                      <a:pt x="80" y="194"/>
                    </a:cubicBezTo>
                    <a:cubicBezTo>
                      <a:pt x="79" y="193"/>
                      <a:pt x="79" y="192"/>
                      <a:pt x="80" y="192"/>
                    </a:cubicBezTo>
                    <a:cubicBezTo>
                      <a:pt x="80" y="192"/>
                      <a:pt x="80" y="192"/>
                      <a:pt x="80" y="192"/>
                    </a:cubicBezTo>
                    <a:cubicBezTo>
                      <a:pt x="80" y="192"/>
                      <a:pt x="80" y="191"/>
                      <a:pt x="81" y="191"/>
                    </a:cubicBezTo>
                    <a:cubicBezTo>
                      <a:pt x="81" y="191"/>
                      <a:pt x="81" y="191"/>
                      <a:pt x="81" y="191"/>
                    </a:cubicBezTo>
                    <a:cubicBezTo>
                      <a:pt x="81" y="191"/>
                      <a:pt x="82" y="192"/>
                      <a:pt x="82" y="192"/>
                    </a:cubicBezTo>
                    <a:close/>
                    <a:moveTo>
                      <a:pt x="70" y="199"/>
                    </a:moveTo>
                    <a:cubicBezTo>
                      <a:pt x="71" y="200"/>
                      <a:pt x="71" y="201"/>
                      <a:pt x="70" y="201"/>
                    </a:cubicBezTo>
                    <a:cubicBezTo>
                      <a:pt x="70" y="201"/>
                      <a:pt x="70" y="201"/>
                      <a:pt x="70" y="201"/>
                    </a:cubicBezTo>
                    <a:cubicBezTo>
                      <a:pt x="69" y="202"/>
                      <a:pt x="69" y="202"/>
                      <a:pt x="68" y="201"/>
                    </a:cubicBezTo>
                    <a:cubicBezTo>
                      <a:pt x="68" y="201"/>
                      <a:pt x="68" y="201"/>
                      <a:pt x="68" y="201"/>
                    </a:cubicBezTo>
                    <a:cubicBezTo>
                      <a:pt x="68" y="200"/>
                      <a:pt x="68" y="199"/>
                      <a:pt x="69" y="199"/>
                    </a:cubicBezTo>
                    <a:cubicBezTo>
                      <a:pt x="69" y="199"/>
                      <a:pt x="69" y="199"/>
                      <a:pt x="69" y="199"/>
                    </a:cubicBezTo>
                    <a:cubicBezTo>
                      <a:pt x="69" y="199"/>
                      <a:pt x="69" y="199"/>
                      <a:pt x="69" y="199"/>
                    </a:cubicBezTo>
                    <a:cubicBezTo>
                      <a:pt x="69" y="199"/>
                      <a:pt x="69" y="199"/>
                      <a:pt x="69" y="199"/>
                    </a:cubicBezTo>
                    <a:cubicBezTo>
                      <a:pt x="70" y="199"/>
                      <a:pt x="70" y="199"/>
                      <a:pt x="70" y="199"/>
                    </a:cubicBezTo>
                    <a:close/>
                    <a:moveTo>
                      <a:pt x="59" y="207"/>
                    </a:moveTo>
                    <a:cubicBezTo>
                      <a:pt x="60" y="207"/>
                      <a:pt x="59" y="208"/>
                      <a:pt x="59" y="209"/>
                    </a:cubicBezTo>
                    <a:cubicBezTo>
                      <a:pt x="59" y="209"/>
                      <a:pt x="59" y="209"/>
                      <a:pt x="59" y="209"/>
                    </a:cubicBezTo>
                    <a:cubicBezTo>
                      <a:pt x="58" y="209"/>
                      <a:pt x="57" y="209"/>
                      <a:pt x="57" y="208"/>
                    </a:cubicBezTo>
                    <a:cubicBezTo>
                      <a:pt x="57" y="208"/>
                      <a:pt x="57" y="208"/>
                      <a:pt x="57" y="208"/>
                    </a:cubicBezTo>
                    <a:cubicBezTo>
                      <a:pt x="57" y="208"/>
                      <a:pt x="57" y="207"/>
                      <a:pt x="57" y="206"/>
                    </a:cubicBezTo>
                    <a:cubicBezTo>
                      <a:pt x="57" y="206"/>
                      <a:pt x="57" y="206"/>
                      <a:pt x="57" y="206"/>
                    </a:cubicBezTo>
                    <a:cubicBezTo>
                      <a:pt x="58" y="206"/>
                      <a:pt x="58" y="206"/>
                      <a:pt x="58" y="206"/>
                    </a:cubicBezTo>
                    <a:cubicBezTo>
                      <a:pt x="58" y="206"/>
                      <a:pt x="58" y="206"/>
                      <a:pt x="58" y="206"/>
                    </a:cubicBezTo>
                    <a:cubicBezTo>
                      <a:pt x="58" y="206"/>
                      <a:pt x="59" y="206"/>
                      <a:pt x="59" y="207"/>
                    </a:cubicBezTo>
                    <a:close/>
                    <a:moveTo>
                      <a:pt x="48" y="214"/>
                    </a:moveTo>
                    <a:cubicBezTo>
                      <a:pt x="48" y="215"/>
                      <a:pt x="48" y="216"/>
                      <a:pt x="47" y="216"/>
                    </a:cubicBezTo>
                    <a:cubicBezTo>
                      <a:pt x="47" y="216"/>
                      <a:pt x="47" y="216"/>
                      <a:pt x="47" y="216"/>
                    </a:cubicBezTo>
                    <a:cubicBezTo>
                      <a:pt x="47" y="216"/>
                      <a:pt x="46" y="216"/>
                      <a:pt x="46" y="216"/>
                    </a:cubicBezTo>
                    <a:cubicBezTo>
                      <a:pt x="46" y="216"/>
                      <a:pt x="46" y="216"/>
                      <a:pt x="46" y="216"/>
                    </a:cubicBezTo>
                    <a:cubicBezTo>
                      <a:pt x="45" y="215"/>
                      <a:pt x="45" y="214"/>
                      <a:pt x="46" y="214"/>
                    </a:cubicBezTo>
                    <a:cubicBezTo>
                      <a:pt x="46" y="214"/>
                      <a:pt x="46" y="214"/>
                      <a:pt x="46" y="214"/>
                    </a:cubicBezTo>
                    <a:cubicBezTo>
                      <a:pt x="46" y="214"/>
                      <a:pt x="46" y="214"/>
                      <a:pt x="47" y="214"/>
                    </a:cubicBezTo>
                    <a:cubicBezTo>
                      <a:pt x="47" y="214"/>
                      <a:pt x="47" y="214"/>
                      <a:pt x="47" y="214"/>
                    </a:cubicBezTo>
                    <a:cubicBezTo>
                      <a:pt x="47" y="214"/>
                      <a:pt x="48" y="214"/>
                      <a:pt x="48" y="214"/>
                    </a:cubicBezTo>
                    <a:close/>
                    <a:moveTo>
                      <a:pt x="37" y="222"/>
                    </a:moveTo>
                    <a:cubicBezTo>
                      <a:pt x="37" y="222"/>
                      <a:pt x="37" y="223"/>
                      <a:pt x="36" y="223"/>
                    </a:cubicBezTo>
                    <a:cubicBezTo>
                      <a:pt x="36" y="223"/>
                      <a:pt x="36" y="223"/>
                      <a:pt x="36" y="223"/>
                    </a:cubicBezTo>
                    <a:cubicBezTo>
                      <a:pt x="36" y="224"/>
                      <a:pt x="35" y="224"/>
                      <a:pt x="34" y="223"/>
                    </a:cubicBezTo>
                    <a:cubicBezTo>
                      <a:pt x="34" y="223"/>
                      <a:pt x="34" y="223"/>
                      <a:pt x="34" y="223"/>
                    </a:cubicBezTo>
                    <a:cubicBezTo>
                      <a:pt x="34" y="222"/>
                      <a:pt x="34" y="222"/>
                      <a:pt x="35" y="221"/>
                    </a:cubicBezTo>
                    <a:cubicBezTo>
                      <a:pt x="35" y="221"/>
                      <a:pt x="35" y="221"/>
                      <a:pt x="35" y="221"/>
                    </a:cubicBezTo>
                    <a:cubicBezTo>
                      <a:pt x="35" y="221"/>
                      <a:pt x="35" y="221"/>
                      <a:pt x="35" y="221"/>
                    </a:cubicBezTo>
                    <a:cubicBezTo>
                      <a:pt x="35" y="221"/>
                      <a:pt x="35" y="221"/>
                      <a:pt x="35" y="221"/>
                    </a:cubicBezTo>
                    <a:cubicBezTo>
                      <a:pt x="36" y="221"/>
                      <a:pt x="36" y="221"/>
                      <a:pt x="37" y="222"/>
                    </a:cubicBezTo>
                    <a:close/>
                    <a:moveTo>
                      <a:pt x="25" y="229"/>
                    </a:moveTo>
                    <a:cubicBezTo>
                      <a:pt x="26" y="230"/>
                      <a:pt x="25" y="230"/>
                      <a:pt x="25" y="231"/>
                    </a:cubicBezTo>
                    <a:cubicBezTo>
                      <a:pt x="25" y="231"/>
                      <a:pt x="25" y="231"/>
                      <a:pt x="25" y="231"/>
                    </a:cubicBezTo>
                    <a:cubicBezTo>
                      <a:pt x="24" y="231"/>
                      <a:pt x="23" y="231"/>
                      <a:pt x="23" y="230"/>
                    </a:cubicBezTo>
                    <a:cubicBezTo>
                      <a:pt x="23" y="230"/>
                      <a:pt x="23" y="230"/>
                      <a:pt x="23" y="230"/>
                    </a:cubicBezTo>
                    <a:cubicBezTo>
                      <a:pt x="23" y="230"/>
                      <a:pt x="23" y="229"/>
                      <a:pt x="23" y="228"/>
                    </a:cubicBezTo>
                    <a:cubicBezTo>
                      <a:pt x="23" y="228"/>
                      <a:pt x="23" y="228"/>
                      <a:pt x="23" y="228"/>
                    </a:cubicBezTo>
                    <a:cubicBezTo>
                      <a:pt x="24" y="228"/>
                      <a:pt x="24" y="228"/>
                      <a:pt x="24" y="228"/>
                    </a:cubicBezTo>
                    <a:cubicBezTo>
                      <a:pt x="24" y="228"/>
                      <a:pt x="24" y="228"/>
                      <a:pt x="24" y="228"/>
                    </a:cubicBezTo>
                    <a:cubicBezTo>
                      <a:pt x="25" y="228"/>
                      <a:pt x="25" y="228"/>
                      <a:pt x="25" y="229"/>
                    </a:cubicBezTo>
                    <a:close/>
                    <a:moveTo>
                      <a:pt x="14" y="236"/>
                    </a:moveTo>
                    <a:cubicBezTo>
                      <a:pt x="14" y="237"/>
                      <a:pt x="14" y="238"/>
                      <a:pt x="14" y="238"/>
                    </a:cubicBezTo>
                    <a:cubicBezTo>
                      <a:pt x="14" y="238"/>
                      <a:pt x="14" y="238"/>
                      <a:pt x="14" y="238"/>
                    </a:cubicBezTo>
                    <a:cubicBezTo>
                      <a:pt x="13" y="239"/>
                      <a:pt x="12" y="238"/>
                      <a:pt x="12" y="238"/>
                    </a:cubicBezTo>
                    <a:cubicBezTo>
                      <a:pt x="12" y="238"/>
                      <a:pt x="12" y="238"/>
                      <a:pt x="12" y="238"/>
                    </a:cubicBezTo>
                    <a:cubicBezTo>
                      <a:pt x="11" y="237"/>
                      <a:pt x="11" y="236"/>
                      <a:pt x="12" y="236"/>
                    </a:cubicBezTo>
                    <a:cubicBezTo>
                      <a:pt x="12" y="236"/>
                      <a:pt x="12" y="236"/>
                      <a:pt x="12" y="236"/>
                    </a:cubicBezTo>
                    <a:cubicBezTo>
                      <a:pt x="12" y="236"/>
                      <a:pt x="13" y="236"/>
                      <a:pt x="13" y="236"/>
                    </a:cubicBezTo>
                    <a:cubicBezTo>
                      <a:pt x="13" y="236"/>
                      <a:pt x="13" y="236"/>
                      <a:pt x="13" y="236"/>
                    </a:cubicBezTo>
                    <a:cubicBezTo>
                      <a:pt x="13" y="236"/>
                      <a:pt x="14" y="236"/>
                      <a:pt x="14" y="236"/>
                    </a:cubicBezTo>
                    <a:close/>
                    <a:moveTo>
                      <a:pt x="3" y="244"/>
                    </a:moveTo>
                    <a:cubicBezTo>
                      <a:pt x="3" y="244"/>
                      <a:pt x="3" y="245"/>
                      <a:pt x="2" y="245"/>
                    </a:cubicBezTo>
                    <a:cubicBezTo>
                      <a:pt x="2" y="245"/>
                      <a:pt x="2" y="245"/>
                      <a:pt x="2" y="245"/>
                    </a:cubicBezTo>
                    <a:cubicBezTo>
                      <a:pt x="2" y="246"/>
                      <a:pt x="1" y="246"/>
                      <a:pt x="0" y="245"/>
                    </a:cubicBezTo>
                    <a:cubicBezTo>
                      <a:pt x="0" y="245"/>
                      <a:pt x="0" y="245"/>
                      <a:pt x="0" y="245"/>
                    </a:cubicBezTo>
                    <a:cubicBezTo>
                      <a:pt x="0" y="244"/>
                      <a:pt x="0" y="244"/>
                      <a:pt x="1" y="243"/>
                    </a:cubicBezTo>
                    <a:cubicBezTo>
                      <a:pt x="1" y="243"/>
                      <a:pt x="1" y="243"/>
                      <a:pt x="1" y="243"/>
                    </a:cubicBezTo>
                    <a:cubicBezTo>
                      <a:pt x="1" y="243"/>
                      <a:pt x="1" y="243"/>
                      <a:pt x="2" y="243"/>
                    </a:cubicBezTo>
                    <a:cubicBezTo>
                      <a:pt x="2" y="243"/>
                      <a:pt x="2" y="243"/>
                      <a:pt x="2" y="243"/>
                    </a:cubicBezTo>
                    <a:cubicBezTo>
                      <a:pt x="2" y="243"/>
                      <a:pt x="2" y="243"/>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 name="Google Shape;84;p2"/>
              <p:cNvSpPr/>
              <p:nvPr/>
            </p:nvSpPr>
            <p:spPr>
              <a:xfrm>
                <a:off x="18802986" y="2645018"/>
                <a:ext cx="11748" cy="11748"/>
              </a:xfrm>
              <a:custGeom>
                <a:avLst/>
                <a:gdLst/>
                <a:ahLst/>
                <a:cxnLst/>
                <a:rect l="l" t="t" r="r" b="b"/>
                <a:pathLst>
                  <a:path w="2" h="2" extrusionOk="0">
                    <a:moveTo>
                      <a:pt x="1" y="0"/>
                    </a:moveTo>
                    <a:cubicBezTo>
                      <a:pt x="1" y="0"/>
                      <a:pt x="2" y="0"/>
                      <a:pt x="2" y="0"/>
                    </a:cubicBezTo>
                    <a:cubicBezTo>
                      <a:pt x="2" y="0"/>
                      <a:pt x="2" y="1"/>
                      <a:pt x="2" y="1"/>
                    </a:cubicBezTo>
                    <a:cubicBezTo>
                      <a:pt x="2" y="1"/>
                      <a:pt x="2" y="1"/>
                      <a:pt x="2" y="1"/>
                    </a:cubicBezTo>
                    <a:cubicBezTo>
                      <a:pt x="2" y="2"/>
                      <a:pt x="2" y="2"/>
                      <a:pt x="2" y="2"/>
                    </a:cubicBezTo>
                    <a:cubicBezTo>
                      <a:pt x="2" y="2"/>
                      <a:pt x="2" y="2"/>
                      <a:pt x="1" y="2"/>
                    </a:cubicBezTo>
                    <a:cubicBezTo>
                      <a:pt x="1" y="2"/>
                      <a:pt x="1" y="2"/>
                      <a:pt x="0" y="2"/>
                    </a:cubicBezTo>
                    <a:cubicBezTo>
                      <a:pt x="0" y="2"/>
                      <a:pt x="0" y="2"/>
                      <a:pt x="0" y="2"/>
                    </a:cubicBezTo>
                    <a:cubicBezTo>
                      <a:pt x="0" y="2"/>
                      <a:pt x="0" y="1"/>
                      <a:pt x="0" y="1"/>
                    </a:cubicBezTo>
                    <a:cubicBezTo>
                      <a:pt x="0" y="1"/>
                      <a:pt x="0" y="0"/>
                      <a:pt x="0" y="0"/>
                    </a:cubicBezTo>
                    <a:cubicBezTo>
                      <a:pt x="0" y="0"/>
                      <a:pt x="0" y="0"/>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 name="Google Shape;85;p2"/>
              <p:cNvSpPr/>
              <p:nvPr/>
            </p:nvSpPr>
            <p:spPr>
              <a:xfrm>
                <a:off x="16202688" y="4238870"/>
                <a:ext cx="15664" cy="15664"/>
              </a:xfrm>
              <a:custGeom>
                <a:avLst/>
                <a:gdLst/>
                <a:ahLst/>
                <a:cxnLst/>
                <a:rect l="l" t="t" r="r" b="b"/>
                <a:pathLst>
                  <a:path w="2" h="3" extrusionOk="0">
                    <a:moveTo>
                      <a:pt x="1" y="0"/>
                    </a:moveTo>
                    <a:cubicBezTo>
                      <a:pt x="1" y="0"/>
                      <a:pt x="1" y="0"/>
                      <a:pt x="1" y="0"/>
                    </a:cubicBezTo>
                    <a:cubicBezTo>
                      <a:pt x="2" y="1"/>
                      <a:pt x="2" y="1"/>
                      <a:pt x="2" y="1"/>
                    </a:cubicBezTo>
                    <a:cubicBezTo>
                      <a:pt x="2" y="1"/>
                      <a:pt x="2" y="1"/>
                      <a:pt x="2" y="2"/>
                    </a:cubicBezTo>
                    <a:cubicBezTo>
                      <a:pt x="2" y="2"/>
                      <a:pt x="2" y="2"/>
                      <a:pt x="2" y="3"/>
                    </a:cubicBezTo>
                    <a:cubicBezTo>
                      <a:pt x="1" y="3"/>
                      <a:pt x="0" y="3"/>
                      <a:pt x="0" y="3"/>
                    </a:cubicBezTo>
                    <a:cubicBezTo>
                      <a:pt x="0" y="2"/>
                      <a:pt x="0" y="2"/>
                      <a:pt x="0" y="2"/>
                    </a:cubicBezTo>
                    <a:cubicBezTo>
                      <a:pt x="0" y="2"/>
                      <a:pt x="0" y="1"/>
                      <a:pt x="0" y="1"/>
                    </a:cubicBezTo>
                    <a:cubicBezTo>
                      <a:pt x="0" y="1"/>
                      <a:pt x="0" y="1"/>
                      <a:pt x="0" y="1"/>
                    </a:cubicBezTo>
                    <a:cubicBezTo>
                      <a:pt x="0" y="1"/>
                      <a:pt x="0" y="1"/>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 name="Google Shape;86;p2"/>
              <p:cNvSpPr/>
              <p:nvPr/>
            </p:nvSpPr>
            <p:spPr>
              <a:xfrm>
                <a:off x="16273178" y="2688095"/>
                <a:ext cx="2330087" cy="1523362"/>
              </a:xfrm>
              <a:custGeom>
                <a:avLst/>
                <a:gdLst/>
                <a:ahLst/>
                <a:cxnLst/>
                <a:rect l="l" t="t" r="r" b="b"/>
                <a:pathLst>
                  <a:path w="376" h="246" extrusionOk="0">
                    <a:moveTo>
                      <a:pt x="375" y="1"/>
                    </a:moveTo>
                    <a:cubicBezTo>
                      <a:pt x="376" y="1"/>
                      <a:pt x="376" y="2"/>
                      <a:pt x="375" y="2"/>
                    </a:cubicBezTo>
                    <a:cubicBezTo>
                      <a:pt x="375" y="2"/>
                      <a:pt x="375" y="2"/>
                      <a:pt x="375" y="2"/>
                    </a:cubicBezTo>
                    <a:cubicBezTo>
                      <a:pt x="374" y="3"/>
                      <a:pt x="374" y="3"/>
                      <a:pt x="373" y="2"/>
                    </a:cubicBezTo>
                    <a:cubicBezTo>
                      <a:pt x="373" y="2"/>
                      <a:pt x="373" y="2"/>
                      <a:pt x="373" y="2"/>
                    </a:cubicBezTo>
                    <a:cubicBezTo>
                      <a:pt x="373" y="1"/>
                      <a:pt x="373" y="1"/>
                      <a:pt x="374" y="0"/>
                    </a:cubicBezTo>
                    <a:cubicBezTo>
                      <a:pt x="374" y="0"/>
                      <a:pt x="374" y="0"/>
                      <a:pt x="374" y="0"/>
                    </a:cubicBezTo>
                    <a:cubicBezTo>
                      <a:pt x="374" y="0"/>
                      <a:pt x="374" y="0"/>
                      <a:pt x="374" y="0"/>
                    </a:cubicBezTo>
                    <a:cubicBezTo>
                      <a:pt x="374" y="0"/>
                      <a:pt x="374" y="0"/>
                      <a:pt x="374" y="0"/>
                    </a:cubicBezTo>
                    <a:cubicBezTo>
                      <a:pt x="375" y="0"/>
                      <a:pt x="375" y="0"/>
                      <a:pt x="375" y="1"/>
                    </a:cubicBezTo>
                    <a:close/>
                    <a:moveTo>
                      <a:pt x="364" y="8"/>
                    </a:moveTo>
                    <a:cubicBezTo>
                      <a:pt x="365" y="9"/>
                      <a:pt x="364" y="9"/>
                      <a:pt x="364" y="10"/>
                    </a:cubicBezTo>
                    <a:cubicBezTo>
                      <a:pt x="364" y="10"/>
                      <a:pt x="364" y="10"/>
                      <a:pt x="364" y="10"/>
                    </a:cubicBezTo>
                    <a:cubicBezTo>
                      <a:pt x="363" y="10"/>
                      <a:pt x="362" y="10"/>
                      <a:pt x="362" y="9"/>
                    </a:cubicBezTo>
                    <a:cubicBezTo>
                      <a:pt x="362" y="9"/>
                      <a:pt x="362" y="9"/>
                      <a:pt x="362" y="9"/>
                    </a:cubicBezTo>
                    <a:cubicBezTo>
                      <a:pt x="362" y="9"/>
                      <a:pt x="362" y="8"/>
                      <a:pt x="362" y="8"/>
                    </a:cubicBezTo>
                    <a:cubicBezTo>
                      <a:pt x="362" y="8"/>
                      <a:pt x="362" y="8"/>
                      <a:pt x="362" y="8"/>
                    </a:cubicBezTo>
                    <a:cubicBezTo>
                      <a:pt x="363" y="7"/>
                      <a:pt x="363" y="7"/>
                      <a:pt x="363" y="7"/>
                    </a:cubicBezTo>
                    <a:cubicBezTo>
                      <a:pt x="363" y="7"/>
                      <a:pt x="363" y="7"/>
                      <a:pt x="363" y="7"/>
                    </a:cubicBezTo>
                    <a:cubicBezTo>
                      <a:pt x="363" y="7"/>
                      <a:pt x="364" y="8"/>
                      <a:pt x="364" y="8"/>
                    </a:cubicBezTo>
                    <a:close/>
                    <a:moveTo>
                      <a:pt x="353" y="15"/>
                    </a:moveTo>
                    <a:cubicBezTo>
                      <a:pt x="353" y="16"/>
                      <a:pt x="353" y="17"/>
                      <a:pt x="352" y="17"/>
                    </a:cubicBezTo>
                    <a:cubicBezTo>
                      <a:pt x="352" y="17"/>
                      <a:pt x="352" y="17"/>
                      <a:pt x="352" y="17"/>
                    </a:cubicBezTo>
                    <a:cubicBezTo>
                      <a:pt x="352" y="18"/>
                      <a:pt x="351" y="17"/>
                      <a:pt x="351" y="17"/>
                    </a:cubicBezTo>
                    <a:cubicBezTo>
                      <a:pt x="351" y="17"/>
                      <a:pt x="351" y="17"/>
                      <a:pt x="351" y="17"/>
                    </a:cubicBezTo>
                    <a:cubicBezTo>
                      <a:pt x="350" y="16"/>
                      <a:pt x="350" y="15"/>
                      <a:pt x="351" y="15"/>
                    </a:cubicBezTo>
                    <a:cubicBezTo>
                      <a:pt x="351" y="15"/>
                      <a:pt x="351" y="15"/>
                      <a:pt x="351" y="15"/>
                    </a:cubicBezTo>
                    <a:cubicBezTo>
                      <a:pt x="351" y="15"/>
                      <a:pt x="351" y="15"/>
                      <a:pt x="352" y="15"/>
                    </a:cubicBezTo>
                    <a:cubicBezTo>
                      <a:pt x="352" y="15"/>
                      <a:pt x="352" y="15"/>
                      <a:pt x="352" y="15"/>
                    </a:cubicBezTo>
                    <a:cubicBezTo>
                      <a:pt x="352" y="15"/>
                      <a:pt x="353" y="15"/>
                      <a:pt x="353" y="15"/>
                    </a:cubicBezTo>
                    <a:close/>
                    <a:moveTo>
                      <a:pt x="342" y="23"/>
                    </a:moveTo>
                    <a:cubicBezTo>
                      <a:pt x="342" y="23"/>
                      <a:pt x="342" y="24"/>
                      <a:pt x="341" y="24"/>
                    </a:cubicBezTo>
                    <a:cubicBezTo>
                      <a:pt x="341" y="24"/>
                      <a:pt x="341" y="24"/>
                      <a:pt x="341" y="24"/>
                    </a:cubicBezTo>
                    <a:cubicBezTo>
                      <a:pt x="341" y="25"/>
                      <a:pt x="340" y="25"/>
                      <a:pt x="339" y="24"/>
                    </a:cubicBezTo>
                    <a:cubicBezTo>
                      <a:pt x="339" y="24"/>
                      <a:pt x="339" y="24"/>
                      <a:pt x="339" y="24"/>
                    </a:cubicBezTo>
                    <a:cubicBezTo>
                      <a:pt x="339" y="23"/>
                      <a:pt x="339" y="23"/>
                      <a:pt x="340" y="22"/>
                    </a:cubicBezTo>
                    <a:cubicBezTo>
                      <a:pt x="340" y="22"/>
                      <a:pt x="340" y="22"/>
                      <a:pt x="340" y="22"/>
                    </a:cubicBezTo>
                    <a:cubicBezTo>
                      <a:pt x="340" y="22"/>
                      <a:pt x="340" y="22"/>
                      <a:pt x="340" y="22"/>
                    </a:cubicBezTo>
                    <a:cubicBezTo>
                      <a:pt x="340" y="22"/>
                      <a:pt x="340" y="22"/>
                      <a:pt x="340" y="22"/>
                    </a:cubicBezTo>
                    <a:cubicBezTo>
                      <a:pt x="341" y="22"/>
                      <a:pt x="341" y="22"/>
                      <a:pt x="342" y="23"/>
                    </a:cubicBezTo>
                    <a:close/>
                    <a:moveTo>
                      <a:pt x="330" y="30"/>
                    </a:moveTo>
                    <a:cubicBezTo>
                      <a:pt x="331" y="31"/>
                      <a:pt x="330" y="31"/>
                      <a:pt x="330" y="32"/>
                    </a:cubicBezTo>
                    <a:cubicBezTo>
                      <a:pt x="330" y="32"/>
                      <a:pt x="330" y="32"/>
                      <a:pt x="330" y="32"/>
                    </a:cubicBezTo>
                    <a:cubicBezTo>
                      <a:pt x="329" y="32"/>
                      <a:pt x="328" y="32"/>
                      <a:pt x="328" y="31"/>
                    </a:cubicBezTo>
                    <a:cubicBezTo>
                      <a:pt x="328" y="31"/>
                      <a:pt x="328" y="31"/>
                      <a:pt x="328" y="31"/>
                    </a:cubicBezTo>
                    <a:cubicBezTo>
                      <a:pt x="328" y="31"/>
                      <a:pt x="328" y="30"/>
                      <a:pt x="328" y="30"/>
                    </a:cubicBezTo>
                    <a:cubicBezTo>
                      <a:pt x="328" y="30"/>
                      <a:pt x="328" y="30"/>
                      <a:pt x="328" y="30"/>
                    </a:cubicBezTo>
                    <a:cubicBezTo>
                      <a:pt x="329" y="29"/>
                      <a:pt x="329" y="29"/>
                      <a:pt x="329" y="29"/>
                    </a:cubicBezTo>
                    <a:cubicBezTo>
                      <a:pt x="329" y="29"/>
                      <a:pt x="329" y="29"/>
                      <a:pt x="329" y="29"/>
                    </a:cubicBezTo>
                    <a:cubicBezTo>
                      <a:pt x="330" y="29"/>
                      <a:pt x="330" y="30"/>
                      <a:pt x="330" y="30"/>
                    </a:cubicBezTo>
                    <a:close/>
                    <a:moveTo>
                      <a:pt x="319" y="37"/>
                    </a:moveTo>
                    <a:cubicBezTo>
                      <a:pt x="319" y="38"/>
                      <a:pt x="319" y="39"/>
                      <a:pt x="319" y="39"/>
                    </a:cubicBezTo>
                    <a:cubicBezTo>
                      <a:pt x="319" y="39"/>
                      <a:pt x="319" y="39"/>
                      <a:pt x="319" y="39"/>
                    </a:cubicBezTo>
                    <a:cubicBezTo>
                      <a:pt x="318" y="40"/>
                      <a:pt x="317" y="39"/>
                      <a:pt x="317" y="39"/>
                    </a:cubicBezTo>
                    <a:cubicBezTo>
                      <a:pt x="317" y="39"/>
                      <a:pt x="317" y="39"/>
                      <a:pt x="317" y="39"/>
                    </a:cubicBezTo>
                    <a:cubicBezTo>
                      <a:pt x="316" y="38"/>
                      <a:pt x="316" y="37"/>
                      <a:pt x="317" y="37"/>
                    </a:cubicBezTo>
                    <a:cubicBezTo>
                      <a:pt x="317" y="37"/>
                      <a:pt x="317" y="37"/>
                      <a:pt x="317" y="37"/>
                    </a:cubicBezTo>
                    <a:cubicBezTo>
                      <a:pt x="317" y="37"/>
                      <a:pt x="318" y="37"/>
                      <a:pt x="318" y="37"/>
                    </a:cubicBezTo>
                    <a:cubicBezTo>
                      <a:pt x="318" y="37"/>
                      <a:pt x="318" y="37"/>
                      <a:pt x="318" y="37"/>
                    </a:cubicBezTo>
                    <a:cubicBezTo>
                      <a:pt x="318" y="37"/>
                      <a:pt x="319" y="37"/>
                      <a:pt x="319" y="37"/>
                    </a:cubicBezTo>
                    <a:close/>
                    <a:moveTo>
                      <a:pt x="308" y="45"/>
                    </a:moveTo>
                    <a:cubicBezTo>
                      <a:pt x="308" y="45"/>
                      <a:pt x="308" y="46"/>
                      <a:pt x="307" y="47"/>
                    </a:cubicBezTo>
                    <a:cubicBezTo>
                      <a:pt x="307" y="47"/>
                      <a:pt x="307" y="47"/>
                      <a:pt x="307" y="47"/>
                    </a:cubicBezTo>
                    <a:cubicBezTo>
                      <a:pt x="307" y="47"/>
                      <a:pt x="306" y="47"/>
                      <a:pt x="305" y="46"/>
                    </a:cubicBezTo>
                    <a:cubicBezTo>
                      <a:pt x="305" y="46"/>
                      <a:pt x="305" y="46"/>
                      <a:pt x="305" y="46"/>
                    </a:cubicBezTo>
                    <a:cubicBezTo>
                      <a:pt x="305" y="46"/>
                      <a:pt x="305" y="45"/>
                      <a:pt x="306" y="44"/>
                    </a:cubicBezTo>
                    <a:cubicBezTo>
                      <a:pt x="306" y="44"/>
                      <a:pt x="306" y="44"/>
                      <a:pt x="306" y="44"/>
                    </a:cubicBezTo>
                    <a:cubicBezTo>
                      <a:pt x="306" y="44"/>
                      <a:pt x="306" y="44"/>
                      <a:pt x="306" y="44"/>
                    </a:cubicBezTo>
                    <a:cubicBezTo>
                      <a:pt x="306" y="44"/>
                      <a:pt x="306" y="44"/>
                      <a:pt x="306" y="44"/>
                    </a:cubicBezTo>
                    <a:cubicBezTo>
                      <a:pt x="307" y="44"/>
                      <a:pt x="307" y="44"/>
                      <a:pt x="308" y="45"/>
                    </a:cubicBezTo>
                    <a:close/>
                    <a:moveTo>
                      <a:pt x="296" y="52"/>
                    </a:moveTo>
                    <a:cubicBezTo>
                      <a:pt x="297" y="53"/>
                      <a:pt x="297" y="54"/>
                      <a:pt x="296" y="54"/>
                    </a:cubicBezTo>
                    <a:cubicBezTo>
                      <a:pt x="296" y="54"/>
                      <a:pt x="296" y="54"/>
                      <a:pt x="296" y="54"/>
                    </a:cubicBezTo>
                    <a:cubicBezTo>
                      <a:pt x="295" y="54"/>
                      <a:pt x="294" y="54"/>
                      <a:pt x="294" y="54"/>
                    </a:cubicBezTo>
                    <a:cubicBezTo>
                      <a:pt x="294" y="54"/>
                      <a:pt x="294" y="54"/>
                      <a:pt x="294" y="54"/>
                    </a:cubicBezTo>
                    <a:cubicBezTo>
                      <a:pt x="294" y="53"/>
                      <a:pt x="294" y="52"/>
                      <a:pt x="294" y="52"/>
                    </a:cubicBezTo>
                    <a:cubicBezTo>
                      <a:pt x="294" y="52"/>
                      <a:pt x="294" y="52"/>
                      <a:pt x="294" y="52"/>
                    </a:cubicBezTo>
                    <a:cubicBezTo>
                      <a:pt x="295" y="52"/>
                      <a:pt x="295" y="51"/>
                      <a:pt x="295" y="51"/>
                    </a:cubicBezTo>
                    <a:cubicBezTo>
                      <a:pt x="295" y="51"/>
                      <a:pt x="295" y="51"/>
                      <a:pt x="295" y="51"/>
                    </a:cubicBezTo>
                    <a:cubicBezTo>
                      <a:pt x="296" y="51"/>
                      <a:pt x="296" y="52"/>
                      <a:pt x="296" y="52"/>
                    </a:cubicBezTo>
                    <a:close/>
                    <a:moveTo>
                      <a:pt x="285" y="59"/>
                    </a:moveTo>
                    <a:cubicBezTo>
                      <a:pt x="285" y="60"/>
                      <a:pt x="285" y="61"/>
                      <a:pt x="285" y="61"/>
                    </a:cubicBezTo>
                    <a:cubicBezTo>
                      <a:pt x="285" y="61"/>
                      <a:pt x="285" y="61"/>
                      <a:pt x="285" y="61"/>
                    </a:cubicBezTo>
                    <a:cubicBezTo>
                      <a:pt x="284" y="62"/>
                      <a:pt x="283" y="62"/>
                      <a:pt x="283" y="61"/>
                    </a:cubicBezTo>
                    <a:cubicBezTo>
                      <a:pt x="283" y="61"/>
                      <a:pt x="283" y="61"/>
                      <a:pt x="283" y="61"/>
                    </a:cubicBezTo>
                    <a:cubicBezTo>
                      <a:pt x="282" y="60"/>
                      <a:pt x="283" y="59"/>
                      <a:pt x="283" y="59"/>
                    </a:cubicBezTo>
                    <a:cubicBezTo>
                      <a:pt x="283" y="59"/>
                      <a:pt x="283" y="59"/>
                      <a:pt x="283" y="59"/>
                    </a:cubicBezTo>
                    <a:cubicBezTo>
                      <a:pt x="283" y="59"/>
                      <a:pt x="284" y="59"/>
                      <a:pt x="284" y="59"/>
                    </a:cubicBezTo>
                    <a:cubicBezTo>
                      <a:pt x="284" y="59"/>
                      <a:pt x="284" y="59"/>
                      <a:pt x="284" y="59"/>
                    </a:cubicBezTo>
                    <a:cubicBezTo>
                      <a:pt x="284" y="59"/>
                      <a:pt x="285" y="59"/>
                      <a:pt x="285" y="59"/>
                    </a:cubicBezTo>
                    <a:close/>
                    <a:moveTo>
                      <a:pt x="274" y="67"/>
                    </a:moveTo>
                    <a:cubicBezTo>
                      <a:pt x="274" y="67"/>
                      <a:pt x="274" y="68"/>
                      <a:pt x="273" y="69"/>
                    </a:cubicBezTo>
                    <a:cubicBezTo>
                      <a:pt x="273" y="69"/>
                      <a:pt x="273" y="69"/>
                      <a:pt x="273" y="69"/>
                    </a:cubicBezTo>
                    <a:cubicBezTo>
                      <a:pt x="273" y="69"/>
                      <a:pt x="272" y="69"/>
                      <a:pt x="271" y="68"/>
                    </a:cubicBezTo>
                    <a:cubicBezTo>
                      <a:pt x="271" y="68"/>
                      <a:pt x="271" y="68"/>
                      <a:pt x="271" y="68"/>
                    </a:cubicBezTo>
                    <a:cubicBezTo>
                      <a:pt x="271" y="68"/>
                      <a:pt x="271" y="67"/>
                      <a:pt x="272" y="66"/>
                    </a:cubicBezTo>
                    <a:cubicBezTo>
                      <a:pt x="272" y="66"/>
                      <a:pt x="272" y="66"/>
                      <a:pt x="272" y="66"/>
                    </a:cubicBezTo>
                    <a:cubicBezTo>
                      <a:pt x="272" y="66"/>
                      <a:pt x="272" y="66"/>
                      <a:pt x="273" y="66"/>
                    </a:cubicBezTo>
                    <a:cubicBezTo>
                      <a:pt x="273" y="66"/>
                      <a:pt x="273" y="66"/>
                      <a:pt x="273" y="66"/>
                    </a:cubicBezTo>
                    <a:cubicBezTo>
                      <a:pt x="273" y="66"/>
                      <a:pt x="273" y="66"/>
                      <a:pt x="274" y="67"/>
                    </a:cubicBezTo>
                    <a:close/>
                    <a:moveTo>
                      <a:pt x="262" y="74"/>
                    </a:moveTo>
                    <a:cubicBezTo>
                      <a:pt x="263" y="75"/>
                      <a:pt x="263" y="76"/>
                      <a:pt x="262" y="76"/>
                    </a:cubicBezTo>
                    <a:cubicBezTo>
                      <a:pt x="262" y="76"/>
                      <a:pt x="262" y="76"/>
                      <a:pt x="262" y="76"/>
                    </a:cubicBezTo>
                    <a:cubicBezTo>
                      <a:pt x="261" y="76"/>
                      <a:pt x="261" y="76"/>
                      <a:pt x="260" y="76"/>
                    </a:cubicBezTo>
                    <a:cubicBezTo>
                      <a:pt x="260" y="76"/>
                      <a:pt x="260" y="76"/>
                      <a:pt x="260" y="76"/>
                    </a:cubicBezTo>
                    <a:cubicBezTo>
                      <a:pt x="260" y="75"/>
                      <a:pt x="260" y="74"/>
                      <a:pt x="261" y="74"/>
                    </a:cubicBezTo>
                    <a:cubicBezTo>
                      <a:pt x="261" y="74"/>
                      <a:pt x="261" y="74"/>
                      <a:pt x="261" y="74"/>
                    </a:cubicBezTo>
                    <a:cubicBezTo>
                      <a:pt x="261" y="74"/>
                      <a:pt x="261" y="74"/>
                      <a:pt x="261" y="74"/>
                    </a:cubicBezTo>
                    <a:cubicBezTo>
                      <a:pt x="261" y="74"/>
                      <a:pt x="261" y="74"/>
                      <a:pt x="261" y="74"/>
                    </a:cubicBezTo>
                    <a:cubicBezTo>
                      <a:pt x="262" y="74"/>
                      <a:pt x="262" y="74"/>
                      <a:pt x="262" y="74"/>
                    </a:cubicBezTo>
                    <a:close/>
                    <a:moveTo>
                      <a:pt x="251" y="82"/>
                    </a:moveTo>
                    <a:cubicBezTo>
                      <a:pt x="251" y="82"/>
                      <a:pt x="251" y="83"/>
                      <a:pt x="251" y="83"/>
                    </a:cubicBezTo>
                    <a:cubicBezTo>
                      <a:pt x="251" y="83"/>
                      <a:pt x="251" y="83"/>
                      <a:pt x="251" y="83"/>
                    </a:cubicBezTo>
                    <a:cubicBezTo>
                      <a:pt x="250" y="84"/>
                      <a:pt x="249" y="84"/>
                      <a:pt x="249" y="83"/>
                    </a:cubicBezTo>
                    <a:cubicBezTo>
                      <a:pt x="249" y="83"/>
                      <a:pt x="249" y="83"/>
                      <a:pt x="249" y="83"/>
                    </a:cubicBezTo>
                    <a:cubicBezTo>
                      <a:pt x="248" y="82"/>
                      <a:pt x="249" y="82"/>
                      <a:pt x="249" y="81"/>
                    </a:cubicBezTo>
                    <a:cubicBezTo>
                      <a:pt x="249" y="81"/>
                      <a:pt x="249" y="81"/>
                      <a:pt x="249" y="81"/>
                    </a:cubicBezTo>
                    <a:cubicBezTo>
                      <a:pt x="249" y="81"/>
                      <a:pt x="250" y="81"/>
                      <a:pt x="250" y="81"/>
                    </a:cubicBezTo>
                    <a:cubicBezTo>
                      <a:pt x="250" y="81"/>
                      <a:pt x="250" y="81"/>
                      <a:pt x="250" y="81"/>
                    </a:cubicBezTo>
                    <a:cubicBezTo>
                      <a:pt x="250" y="81"/>
                      <a:pt x="251" y="81"/>
                      <a:pt x="251" y="82"/>
                    </a:cubicBezTo>
                    <a:close/>
                    <a:moveTo>
                      <a:pt x="240" y="89"/>
                    </a:moveTo>
                    <a:cubicBezTo>
                      <a:pt x="240" y="90"/>
                      <a:pt x="240" y="90"/>
                      <a:pt x="239" y="91"/>
                    </a:cubicBezTo>
                    <a:cubicBezTo>
                      <a:pt x="239" y="91"/>
                      <a:pt x="239" y="91"/>
                      <a:pt x="239" y="91"/>
                    </a:cubicBezTo>
                    <a:cubicBezTo>
                      <a:pt x="239" y="91"/>
                      <a:pt x="238" y="91"/>
                      <a:pt x="238" y="90"/>
                    </a:cubicBezTo>
                    <a:cubicBezTo>
                      <a:pt x="238" y="90"/>
                      <a:pt x="238" y="90"/>
                      <a:pt x="238" y="90"/>
                    </a:cubicBezTo>
                    <a:cubicBezTo>
                      <a:pt x="237" y="90"/>
                      <a:pt x="237" y="89"/>
                      <a:pt x="238" y="89"/>
                    </a:cubicBezTo>
                    <a:cubicBezTo>
                      <a:pt x="238" y="89"/>
                      <a:pt x="238" y="89"/>
                      <a:pt x="238" y="89"/>
                    </a:cubicBezTo>
                    <a:cubicBezTo>
                      <a:pt x="238" y="88"/>
                      <a:pt x="238" y="88"/>
                      <a:pt x="239" y="88"/>
                    </a:cubicBezTo>
                    <a:cubicBezTo>
                      <a:pt x="239" y="88"/>
                      <a:pt x="239" y="88"/>
                      <a:pt x="239" y="88"/>
                    </a:cubicBezTo>
                    <a:cubicBezTo>
                      <a:pt x="239" y="88"/>
                      <a:pt x="240" y="89"/>
                      <a:pt x="240" y="89"/>
                    </a:cubicBezTo>
                    <a:close/>
                    <a:moveTo>
                      <a:pt x="228" y="96"/>
                    </a:moveTo>
                    <a:cubicBezTo>
                      <a:pt x="229" y="97"/>
                      <a:pt x="229" y="98"/>
                      <a:pt x="228" y="98"/>
                    </a:cubicBezTo>
                    <a:cubicBezTo>
                      <a:pt x="228" y="98"/>
                      <a:pt x="228" y="98"/>
                      <a:pt x="228" y="98"/>
                    </a:cubicBezTo>
                    <a:cubicBezTo>
                      <a:pt x="227" y="99"/>
                      <a:pt x="227" y="98"/>
                      <a:pt x="226" y="98"/>
                    </a:cubicBezTo>
                    <a:cubicBezTo>
                      <a:pt x="226" y="98"/>
                      <a:pt x="226" y="98"/>
                      <a:pt x="226" y="98"/>
                    </a:cubicBezTo>
                    <a:cubicBezTo>
                      <a:pt x="226" y="97"/>
                      <a:pt x="226" y="96"/>
                      <a:pt x="227" y="96"/>
                    </a:cubicBezTo>
                    <a:cubicBezTo>
                      <a:pt x="227" y="96"/>
                      <a:pt x="227" y="96"/>
                      <a:pt x="227" y="96"/>
                    </a:cubicBezTo>
                    <a:cubicBezTo>
                      <a:pt x="227" y="96"/>
                      <a:pt x="227" y="96"/>
                      <a:pt x="227" y="96"/>
                    </a:cubicBezTo>
                    <a:cubicBezTo>
                      <a:pt x="227" y="96"/>
                      <a:pt x="227" y="96"/>
                      <a:pt x="227" y="96"/>
                    </a:cubicBezTo>
                    <a:cubicBezTo>
                      <a:pt x="228" y="96"/>
                      <a:pt x="228" y="96"/>
                      <a:pt x="228" y="96"/>
                    </a:cubicBezTo>
                    <a:close/>
                    <a:moveTo>
                      <a:pt x="217" y="104"/>
                    </a:moveTo>
                    <a:cubicBezTo>
                      <a:pt x="218" y="104"/>
                      <a:pt x="217" y="105"/>
                      <a:pt x="217" y="105"/>
                    </a:cubicBezTo>
                    <a:cubicBezTo>
                      <a:pt x="217" y="105"/>
                      <a:pt x="217" y="105"/>
                      <a:pt x="217" y="105"/>
                    </a:cubicBezTo>
                    <a:cubicBezTo>
                      <a:pt x="216" y="106"/>
                      <a:pt x="215" y="106"/>
                      <a:pt x="215" y="105"/>
                    </a:cubicBezTo>
                    <a:cubicBezTo>
                      <a:pt x="215" y="105"/>
                      <a:pt x="215" y="105"/>
                      <a:pt x="215" y="105"/>
                    </a:cubicBezTo>
                    <a:cubicBezTo>
                      <a:pt x="214" y="105"/>
                      <a:pt x="215" y="104"/>
                      <a:pt x="215" y="103"/>
                    </a:cubicBezTo>
                    <a:cubicBezTo>
                      <a:pt x="215" y="103"/>
                      <a:pt x="215" y="103"/>
                      <a:pt x="215" y="103"/>
                    </a:cubicBezTo>
                    <a:cubicBezTo>
                      <a:pt x="216" y="103"/>
                      <a:pt x="216" y="103"/>
                      <a:pt x="216" y="103"/>
                    </a:cubicBezTo>
                    <a:cubicBezTo>
                      <a:pt x="216" y="103"/>
                      <a:pt x="216" y="103"/>
                      <a:pt x="216" y="103"/>
                    </a:cubicBezTo>
                    <a:cubicBezTo>
                      <a:pt x="216" y="103"/>
                      <a:pt x="217" y="103"/>
                      <a:pt x="217" y="104"/>
                    </a:cubicBezTo>
                    <a:close/>
                    <a:moveTo>
                      <a:pt x="206" y="111"/>
                    </a:moveTo>
                    <a:cubicBezTo>
                      <a:pt x="206" y="112"/>
                      <a:pt x="206" y="112"/>
                      <a:pt x="205" y="113"/>
                    </a:cubicBezTo>
                    <a:cubicBezTo>
                      <a:pt x="205" y="113"/>
                      <a:pt x="205" y="113"/>
                      <a:pt x="205" y="113"/>
                    </a:cubicBezTo>
                    <a:cubicBezTo>
                      <a:pt x="205" y="113"/>
                      <a:pt x="204" y="113"/>
                      <a:pt x="204" y="112"/>
                    </a:cubicBezTo>
                    <a:cubicBezTo>
                      <a:pt x="204" y="112"/>
                      <a:pt x="204" y="112"/>
                      <a:pt x="204" y="112"/>
                    </a:cubicBezTo>
                    <a:cubicBezTo>
                      <a:pt x="203" y="112"/>
                      <a:pt x="203" y="111"/>
                      <a:pt x="204" y="111"/>
                    </a:cubicBezTo>
                    <a:cubicBezTo>
                      <a:pt x="204" y="111"/>
                      <a:pt x="204" y="111"/>
                      <a:pt x="204" y="111"/>
                    </a:cubicBezTo>
                    <a:cubicBezTo>
                      <a:pt x="204" y="110"/>
                      <a:pt x="204" y="110"/>
                      <a:pt x="205" y="110"/>
                    </a:cubicBezTo>
                    <a:cubicBezTo>
                      <a:pt x="205" y="110"/>
                      <a:pt x="205" y="110"/>
                      <a:pt x="205" y="110"/>
                    </a:cubicBezTo>
                    <a:cubicBezTo>
                      <a:pt x="205" y="110"/>
                      <a:pt x="206" y="111"/>
                      <a:pt x="206" y="111"/>
                    </a:cubicBezTo>
                    <a:close/>
                    <a:moveTo>
                      <a:pt x="195" y="118"/>
                    </a:moveTo>
                    <a:cubicBezTo>
                      <a:pt x="195" y="119"/>
                      <a:pt x="195" y="120"/>
                      <a:pt x="194" y="120"/>
                    </a:cubicBezTo>
                    <a:cubicBezTo>
                      <a:pt x="194" y="120"/>
                      <a:pt x="194" y="120"/>
                      <a:pt x="194" y="120"/>
                    </a:cubicBezTo>
                    <a:cubicBezTo>
                      <a:pt x="194" y="121"/>
                      <a:pt x="193" y="120"/>
                      <a:pt x="192" y="120"/>
                    </a:cubicBezTo>
                    <a:cubicBezTo>
                      <a:pt x="192" y="120"/>
                      <a:pt x="192" y="120"/>
                      <a:pt x="192" y="120"/>
                    </a:cubicBezTo>
                    <a:cubicBezTo>
                      <a:pt x="192" y="119"/>
                      <a:pt x="192" y="118"/>
                      <a:pt x="193" y="118"/>
                    </a:cubicBezTo>
                    <a:cubicBezTo>
                      <a:pt x="193" y="118"/>
                      <a:pt x="193" y="118"/>
                      <a:pt x="193" y="118"/>
                    </a:cubicBezTo>
                    <a:cubicBezTo>
                      <a:pt x="193" y="118"/>
                      <a:pt x="193" y="118"/>
                      <a:pt x="193" y="118"/>
                    </a:cubicBezTo>
                    <a:cubicBezTo>
                      <a:pt x="193" y="118"/>
                      <a:pt x="193" y="118"/>
                      <a:pt x="193" y="118"/>
                    </a:cubicBezTo>
                    <a:cubicBezTo>
                      <a:pt x="194" y="118"/>
                      <a:pt x="194" y="118"/>
                      <a:pt x="195" y="118"/>
                    </a:cubicBezTo>
                    <a:close/>
                    <a:moveTo>
                      <a:pt x="183" y="126"/>
                    </a:moveTo>
                    <a:cubicBezTo>
                      <a:pt x="184" y="126"/>
                      <a:pt x="183" y="127"/>
                      <a:pt x="183" y="128"/>
                    </a:cubicBezTo>
                    <a:cubicBezTo>
                      <a:pt x="183" y="128"/>
                      <a:pt x="183" y="128"/>
                      <a:pt x="183" y="128"/>
                    </a:cubicBezTo>
                    <a:cubicBezTo>
                      <a:pt x="182" y="128"/>
                      <a:pt x="181" y="128"/>
                      <a:pt x="181" y="127"/>
                    </a:cubicBezTo>
                    <a:cubicBezTo>
                      <a:pt x="181" y="127"/>
                      <a:pt x="181" y="127"/>
                      <a:pt x="181" y="127"/>
                    </a:cubicBezTo>
                    <a:cubicBezTo>
                      <a:pt x="181" y="127"/>
                      <a:pt x="181" y="126"/>
                      <a:pt x="181" y="125"/>
                    </a:cubicBezTo>
                    <a:cubicBezTo>
                      <a:pt x="181" y="125"/>
                      <a:pt x="181" y="125"/>
                      <a:pt x="181" y="125"/>
                    </a:cubicBezTo>
                    <a:cubicBezTo>
                      <a:pt x="182" y="125"/>
                      <a:pt x="182" y="125"/>
                      <a:pt x="182" y="125"/>
                    </a:cubicBezTo>
                    <a:cubicBezTo>
                      <a:pt x="182" y="125"/>
                      <a:pt x="182" y="125"/>
                      <a:pt x="182" y="125"/>
                    </a:cubicBezTo>
                    <a:cubicBezTo>
                      <a:pt x="183" y="125"/>
                      <a:pt x="183" y="125"/>
                      <a:pt x="183" y="126"/>
                    </a:cubicBezTo>
                    <a:close/>
                    <a:moveTo>
                      <a:pt x="172" y="133"/>
                    </a:moveTo>
                    <a:cubicBezTo>
                      <a:pt x="172" y="134"/>
                      <a:pt x="172" y="135"/>
                      <a:pt x="172" y="135"/>
                    </a:cubicBezTo>
                    <a:cubicBezTo>
                      <a:pt x="172" y="135"/>
                      <a:pt x="172" y="135"/>
                      <a:pt x="172" y="135"/>
                    </a:cubicBezTo>
                    <a:cubicBezTo>
                      <a:pt x="171" y="135"/>
                      <a:pt x="170" y="135"/>
                      <a:pt x="170" y="135"/>
                    </a:cubicBezTo>
                    <a:cubicBezTo>
                      <a:pt x="170" y="135"/>
                      <a:pt x="170" y="135"/>
                      <a:pt x="170" y="135"/>
                    </a:cubicBezTo>
                    <a:cubicBezTo>
                      <a:pt x="169" y="134"/>
                      <a:pt x="169" y="133"/>
                      <a:pt x="170" y="133"/>
                    </a:cubicBezTo>
                    <a:cubicBezTo>
                      <a:pt x="170" y="133"/>
                      <a:pt x="170" y="133"/>
                      <a:pt x="170" y="133"/>
                    </a:cubicBezTo>
                    <a:cubicBezTo>
                      <a:pt x="170" y="133"/>
                      <a:pt x="171" y="133"/>
                      <a:pt x="171" y="133"/>
                    </a:cubicBezTo>
                    <a:cubicBezTo>
                      <a:pt x="171" y="133"/>
                      <a:pt x="171" y="133"/>
                      <a:pt x="171" y="133"/>
                    </a:cubicBezTo>
                    <a:cubicBezTo>
                      <a:pt x="171" y="133"/>
                      <a:pt x="172" y="133"/>
                      <a:pt x="172" y="133"/>
                    </a:cubicBezTo>
                    <a:close/>
                    <a:moveTo>
                      <a:pt x="161" y="140"/>
                    </a:moveTo>
                    <a:cubicBezTo>
                      <a:pt x="161" y="141"/>
                      <a:pt x="161" y="142"/>
                      <a:pt x="160" y="142"/>
                    </a:cubicBezTo>
                    <a:cubicBezTo>
                      <a:pt x="160" y="142"/>
                      <a:pt x="160" y="142"/>
                      <a:pt x="160" y="142"/>
                    </a:cubicBezTo>
                    <a:cubicBezTo>
                      <a:pt x="160" y="143"/>
                      <a:pt x="159" y="143"/>
                      <a:pt x="158" y="142"/>
                    </a:cubicBezTo>
                    <a:cubicBezTo>
                      <a:pt x="158" y="142"/>
                      <a:pt x="158" y="142"/>
                      <a:pt x="158" y="142"/>
                    </a:cubicBezTo>
                    <a:cubicBezTo>
                      <a:pt x="158" y="141"/>
                      <a:pt x="158" y="140"/>
                      <a:pt x="159" y="140"/>
                    </a:cubicBezTo>
                    <a:cubicBezTo>
                      <a:pt x="159" y="140"/>
                      <a:pt x="159" y="140"/>
                      <a:pt x="159" y="140"/>
                    </a:cubicBezTo>
                    <a:cubicBezTo>
                      <a:pt x="159" y="140"/>
                      <a:pt x="159" y="140"/>
                      <a:pt x="159" y="140"/>
                    </a:cubicBezTo>
                    <a:cubicBezTo>
                      <a:pt x="159" y="140"/>
                      <a:pt x="159" y="140"/>
                      <a:pt x="159" y="140"/>
                    </a:cubicBezTo>
                    <a:cubicBezTo>
                      <a:pt x="160" y="140"/>
                      <a:pt x="160" y="140"/>
                      <a:pt x="161" y="140"/>
                    </a:cubicBezTo>
                    <a:close/>
                    <a:moveTo>
                      <a:pt x="149" y="148"/>
                    </a:moveTo>
                    <a:cubicBezTo>
                      <a:pt x="150" y="148"/>
                      <a:pt x="150" y="149"/>
                      <a:pt x="149" y="150"/>
                    </a:cubicBezTo>
                    <a:cubicBezTo>
                      <a:pt x="149" y="150"/>
                      <a:pt x="149" y="150"/>
                      <a:pt x="149" y="150"/>
                    </a:cubicBezTo>
                    <a:cubicBezTo>
                      <a:pt x="148" y="150"/>
                      <a:pt x="147" y="150"/>
                      <a:pt x="147" y="149"/>
                    </a:cubicBezTo>
                    <a:cubicBezTo>
                      <a:pt x="147" y="149"/>
                      <a:pt x="147" y="149"/>
                      <a:pt x="147" y="149"/>
                    </a:cubicBezTo>
                    <a:cubicBezTo>
                      <a:pt x="147" y="149"/>
                      <a:pt x="147" y="148"/>
                      <a:pt x="147" y="147"/>
                    </a:cubicBezTo>
                    <a:cubicBezTo>
                      <a:pt x="147" y="147"/>
                      <a:pt x="147" y="147"/>
                      <a:pt x="147" y="147"/>
                    </a:cubicBezTo>
                    <a:cubicBezTo>
                      <a:pt x="148" y="147"/>
                      <a:pt x="148" y="147"/>
                      <a:pt x="148" y="147"/>
                    </a:cubicBezTo>
                    <a:cubicBezTo>
                      <a:pt x="148" y="147"/>
                      <a:pt x="148" y="147"/>
                      <a:pt x="148" y="147"/>
                    </a:cubicBezTo>
                    <a:cubicBezTo>
                      <a:pt x="149" y="147"/>
                      <a:pt x="149" y="147"/>
                      <a:pt x="149" y="148"/>
                    </a:cubicBezTo>
                    <a:close/>
                    <a:moveTo>
                      <a:pt x="138" y="155"/>
                    </a:moveTo>
                    <a:cubicBezTo>
                      <a:pt x="138" y="156"/>
                      <a:pt x="138" y="157"/>
                      <a:pt x="138" y="157"/>
                    </a:cubicBezTo>
                    <a:cubicBezTo>
                      <a:pt x="138" y="157"/>
                      <a:pt x="138" y="157"/>
                      <a:pt x="138" y="157"/>
                    </a:cubicBezTo>
                    <a:cubicBezTo>
                      <a:pt x="137" y="157"/>
                      <a:pt x="136" y="157"/>
                      <a:pt x="136" y="157"/>
                    </a:cubicBezTo>
                    <a:cubicBezTo>
                      <a:pt x="136" y="157"/>
                      <a:pt x="136" y="157"/>
                      <a:pt x="136" y="157"/>
                    </a:cubicBezTo>
                    <a:cubicBezTo>
                      <a:pt x="135" y="156"/>
                      <a:pt x="136" y="155"/>
                      <a:pt x="136" y="155"/>
                    </a:cubicBezTo>
                    <a:cubicBezTo>
                      <a:pt x="136" y="155"/>
                      <a:pt x="136" y="155"/>
                      <a:pt x="136" y="155"/>
                    </a:cubicBezTo>
                    <a:cubicBezTo>
                      <a:pt x="136" y="155"/>
                      <a:pt x="137" y="155"/>
                      <a:pt x="137" y="155"/>
                    </a:cubicBezTo>
                    <a:cubicBezTo>
                      <a:pt x="137" y="155"/>
                      <a:pt x="137" y="155"/>
                      <a:pt x="137" y="155"/>
                    </a:cubicBezTo>
                    <a:cubicBezTo>
                      <a:pt x="137" y="155"/>
                      <a:pt x="138" y="155"/>
                      <a:pt x="138" y="155"/>
                    </a:cubicBezTo>
                    <a:close/>
                    <a:moveTo>
                      <a:pt x="127" y="163"/>
                    </a:moveTo>
                    <a:cubicBezTo>
                      <a:pt x="127" y="163"/>
                      <a:pt x="127" y="164"/>
                      <a:pt x="126" y="164"/>
                    </a:cubicBezTo>
                    <a:cubicBezTo>
                      <a:pt x="126" y="164"/>
                      <a:pt x="126" y="164"/>
                      <a:pt x="126" y="164"/>
                    </a:cubicBezTo>
                    <a:cubicBezTo>
                      <a:pt x="126" y="165"/>
                      <a:pt x="125" y="165"/>
                      <a:pt x="124" y="164"/>
                    </a:cubicBezTo>
                    <a:cubicBezTo>
                      <a:pt x="124" y="164"/>
                      <a:pt x="124" y="164"/>
                      <a:pt x="124" y="164"/>
                    </a:cubicBezTo>
                    <a:cubicBezTo>
                      <a:pt x="124" y="163"/>
                      <a:pt x="124" y="163"/>
                      <a:pt x="125" y="162"/>
                    </a:cubicBezTo>
                    <a:cubicBezTo>
                      <a:pt x="125" y="162"/>
                      <a:pt x="125" y="162"/>
                      <a:pt x="125" y="162"/>
                    </a:cubicBezTo>
                    <a:cubicBezTo>
                      <a:pt x="125" y="162"/>
                      <a:pt x="125" y="162"/>
                      <a:pt x="126" y="162"/>
                    </a:cubicBezTo>
                    <a:cubicBezTo>
                      <a:pt x="126" y="162"/>
                      <a:pt x="126" y="162"/>
                      <a:pt x="126" y="162"/>
                    </a:cubicBezTo>
                    <a:cubicBezTo>
                      <a:pt x="126" y="162"/>
                      <a:pt x="126" y="162"/>
                      <a:pt x="127" y="163"/>
                    </a:cubicBezTo>
                    <a:close/>
                    <a:moveTo>
                      <a:pt x="115" y="170"/>
                    </a:moveTo>
                    <a:cubicBezTo>
                      <a:pt x="116" y="171"/>
                      <a:pt x="116" y="171"/>
                      <a:pt x="115" y="172"/>
                    </a:cubicBezTo>
                    <a:cubicBezTo>
                      <a:pt x="115" y="172"/>
                      <a:pt x="115" y="172"/>
                      <a:pt x="115" y="172"/>
                    </a:cubicBezTo>
                    <a:cubicBezTo>
                      <a:pt x="114" y="172"/>
                      <a:pt x="114" y="172"/>
                      <a:pt x="113" y="171"/>
                    </a:cubicBezTo>
                    <a:cubicBezTo>
                      <a:pt x="113" y="171"/>
                      <a:pt x="113" y="171"/>
                      <a:pt x="113" y="171"/>
                    </a:cubicBezTo>
                    <a:cubicBezTo>
                      <a:pt x="113" y="171"/>
                      <a:pt x="113" y="170"/>
                      <a:pt x="114" y="170"/>
                    </a:cubicBezTo>
                    <a:cubicBezTo>
                      <a:pt x="114" y="170"/>
                      <a:pt x="114" y="170"/>
                      <a:pt x="114" y="170"/>
                    </a:cubicBezTo>
                    <a:cubicBezTo>
                      <a:pt x="114" y="169"/>
                      <a:pt x="114" y="169"/>
                      <a:pt x="114" y="169"/>
                    </a:cubicBezTo>
                    <a:cubicBezTo>
                      <a:pt x="114" y="169"/>
                      <a:pt x="114" y="169"/>
                      <a:pt x="114" y="169"/>
                    </a:cubicBezTo>
                    <a:cubicBezTo>
                      <a:pt x="115" y="169"/>
                      <a:pt x="115" y="170"/>
                      <a:pt x="115" y="170"/>
                    </a:cubicBezTo>
                    <a:close/>
                    <a:moveTo>
                      <a:pt x="104" y="177"/>
                    </a:moveTo>
                    <a:cubicBezTo>
                      <a:pt x="104" y="178"/>
                      <a:pt x="104" y="179"/>
                      <a:pt x="104" y="179"/>
                    </a:cubicBezTo>
                    <a:cubicBezTo>
                      <a:pt x="104" y="179"/>
                      <a:pt x="104" y="179"/>
                      <a:pt x="104" y="179"/>
                    </a:cubicBezTo>
                    <a:cubicBezTo>
                      <a:pt x="103" y="180"/>
                      <a:pt x="102" y="179"/>
                      <a:pt x="102" y="179"/>
                    </a:cubicBezTo>
                    <a:cubicBezTo>
                      <a:pt x="102" y="179"/>
                      <a:pt x="102" y="179"/>
                      <a:pt x="102" y="179"/>
                    </a:cubicBezTo>
                    <a:cubicBezTo>
                      <a:pt x="101" y="178"/>
                      <a:pt x="102" y="177"/>
                      <a:pt x="102" y="177"/>
                    </a:cubicBezTo>
                    <a:cubicBezTo>
                      <a:pt x="102" y="177"/>
                      <a:pt x="102" y="177"/>
                      <a:pt x="102" y="177"/>
                    </a:cubicBezTo>
                    <a:cubicBezTo>
                      <a:pt x="102" y="177"/>
                      <a:pt x="103" y="177"/>
                      <a:pt x="103" y="177"/>
                    </a:cubicBezTo>
                    <a:cubicBezTo>
                      <a:pt x="103" y="177"/>
                      <a:pt x="103" y="177"/>
                      <a:pt x="103" y="177"/>
                    </a:cubicBezTo>
                    <a:cubicBezTo>
                      <a:pt x="103" y="177"/>
                      <a:pt x="104" y="177"/>
                      <a:pt x="104" y="177"/>
                    </a:cubicBezTo>
                    <a:close/>
                    <a:moveTo>
                      <a:pt x="93" y="185"/>
                    </a:moveTo>
                    <a:cubicBezTo>
                      <a:pt x="93" y="185"/>
                      <a:pt x="93" y="186"/>
                      <a:pt x="92" y="187"/>
                    </a:cubicBezTo>
                    <a:cubicBezTo>
                      <a:pt x="92" y="187"/>
                      <a:pt x="92" y="187"/>
                      <a:pt x="92" y="187"/>
                    </a:cubicBezTo>
                    <a:cubicBezTo>
                      <a:pt x="92" y="187"/>
                      <a:pt x="91" y="187"/>
                      <a:pt x="91" y="186"/>
                    </a:cubicBezTo>
                    <a:cubicBezTo>
                      <a:pt x="91" y="186"/>
                      <a:pt x="91" y="186"/>
                      <a:pt x="91" y="186"/>
                    </a:cubicBezTo>
                    <a:cubicBezTo>
                      <a:pt x="90" y="186"/>
                      <a:pt x="90" y="185"/>
                      <a:pt x="91" y="184"/>
                    </a:cubicBezTo>
                    <a:cubicBezTo>
                      <a:pt x="91" y="184"/>
                      <a:pt x="91" y="184"/>
                      <a:pt x="91" y="184"/>
                    </a:cubicBezTo>
                    <a:cubicBezTo>
                      <a:pt x="91" y="184"/>
                      <a:pt x="91" y="184"/>
                      <a:pt x="92" y="184"/>
                    </a:cubicBezTo>
                    <a:cubicBezTo>
                      <a:pt x="92" y="184"/>
                      <a:pt x="92" y="184"/>
                      <a:pt x="92" y="184"/>
                    </a:cubicBezTo>
                    <a:cubicBezTo>
                      <a:pt x="92" y="184"/>
                      <a:pt x="92" y="184"/>
                      <a:pt x="93" y="185"/>
                    </a:cubicBezTo>
                    <a:close/>
                    <a:moveTo>
                      <a:pt x="81" y="192"/>
                    </a:moveTo>
                    <a:cubicBezTo>
                      <a:pt x="82" y="193"/>
                      <a:pt x="82" y="193"/>
                      <a:pt x="81" y="194"/>
                    </a:cubicBezTo>
                    <a:cubicBezTo>
                      <a:pt x="81" y="194"/>
                      <a:pt x="81" y="194"/>
                      <a:pt x="81" y="194"/>
                    </a:cubicBezTo>
                    <a:cubicBezTo>
                      <a:pt x="80" y="194"/>
                      <a:pt x="80" y="194"/>
                      <a:pt x="79" y="194"/>
                    </a:cubicBezTo>
                    <a:cubicBezTo>
                      <a:pt x="79" y="194"/>
                      <a:pt x="79" y="194"/>
                      <a:pt x="79" y="194"/>
                    </a:cubicBezTo>
                    <a:cubicBezTo>
                      <a:pt x="79" y="193"/>
                      <a:pt x="79" y="192"/>
                      <a:pt x="80" y="192"/>
                    </a:cubicBezTo>
                    <a:cubicBezTo>
                      <a:pt x="80" y="192"/>
                      <a:pt x="80" y="192"/>
                      <a:pt x="80" y="192"/>
                    </a:cubicBezTo>
                    <a:cubicBezTo>
                      <a:pt x="80" y="192"/>
                      <a:pt x="80" y="191"/>
                      <a:pt x="80" y="191"/>
                    </a:cubicBezTo>
                    <a:cubicBezTo>
                      <a:pt x="80" y="191"/>
                      <a:pt x="80" y="191"/>
                      <a:pt x="80" y="191"/>
                    </a:cubicBezTo>
                    <a:cubicBezTo>
                      <a:pt x="81" y="191"/>
                      <a:pt x="81" y="192"/>
                      <a:pt x="81" y="192"/>
                    </a:cubicBezTo>
                    <a:close/>
                    <a:moveTo>
                      <a:pt x="70" y="199"/>
                    </a:moveTo>
                    <a:cubicBezTo>
                      <a:pt x="71" y="200"/>
                      <a:pt x="70" y="201"/>
                      <a:pt x="70" y="201"/>
                    </a:cubicBezTo>
                    <a:cubicBezTo>
                      <a:pt x="70" y="201"/>
                      <a:pt x="70" y="201"/>
                      <a:pt x="70" y="201"/>
                    </a:cubicBezTo>
                    <a:cubicBezTo>
                      <a:pt x="69" y="202"/>
                      <a:pt x="68" y="202"/>
                      <a:pt x="68" y="201"/>
                    </a:cubicBezTo>
                    <a:cubicBezTo>
                      <a:pt x="68" y="201"/>
                      <a:pt x="68" y="201"/>
                      <a:pt x="68" y="201"/>
                    </a:cubicBezTo>
                    <a:cubicBezTo>
                      <a:pt x="67" y="200"/>
                      <a:pt x="68" y="199"/>
                      <a:pt x="68" y="199"/>
                    </a:cubicBezTo>
                    <a:cubicBezTo>
                      <a:pt x="68" y="199"/>
                      <a:pt x="68" y="199"/>
                      <a:pt x="68" y="199"/>
                    </a:cubicBezTo>
                    <a:cubicBezTo>
                      <a:pt x="69" y="199"/>
                      <a:pt x="69" y="199"/>
                      <a:pt x="69" y="199"/>
                    </a:cubicBezTo>
                    <a:cubicBezTo>
                      <a:pt x="69" y="199"/>
                      <a:pt x="69" y="199"/>
                      <a:pt x="69" y="199"/>
                    </a:cubicBezTo>
                    <a:cubicBezTo>
                      <a:pt x="69" y="199"/>
                      <a:pt x="70" y="199"/>
                      <a:pt x="70" y="199"/>
                    </a:cubicBezTo>
                    <a:close/>
                    <a:moveTo>
                      <a:pt x="59" y="207"/>
                    </a:moveTo>
                    <a:cubicBezTo>
                      <a:pt x="59" y="207"/>
                      <a:pt x="59" y="208"/>
                      <a:pt x="58" y="209"/>
                    </a:cubicBezTo>
                    <a:cubicBezTo>
                      <a:pt x="58" y="209"/>
                      <a:pt x="58" y="209"/>
                      <a:pt x="58" y="209"/>
                    </a:cubicBezTo>
                    <a:cubicBezTo>
                      <a:pt x="58" y="209"/>
                      <a:pt x="57" y="209"/>
                      <a:pt x="57" y="208"/>
                    </a:cubicBezTo>
                    <a:cubicBezTo>
                      <a:pt x="57" y="208"/>
                      <a:pt x="57" y="208"/>
                      <a:pt x="57" y="208"/>
                    </a:cubicBezTo>
                    <a:cubicBezTo>
                      <a:pt x="56" y="208"/>
                      <a:pt x="56" y="207"/>
                      <a:pt x="57" y="206"/>
                    </a:cubicBezTo>
                    <a:cubicBezTo>
                      <a:pt x="57" y="206"/>
                      <a:pt x="57" y="206"/>
                      <a:pt x="57" y="206"/>
                    </a:cubicBezTo>
                    <a:cubicBezTo>
                      <a:pt x="57" y="206"/>
                      <a:pt x="57" y="206"/>
                      <a:pt x="58" y="206"/>
                    </a:cubicBezTo>
                    <a:cubicBezTo>
                      <a:pt x="58" y="206"/>
                      <a:pt x="58" y="206"/>
                      <a:pt x="58" y="206"/>
                    </a:cubicBezTo>
                    <a:cubicBezTo>
                      <a:pt x="58" y="206"/>
                      <a:pt x="59" y="206"/>
                      <a:pt x="59" y="207"/>
                    </a:cubicBezTo>
                    <a:close/>
                    <a:moveTo>
                      <a:pt x="48" y="214"/>
                    </a:moveTo>
                    <a:cubicBezTo>
                      <a:pt x="48" y="215"/>
                      <a:pt x="48" y="216"/>
                      <a:pt x="47" y="216"/>
                    </a:cubicBezTo>
                    <a:cubicBezTo>
                      <a:pt x="47" y="216"/>
                      <a:pt x="47" y="216"/>
                      <a:pt x="47" y="216"/>
                    </a:cubicBezTo>
                    <a:cubicBezTo>
                      <a:pt x="47" y="216"/>
                      <a:pt x="46" y="216"/>
                      <a:pt x="45" y="216"/>
                    </a:cubicBezTo>
                    <a:cubicBezTo>
                      <a:pt x="45" y="216"/>
                      <a:pt x="45" y="216"/>
                      <a:pt x="45" y="216"/>
                    </a:cubicBezTo>
                    <a:cubicBezTo>
                      <a:pt x="45" y="215"/>
                      <a:pt x="45" y="214"/>
                      <a:pt x="46" y="214"/>
                    </a:cubicBezTo>
                    <a:cubicBezTo>
                      <a:pt x="46" y="214"/>
                      <a:pt x="46" y="214"/>
                      <a:pt x="46" y="214"/>
                    </a:cubicBezTo>
                    <a:cubicBezTo>
                      <a:pt x="46" y="214"/>
                      <a:pt x="46" y="214"/>
                      <a:pt x="46" y="214"/>
                    </a:cubicBezTo>
                    <a:cubicBezTo>
                      <a:pt x="46" y="214"/>
                      <a:pt x="46" y="214"/>
                      <a:pt x="46" y="214"/>
                    </a:cubicBezTo>
                    <a:cubicBezTo>
                      <a:pt x="47" y="214"/>
                      <a:pt x="47" y="214"/>
                      <a:pt x="48" y="214"/>
                    </a:cubicBezTo>
                    <a:close/>
                    <a:moveTo>
                      <a:pt x="36" y="222"/>
                    </a:moveTo>
                    <a:cubicBezTo>
                      <a:pt x="37" y="222"/>
                      <a:pt x="36" y="223"/>
                      <a:pt x="36" y="223"/>
                    </a:cubicBezTo>
                    <a:cubicBezTo>
                      <a:pt x="36" y="223"/>
                      <a:pt x="36" y="223"/>
                      <a:pt x="36" y="223"/>
                    </a:cubicBezTo>
                    <a:cubicBezTo>
                      <a:pt x="35" y="224"/>
                      <a:pt x="34" y="224"/>
                      <a:pt x="34" y="223"/>
                    </a:cubicBezTo>
                    <a:cubicBezTo>
                      <a:pt x="34" y="223"/>
                      <a:pt x="34" y="223"/>
                      <a:pt x="34" y="223"/>
                    </a:cubicBezTo>
                    <a:cubicBezTo>
                      <a:pt x="34" y="222"/>
                      <a:pt x="34" y="222"/>
                      <a:pt x="34" y="221"/>
                    </a:cubicBezTo>
                    <a:cubicBezTo>
                      <a:pt x="34" y="221"/>
                      <a:pt x="34" y="221"/>
                      <a:pt x="34" y="221"/>
                    </a:cubicBezTo>
                    <a:cubicBezTo>
                      <a:pt x="35" y="221"/>
                      <a:pt x="35" y="221"/>
                      <a:pt x="35" y="221"/>
                    </a:cubicBezTo>
                    <a:cubicBezTo>
                      <a:pt x="35" y="221"/>
                      <a:pt x="35" y="221"/>
                      <a:pt x="35" y="221"/>
                    </a:cubicBezTo>
                    <a:cubicBezTo>
                      <a:pt x="36" y="221"/>
                      <a:pt x="36" y="221"/>
                      <a:pt x="36" y="222"/>
                    </a:cubicBezTo>
                    <a:close/>
                    <a:moveTo>
                      <a:pt x="25" y="229"/>
                    </a:moveTo>
                    <a:cubicBezTo>
                      <a:pt x="25" y="230"/>
                      <a:pt x="25" y="230"/>
                      <a:pt x="25" y="231"/>
                    </a:cubicBezTo>
                    <a:cubicBezTo>
                      <a:pt x="25" y="231"/>
                      <a:pt x="25" y="231"/>
                      <a:pt x="25" y="231"/>
                    </a:cubicBezTo>
                    <a:cubicBezTo>
                      <a:pt x="24" y="231"/>
                      <a:pt x="23" y="231"/>
                      <a:pt x="23" y="230"/>
                    </a:cubicBezTo>
                    <a:cubicBezTo>
                      <a:pt x="23" y="230"/>
                      <a:pt x="23" y="230"/>
                      <a:pt x="23" y="230"/>
                    </a:cubicBezTo>
                    <a:cubicBezTo>
                      <a:pt x="22" y="230"/>
                      <a:pt x="22" y="229"/>
                      <a:pt x="23" y="228"/>
                    </a:cubicBezTo>
                    <a:cubicBezTo>
                      <a:pt x="23" y="228"/>
                      <a:pt x="23" y="228"/>
                      <a:pt x="23" y="228"/>
                    </a:cubicBezTo>
                    <a:cubicBezTo>
                      <a:pt x="23" y="228"/>
                      <a:pt x="24" y="228"/>
                      <a:pt x="24" y="228"/>
                    </a:cubicBezTo>
                    <a:cubicBezTo>
                      <a:pt x="24" y="228"/>
                      <a:pt x="24" y="228"/>
                      <a:pt x="24" y="228"/>
                    </a:cubicBezTo>
                    <a:cubicBezTo>
                      <a:pt x="24" y="228"/>
                      <a:pt x="25" y="228"/>
                      <a:pt x="25" y="229"/>
                    </a:cubicBezTo>
                    <a:close/>
                    <a:moveTo>
                      <a:pt x="14" y="236"/>
                    </a:moveTo>
                    <a:cubicBezTo>
                      <a:pt x="14" y="237"/>
                      <a:pt x="14" y="238"/>
                      <a:pt x="13" y="238"/>
                    </a:cubicBezTo>
                    <a:cubicBezTo>
                      <a:pt x="13" y="238"/>
                      <a:pt x="13" y="238"/>
                      <a:pt x="13" y="238"/>
                    </a:cubicBezTo>
                    <a:cubicBezTo>
                      <a:pt x="13" y="239"/>
                      <a:pt x="12" y="238"/>
                      <a:pt x="11" y="238"/>
                    </a:cubicBezTo>
                    <a:cubicBezTo>
                      <a:pt x="11" y="238"/>
                      <a:pt x="11" y="238"/>
                      <a:pt x="11" y="238"/>
                    </a:cubicBezTo>
                    <a:cubicBezTo>
                      <a:pt x="11" y="237"/>
                      <a:pt x="11" y="236"/>
                      <a:pt x="12" y="236"/>
                    </a:cubicBezTo>
                    <a:cubicBezTo>
                      <a:pt x="12" y="236"/>
                      <a:pt x="12" y="236"/>
                      <a:pt x="12" y="236"/>
                    </a:cubicBezTo>
                    <a:cubicBezTo>
                      <a:pt x="12" y="236"/>
                      <a:pt x="12" y="236"/>
                      <a:pt x="12" y="236"/>
                    </a:cubicBezTo>
                    <a:cubicBezTo>
                      <a:pt x="12" y="236"/>
                      <a:pt x="12" y="236"/>
                      <a:pt x="12" y="236"/>
                    </a:cubicBezTo>
                    <a:cubicBezTo>
                      <a:pt x="13" y="236"/>
                      <a:pt x="13" y="236"/>
                      <a:pt x="14" y="236"/>
                    </a:cubicBezTo>
                    <a:close/>
                    <a:moveTo>
                      <a:pt x="2" y="244"/>
                    </a:moveTo>
                    <a:cubicBezTo>
                      <a:pt x="3" y="244"/>
                      <a:pt x="3" y="245"/>
                      <a:pt x="2" y="245"/>
                    </a:cubicBezTo>
                    <a:cubicBezTo>
                      <a:pt x="2" y="245"/>
                      <a:pt x="2" y="245"/>
                      <a:pt x="2" y="245"/>
                    </a:cubicBezTo>
                    <a:cubicBezTo>
                      <a:pt x="1" y="246"/>
                      <a:pt x="0" y="246"/>
                      <a:pt x="0" y="245"/>
                    </a:cubicBezTo>
                    <a:cubicBezTo>
                      <a:pt x="0" y="245"/>
                      <a:pt x="0" y="245"/>
                      <a:pt x="0" y="245"/>
                    </a:cubicBezTo>
                    <a:cubicBezTo>
                      <a:pt x="0" y="244"/>
                      <a:pt x="0" y="244"/>
                      <a:pt x="0" y="243"/>
                    </a:cubicBezTo>
                    <a:cubicBezTo>
                      <a:pt x="0" y="243"/>
                      <a:pt x="0" y="243"/>
                      <a:pt x="0" y="243"/>
                    </a:cubicBezTo>
                    <a:cubicBezTo>
                      <a:pt x="1" y="243"/>
                      <a:pt x="1" y="243"/>
                      <a:pt x="1" y="243"/>
                    </a:cubicBezTo>
                    <a:cubicBezTo>
                      <a:pt x="1" y="243"/>
                      <a:pt x="1" y="243"/>
                      <a:pt x="1" y="243"/>
                    </a:cubicBezTo>
                    <a:cubicBezTo>
                      <a:pt x="2" y="243"/>
                      <a:pt x="2" y="243"/>
                      <a:pt x="2"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 name="Google Shape;87;p2"/>
              <p:cNvSpPr/>
              <p:nvPr/>
            </p:nvSpPr>
            <p:spPr>
              <a:xfrm>
                <a:off x="18654173" y="2645018"/>
                <a:ext cx="19581" cy="11748"/>
              </a:xfrm>
              <a:custGeom>
                <a:avLst/>
                <a:gdLst/>
                <a:ahLst/>
                <a:cxnLst/>
                <a:rect l="l" t="t" r="r" b="b"/>
                <a:pathLst>
                  <a:path w="3" h="2" extrusionOk="0">
                    <a:moveTo>
                      <a:pt x="2" y="0"/>
                    </a:moveTo>
                    <a:cubicBezTo>
                      <a:pt x="2" y="0"/>
                      <a:pt x="2" y="0"/>
                      <a:pt x="3" y="0"/>
                    </a:cubicBezTo>
                    <a:cubicBezTo>
                      <a:pt x="3" y="0"/>
                      <a:pt x="3" y="1"/>
                      <a:pt x="3" y="1"/>
                    </a:cubicBezTo>
                    <a:cubicBezTo>
                      <a:pt x="3" y="1"/>
                      <a:pt x="3" y="2"/>
                      <a:pt x="3" y="2"/>
                    </a:cubicBezTo>
                    <a:cubicBezTo>
                      <a:pt x="2" y="2"/>
                      <a:pt x="2" y="2"/>
                      <a:pt x="2" y="2"/>
                    </a:cubicBezTo>
                    <a:cubicBezTo>
                      <a:pt x="2" y="2"/>
                      <a:pt x="1" y="2"/>
                      <a:pt x="1" y="2"/>
                    </a:cubicBezTo>
                    <a:cubicBezTo>
                      <a:pt x="1" y="2"/>
                      <a:pt x="1" y="2"/>
                      <a:pt x="1" y="2"/>
                    </a:cubicBezTo>
                    <a:cubicBezTo>
                      <a:pt x="1" y="2"/>
                      <a:pt x="0" y="2"/>
                      <a:pt x="0" y="1"/>
                    </a:cubicBezTo>
                    <a:cubicBezTo>
                      <a:pt x="0" y="1"/>
                      <a:pt x="0" y="1"/>
                      <a:pt x="0" y="1"/>
                    </a:cubicBezTo>
                    <a:cubicBezTo>
                      <a:pt x="0" y="1"/>
                      <a:pt x="0" y="0"/>
                      <a:pt x="1" y="0"/>
                    </a:cubicBezTo>
                    <a:cubicBezTo>
                      <a:pt x="1" y="0"/>
                      <a:pt x="1"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 name="Google Shape;88;p2"/>
              <p:cNvSpPr/>
              <p:nvPr/>
            </p:nvSpPr>
            <p:spPr>
              <a:xfrm>
                <a:off x="16053876" y="4238870"/>
                <a:ext cx="19581" cy="15664"/>
              </a:xfrm>
              <a:custGeom>
                <a:avLst/>
                <a:gdLst/>
                <a:ahLst/>
                <a:cxnLst/>
                <a:rect l="l" t="t" r="r" b="b"/>
                <a:pathLst>
                  <a:path w="3" h="3" extrusionOk="0">
                    <a:moveTo>
                      <a:pt x="2" y="0"/>
                    </a:moveTo>
                    <a:cubicBezTo>
                      <a:pt x="2" y="0"/>
                      <a:pt x="2" y="1"/>
                      <a:pt x="2" y="1"/>
                    </a:cubicBezTo>
                    <a:cubicBezTo>
                      <a:pt x="3" y="1"/>
                      <a:pt x="3" y="1"/>
                      <a:pt x="3" y="2"/>
                    </a:cubicBezTo>
                    <a:cubicBezTo>
                      <a:pt x="3" y="2"/>
                      <a:pt x="3" y="2"/>
                      <a:pt x="2" y="3"/>
                    </a:cubicBezTo>
                    <a:cubicBezTo>
                      <a:pt x="2" y="3"/>
                      <a:pt x="2" y="3"/>
                      <a:pt x="2" y="3"/>
                    </a:cubicBezTo>
                    <a:cubicBezTo>
                      <a:pt x="2" y="3"/>
                      <a:pt x="1" y="3"/>
                      <a:pt x="1" y="3"/>
                    </a:cubicBezTo>
                    <a:cubicBezTo>
                      <a:pt x="0" y="2"/>
                      <a:pt x="0" y="2"/>
                      <a:pt x="0" y="2"/>
                    </a:cubicBezTo>
                    <a:cubicBezTo>
                      <a:pt x="0" y="1"/>
                      <a:pt x="0" y="1"/>
                      <a:pt x="1" y="1"/>
                    </a:cubicBezTo>
                    <a:cubicBezTo>
                      <a:pt x="1" y="1"/>
                      <a:pt x="1" y="1"/>
                      <a:pt x="1" y="0"/>
                    </a:cubicBezTo>
                    <a:cubicBezTo>
                      <a:pt x="1" y="0"/>
                      <a:pt x="1"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 name="Google Shape;89;p2"/>
              <p:cNvSpPr/>
              <p:nvPr/>
            </p:nvSpPr>
            <p:spPr>
              <a:xfrm>
                <a:off x="16124366" y="2688095"/>
                <a:ext cx="2337917" cy="1523362"/>
              </a:xfrm>
              <a:custGeom>
                <a:avLst/>
                <a:gdLst/>
                <a:ahLst/>
                <a:cxnLst/>
                <a:rect l="l" t="t" r="r" b="b"/>
                <a:pathLst>
                  <a:path w="377" h="246" extrusionOk="0">
                    <a:moveTo>
                      <a:pt x="376" y="1"/>
                    </a:moveTo>
                    <a:cubicBezTo>
                      <a:pt x="377" y="1"/>
                      <a:pt x="376" y="2"/>
                      <a:pt x="376" y="2"/>
                    </a:cubicBezTo>
                    <a:cubicBezTo>
                      <a:pt x="376" y="2"/>
                      <a:pt x="376" y="2"/>
                      <a:pt x="376" y="2"/>
                    </a:cubicBezTo>
                    <a:cubicBezTo>
                      <a:pt x="375" y="3"/>
                      <a:pt x="374" y="3"/>
                      <a:pt x="374" y="2"/>
                    </a:cubicBezTo>
                    <a:cubicBezTo>
                      <a:pt x="374" y="2"/>
                      <a:pt x="374" y="2"/>
                      <a:pt x="374" y="2"/>
                    </a:cubicBezTo>
                    <a:cubicBezTo>
                      <a:pt x="373" y="1"/>
                      <a:pt x="374" y="1"/>
                      <a:pt x="374" y="0"/>
                    </a:cubicBezTo>
                    <a:cubicBezTo>
                      <a:pt x="374" y="0"/>
                      <a:pt x="374" y="0"/>
                      <a:pt x="374" y="0"/>
                    </a:cubicBezTo>
                    <a:cubicBezTo>
                      <a:pt x="374" y="0"/>
                      <a:pt x="375" y="0"/>
                      <a:pt x="375" y="0"/>
                    </a:cubicBezTo>
                    <a:cubicBezTo>
                      <a:pt x="375" y="0"/>
                      <a:pt x="375" y="0"/>
                      <a:pt x="375" y="0"/>
                    </a:cubicBezTo>
                    <a:cubicBezTo>
                      <a:pt x="375" y="0"/>
                      <a:pt x="376" y="0"/>
                      <a:pt x="376" y="1"/>
                    </a:cubicBezTo>
                    <a:close/>
                    <a:moveTo>
                      <a:pt x="365" y="8"/>
                    </a:moveTo>
                    <a:cubicBezTo>
                      <a:pt x="365" y="9"/>
                      <a:pt x="365" y="9"/>
                      <a:pt x="364" y="10"/>
                    </a:cubicBezTo>
                    <a:cubicBezTo>
                      <a:pt x="364" y="10"/>
                      <a:pt x="364" y="10"/>
                      <a:pt x="364" y="10"/>
                    </a:cubicBezTo>
                    <a:cubicBezTo>
                      <a:pt x="364" y="10"/>
                      <a:pt x="363" y="10"/>
                      <a:pt x="363" y="9"/>
                    </a:cubicBezTo>
                    <a:cubicBezTo>
                      <a:pt x="363" y="9"/>
                      <a:pt x="363" y="9"/>
                      <a:pt x="363" y="9"/>
                    </a:cubicBezTo>
                    <a:cubicBezTo>
                      <a:pt x="362" y="9"/>
                      <a:pt x="362" y="8"/>
                      <a:pt x="363" y="8"/>
                    </a:cubicBezTo>
                    <a:cubicBezTo>
                      <a:pt x="363" y="8"/>
                      <a:pt x="363" y="8"/>
                      <a:pt x="363" y="8"/>
                    </a:cubicBezTo>
                    <a:cubicBezTo>
                      <a:pt x="363" y="7"/>
                      <a:pt x="363" y="7"/>
                      <a:pt x="364" y="7"/>
                    </a:cubicBezTo>
                    <a:cubicBezTo>
                      <a:pt x="364" y="7"/>
                      <a:pt x="364" y="7"/>
                      <a:pt x="364" y="7"/>
                    </a:cubicBezTo>
                    <a:cubicBezTo>
                      <a:pt x="364" y="7"/>
                      <a:pt x="365" y="8"/>
                      <a:pt x="365" y="8"/>
                    </a:cubicBezTo>
                    <a:close/>
                    <a:moveTo>
                      <a:pt x="353" y="15"/>
                    </a:moveTo>
                    <a:cubicBezTo>
                      <a:pt x="354" y="16"/>
                      <a:pt x="354" y="17"/>
                      <a:pt x="353" y="17"/>
                    </a:cubicBezTo>
                    <a:cubicBezTo>
                      <a:pt x="353" y="17"/>
                      <a:pt x="353" y="17"/>
                      <a:pt x="353" y="17"/>
                    </a:cubicBezTo>
                    <a:cubicBezTo>
                      <a:pt x="352" y="18"/>
                      <a:pt x="352" y="17"/>
                      <a:pt x="351" y="17"/>
                    </a:cubicBezTo>
                    <a:cubicBezTo>
                      <a:pt x="351" y="17"/>
                      <a:pt x="351" y="17"/>
                      <a:pt x="351" y="17"/>
                    </a:cubicBezTo>
                    <a:cubicBezTo>
                      <a:pt x="351" y="16"/>
                      <a:pt x="351" y="15"/>
                      <a:pt x="352" y="15"/>
                    </a:cubicBezTo>
                    <a:cubicBezTo>
                      <a:pt x="352" y="15"/>
                      <a:pt x="352" y="15"/>
                      <a:pt x="352" y="15"/>
                    </a:cubicBezTo>
                    <a:cubicBezTo>
                      <a:pt x="352" y="15"/>
                      <a:pt x="352" y="15"/>
                      <a:pt x="352" y="15"/>
                    </a:cubicBezTo>
                    <a:cubicBezTo>
                      <a:pt x="352" y="15"/>
                      <a:pt x="352" y="15"/>
                      <a:pt x="352" y="15"/>
                    </a:cubicBezTo>
                    <a:cubicBezTo>
                      <a:pt x="353" y="15"/>
                      <a:pt x="353" y="15"/>
                      <a:pt x="353" y="15"/>
                    </a:cubicBezTo>
                    <a:close/>
                    <a:moveTo>
                      <a:pt x="342" y="23"/>
                    </a:moveTo>
                    <a:cubicBezTo>
                      <a:pt x="343" y="23"/>
                      <a:pt x="342" y="24"/>
                      <a:pt x="342" y="24"/>
                    </a:cubicBezTo>
                    <a:cubicBezTo>
                      <a:pt x="342" y="24"/>
                      <a:pt x="342" y="24"/>
                      <a:pt x="342" y="24"/>
                    </a:cubicBezTo>
                    <a:cubicBezTo>
                      <a:pt x="341" y="25"/>
                      <a:pt x="340" y="25"/>
                      <a:pt x="340" y="24"/>
                    </a:cubicBezTo>
                    <a:cubicBezTo>
                      <a:pt x="340" y="24"/>
                      <a:pt x="340" y="24"/>
                      <a:pt x="340" y="24"/>
                    </a:cubicBezTo>
                    <a:cubicBezTo>
                      <a:pt x="340" y="23"/>
                      <a:pt x="340" y="23"/>
                      <a:pt x="340" y="22"/>
                    </a:cubicBezTo>
                    <a:cubicBezTo>
                      <a:pt x="340" y="22"/>
                      <a:pt x="340" y="22"/>
                      <a:pt x="340" y="22"/>
                    </a:cubicBezTo>
                    <a:cubicBezTo>
                      <a:pt x="341" y="22"/>
                      <a:pt x="341" y="22"/>
                      <a:pt x="341" y="22"/>
                    </a:cubicBezTo>
                    <a:cubicBezTo>
                      <a:pt x="341" y="22"/>
                      <a:pt x="341" y="22"/>
                      <a:pt x="341" y="22"/>
                    </a:cubicBezTo>
                    <a:cubicBezTo>
                      <a:pt x="341" y="22"/>
                      <a:pt x="342" y="22"/>
                      <a:pt x="342" y="23"/>
                    </a:cubicBezTo>
                    <a:close/>
                    <a:moveTo>
                      <a:pt x="331" y="30"/>
                    </a:moveTo>
                    <a:cubicBezTo>
                      <a:pt x="331" y="31"/>
                      <a:pt x="331" y="31"/>
                      <a:pt x="330" y="32"/>
                    </a:cubicBezTo>
                    <a:cubicBezTo>
                      <a:pt x="330" y="32"/>
                      <a:pt x="330" y="32"/>
                      <a:pt x="330" y="32"/>
                    </a:cubicBezTo>
                    <a:cubicBezTo>
                      <a:pt x="330" y="32"/>
                      <a:pt x="329" y="32"/>
                      <a:pt x="329" y="31"/>
                    </a:cubicBezTo>
                    <a:cubicBezTo>
                      <a:pt x="329" y="31"/>
                      <a:pt x="329" y="31"/>
                      <a:pt x="329" y="31"/>
                    </a:cubicBezTo>
                    <a:cubicBezTo>
                      <a:pt x="328" y="31"/>
                      <a:pt x="328" y="30"/>
                      <a:pt x="329" y="30"/>
                    </a:cubicBezTo>
                    <a:cubicBezTo>
                      <a:pt x="329" y="30"/>
                      <a:pt x="329" y="30"/>
                      <a:pt x="329" y="30"/>
                    </a:cubicBezTo>
                    <a:cubicBezTo>
                      <a:pt x="329" y="29"/>
                      <a:pt x="330" y="29"/>
                      <a:pt x="330" y="29"/>
                    </a:cubicBezTo>
                    <a:cubicBezTo>
                      <a:pt x="330" y="29"/>
                      <a:pt x="330" y="29"/>
                      <a:pt x="330" y="29"/>
                    </a:cubicBezTo>
                    <a:cubicBezTo>
                      <a:pt x="330" y="29"/>
                      <a:pt x="331" y="30"/>
                      <a:pt x="331" y="30"/>
                    </a:cubicBezTo>
                    <a:close/>
                    <a:moveTo>
                      <a:pt x="320" y="37"/>
                    </a:moveTo>
                    <a:cubicBezTo>
                      <a:pt x="320" y="38"/>
                      <a:pt x="320" y="39"/>
                      <a:pt x="319" y="39"/>
                    </a:cubicBezTo>
                    <a:cubicBezTo>
                      <a:pt x="319" y="39"/>
                      <a:pt x="319" y="39"/>
                      <a:pt x="319" y="39"/>
                    </a:cubicBezTo>
                    <a:cubicBezTo>
                      <a:pt x="319" y="40"/>
                      <a:pt x="318" y="39"/>
                      <a:pt x="317" y="39"/>
                    </a:cubicBezTo>
                    <a:cubicBezTo>
                      <a:pt x="317" y="39"/>
                      <a:pt x="317" y="39"/>
                      <a:pt x="317" y="39"/>
                    </a:cubicBezTo>
                    <a:cubicBezTo>
                      <a:pt x="317" y="38"/>
                      <a:pt x="317" y="37"/>
                      <a:pt x="318" y="37"/>
                    </a:cubicBezTo>
                    <a:cubicBezTo>
                      <a:pt x="318" y="37"/>
                      <a:pt x="318" y="37"/>
                      <a:pt x="318" y="37"/>
                    </a:cubicBezTo>
                    <a:cubicBezTo>
                      <a:pt x="318" y="37"/>
                      <a:pt x="318" y="37"/>
                      <a:pt x="318" y="37"/>
                    </a:cubicBezTo>
                    <a:cubicBezTo>
                      <a:pt x="318" y="37"/>
                      <a:pt x="318" y="37"/>
                      <a:pt x="318" y="37"/>
                    </a:cubicBezTo>
                    <a:cubicBezTo>
                      <a:pt x="319" y="37"/>
                      <a:pt x="319" y="37"/>
                      <a:pt x="320" y="37"/>
                    </a:cubicBezTo>
                    <a:close/>
                    <a:moveTo>
                      <a:pt x="308" y="45"/>
                    </a:moveTo>
                    <a:cubicBezTo>
                      <a:pt x="309" y="45"/>
                      <a:pt x="308" y="46"/>
                      <a:pt x="308" y="47"/>
                    </a:cubicBezTo>
                    <a:cubicBezTo>
                      <a:pt x="308" y="47"/>
                      <a:pt x="308" y="47"/>
                      <a:pt x="308" y="47"/>
                    </a:cubicBezTo>
                    <a:cubicBezTo>
                      <a:pt x="307" y="47"/>
                      <a:pt x="306" y="47"/>
                      <a:pt x="306" y="46"/>
                    </a:cubicBezTo>
                    <a:cubicBezTo>
                      <a:pt x="306" y="46"/>
                      <a:pt x="306" y="46"/>
                      <a:pt x="306" y="46"/>
                    </a:cubicBezTo>
                    <a:cubicBezTo>
                      <a:pt x="306" y="46"/>
                      <a:pt x="306" y="45"/>
                      <a:pt x="306" y="44"/>
                    </a:cubicBezTo>
                    <a:cubicBezTo>
                      <a:pt x="306" y="44"/>
                      <a:pt x="306" y="44"/>
                      <a:pt x="306" y="44"/>
                    </a:cubicBezTo>
                    <a:cubicBezTo>
                      <a:pt x="307" y="44"/>
                      <a:pt x="307" y="44"/>
                      <a:pt x="307" y="44"/>
                    </a:cubicBezTo>
                    <a:cubicBezTo>
                      <a:pt x="307" y="44"/>
                      <a:pt x="307" y="44"/>
                      <a:pt x="307" y="44"/>
                    </a:cubicBezTo>
                    <a:cubicBezTo>
                      <a:pt x="308" y="44"/>
                      <a:pt x="308" y="44"/>
                      <a:pt x="308" y="45"/>
                    </a:cubicBezTo>
                    <a:close/>
                    <a:moveTo>
                      <a:pt x="297" y="52"/>
                    </a:moveTo>
                    <a:cubicBezTo>
                      <a:pt x="297" y="53"/>
                      <a:pt x="297" y="54"/>
                      <a:pt x="297" y="54"/>
                    </a:cubicBezTo>
                    <a:cubicBezTo>
                      <a:pt x="297" y="54"/>
                      <a:pt x="297" y="54"/>
                      <a:pt x="297" y="54"/>
                    </a:cubicBezTo>
                    <a:cubicBezTo>
                      <a:pt x="296" y="54"/>
                      <a:pt x="295" y="54"/>
                      <a:pt x="295" y="54"/>
                    </a:cubicBezTo>
                    <a:cubicBezTo>
                      <a:pt x="295" y="54"/>
                      <a:pt x="295" y="54"/>
                      <a:pt x="295" y="54"/>
                    </a:cubicBezTo>
                    <a:cubicBezTo>
                      <a:pt x="294" y="53"/>
                      <a:pt x="294" y="52"/>
                      <a:pt x="295" y="52"/>
                    </a:cubicBezTo>
                    <a:cubicBezTo>
                      <a:pt x="295" y="52"/>
                      <a:pt x="295" y="52"/>
                      <a:pt x="295" y="52"/>
                    </a:cubicBezTo>
                    <a:cubicBezTo>
                      <a:pt x="295" y="52"/>
                      <a:pt x="296" y="51"/>
                      <a:pt x="296" y="51"/>
                    </a:cubicBezTo>
                    <a:cubicBezTo>
                      <a:pt x="296" y="51"/>
                      <a:pt x="296" y="51"/>
                      <a:pt x="296" y="51"/>
                    </a:cubicBezTo>
                    <a:cubicBezTo>
                      <a:pt x="296" y="51"/>
                      <a:pt x="297" y="52"/>
                      <a:pt x="297" y="52"/>
                    </a:cubicBezTo>
                    <a:close/>
                    <a:moveTo>
                      <a:pt x="286" y="59"/>
                    </a:moveTo>
                    <a:cubicBezTo>
                      <a:pt x="286" y="60"/>
                      <a:pt x="286" y="61"/>
                      <a:pt x="285" y="61"/>
                    </a:cubicBezTo>
                    <a:cubicBezTo>
                      <a:pt x="285" y="61"/>
                      <a:pt x="285" y="61"/>
                      <a:pt x="285" y="61"/>
                    </a:cubicBezTo>
                    <a:cubicBezTo>
                      <a:pt x="285" y="62"/>
                      <a:pt x="284" y="62"/>
                      <a:pt x="283" y="61"/>
                    </a:cubicBezTo>
                    <a:cubicBezTo>
                      <a:pt x="283" y="61"/>
                      <a:pt x="283" y="61"/>
                      <a:pt x="283" y="61"/>
                    </a:cubicBezTo>
                    <a:cubicBezTo>
                      <a:pt x="283" y="60"/>
                      <a:pt x="283" y="59"/>
                      <a:pt x="284" y="59"/>
                    </a:cubicBezTo>
                    <a:cubicBezTo>
                      <a:pt x="284" y="59"/>
                      <a:pt x="284" y="59"/>
                      <a:pt x="284" y="59"/>
                    </a:cubicBezTo>
                    <a:cubicBezTo>
                      <a:pt x="284" y="59"/>
                      <a:pt x="284" y="59"/>
                      <a:pt x="285" y="59"/>
                    </a:cubicBezTo>
                    <a:cubicBezTo>
                      <a:pt x="285" y="59"/>
                      <a:pt x="285" y="59"/>
                      <a:pt x="285" y="59"/>
                    </a:cubicBezTo>
                    <a:cubicBezTo>
                      <a:pt x="285" y="59"/>
                      <a:pt x="285" y="59"/>
                      <a:pt x="286" y="59"/>
                    </a:cubicBezTo>
                    <a:close/>
                    <a:moveTo>
                      <a:pt x="274" y="67"/>
                    </a:moveTo>
                    <a:cubicBezTo>
                      <a:pt x="275" y="67"/>
                      <a:pt x="275" y="68"/>
                      <a:pt x="274" y="69"/>
                    </a:cubicBezTo>
                    <a:cubicBezTo>
                      <a:pt x="274" y="69"/>
                      <a:pt x="274" y="69"/>
                      <a:pt x="274" y="69"/>
                    </a:cubicBezTo>
                    <a:cubicBezTo>
                      <a:pt x="273" y="69"/>
                      <a:pt x="273" y="69"/>
                      <a:pt x="272" y="68"/>
                    </a:cubicBezTo>
                    <a:cubicBezTo>
                      <a:pt x="272" y="68"/>
                      <a:pt x="272" y="68"/>
                      <a:pt x="272" y="68"/>
                    </a:cubicBezTo>
                    <a:cubicBezTo>
                      <a:pt x="272" y="68"/>
                      <a:pt x="272" y="67"/>
                      <a:pt x="272" y="66"/>
                    </a:cubicBezTo>
                    <a:cubicBezTo>
                      <a:pt x="272" y="66"/>
                      <a:pt x="272" y="66"/>
                      <a:pt x="272" y="66"/>
                    </a:cubicBezTo>
                    <a:cubicBezTo>
                      <a:pt x="273" y="66"/>
                      <a:pt x="273" y="66"/>
                      <a:pt x="273" y="66"/>
                    </a:cubicBezTo>
                    <a:cubicBezTo>
                      <a:pt x="273" y="66"/>
                      <a:pt x="273" y="66"/>
                      <a:pt x="273" y="66"/>
                    </a:cubicBezTo>
                    <a:cubicBezTo>
                      <a:pt x="274" y="66"/>
                      <a:pt x="274" y="66"/>
                      <a:pt x="274" y="67"/>
                    </a:cubicBezTo>
                    <a:close/>
                    <a:moveTo>
                      <a:pt x="263" y="74"/>
                    </a:moveTo>
                    <a:cubicBezTo>
                      <a:pt x="263" y="75"/>
                      <a:pt x="263" y="76"/>
                      <a:pt x="263" y="76"/>
                    </a:cubicBezTo>
                    <a:cubicBezTo>
                      <a:pt x="263" y="76"/>
                      <a:pt x="263" y="76"/>
                      <a:pt x="263" y="76"/>
                    </a:cubicBezTo>
                    <a:cubicBezTo>
                      <a:pt x="262" y="76"/>
                      <a:pt x="261" y="76"/>
                      <a:pt x="261" y="76"/>
                    </a:cubicBezTo>
                    <a:cubicBezTo>
                      <a:pt x="261" y="76"/>
                      <a:pt x="261" y="76"/>
                      <a:pt x="261" y="76"/>
                    </a:cubicBezTo>
                    <a:cubicBezTo>
                      <a:pt x="260" y="75"/>
                      <a:pt x="261" y="74"/>
                      <a:pt x="261" y="74"/>
                    </a:cubicBezTo>
                    <a:cubicBezTo>
                      <a:pt x="261" y="74"/>
                      <a:pt x="261" y="74"/>
                      <a:pt x="261" y="74"/>
                    </a:cubicBezTo>
                    <a:cubicBezTo>
                      <a:pt x="261" y="74"/>
                      <a:pt x="262" y="74"/>
                      <a:pt x="262" y="74"/>
                    </a:cubicBezTo>
                    <a:cubicBezTo>
                      <a:pt x="262" y="74"/>
                      <a:pt x="262" y="74"/>
                      <a:pt x="262" y="74"/>
                    </a:cubicBezTo>
                    <a:cubicBezTo>
                      <a:pt x="262" y="74"/>
                      <a:pt x="263" y="74"/>
                      <a:pt x="263" y="74"/>
                    </a:cubicBezTo>
                    <a:close/>
                    <a:moveTo>
                      <a:pt x="252" y="82"/>
                    </a:moveTo>
                    <a:cubicBezTo>
                      <a:pt x="252" y="82"/>
                      <a:pt x="252" y="83"/>
                      <a:pt x="251" y="83"/>
                    </a:cubicBezTo>
                    <a:cubicBezTo>
                      <a:pt x="251" y="83"/>
                      <a:pt x="251" y="83"/>
                      <a:pt x="251" y="83"/>
                    </a:cubicBezTo>
                    <a:cubicBezTo>
                      <a:pt x="251" y="84"/>
                      <a:pt x="250" y="84"/>
                      <a:pt x="249" y="83"/>
                    </a:cubicBezTo>
                    <a:cubicBezTo>
                      <a:pt x="249" y="83"/>
                      <a:pt x="249" y="83"/>
                      <a:pt x="249" y="83"/>
                    </a:cubicBezTo>
                    <a:cubicBezTo>
                      <a:pt x="249" y="82"/>
                      <a:pt x="249" y="82"/>
                      <a:pt x="250" y="81"/>
                    </a:cubicBezTo>
                    <a:cubicBezTo>
                      <a:pt x="250" y="81"/>
                      <a:pt x="250" y="81"/>
                      <a:pt x="250" y="81"/>
                    </a:cubicBezTo>
                    <a:cubicBezTo>
                      <a:pt x="250" y="81"/>
                      <a:pt x="250" y="81"/>
                      <a:pt x="251" y="81"/>
                    </a:cubicBezTo>
                    <a:cubicBezTo>
                      <a:pt x="251" y="81"/>
                      <a:pt x="251" y="81"/>
                      <a:pt x="251" y="81"/>
                    </a:cubicBezTo>
                    <a:cubicBezTo>
                      <a:pt x="251" y="81"/>
                      <a:pt x="251" y="81"/>
                      <a:pt x="252" y="82"/>
                    </a:cubicBezTo>
                    <a:close/>
                    <a:moveTo>
                      <a:pt x="240" y="89"/>
                    </a:moveTo>
                    <a:cubicBezTo>
                      <a:pt x="241" y="90"/>
                      <a:pt x="241" y="90"/>
                      <a:pt x="240" y="91"/>
                    </a:cubicBezTo>
                    <a:cubicBezTo>
                      <a:pt x="240" y="91"/>
                      <a:pt x="240" y="91"/>
                      <a:pt x="240" y="91"/>
                    </a:cubicBezTo>
                    <a:cubicBezTo>
                      <a:pt x="239" y="91"/>
                      <a:pt x="239" y="91"/>
                      <a:pt x="238" y="90"/>
                    </a:cubicBezTo>
                    <a:cubicBezTo>
                      <a:pt x="238" y="90"/>
                      <a:pt x="238" y="90"/>
                      <a:pt x="238" y="90"/>
                    </a:cubicBezTo>
                    <a:cubicBezTo>
                      <a:pt x="238" y="90"/>
                      <a:pt x="238" y="89"/>
                      <a:pt x="239" y="89"/>
                    </a:cubicBezTo>
                    <a:cubicBezTo>
                      <a:pt x="239" y="89"/>
                      <a:pt x="239" y="89"/>
                      <a:pt x="239" y="89"/>
                    </a:cubicBezTo>
                    <a:cubicBezTo>
                      <a:pt x="239" y="88"/>
                      <a:pt x="239" y="88"/>
                      <a:pt x="239" y="88"/>
                    </a:cubicBezTo>
                    <a:cubicBezTo>
                      <a:pt x="239" y="88"/>
                      <a:pt x="239" y="88"/>
                      <a:pt x="239" y="88"/>
                    </a:cubicBezTo>
                    <a:cubicBezTo>
                      <a:pt x="240" y="88"/>
                      <a:pt x="240" y="89"/>
                      <a:pt x="240" y="89"/>
                    </a:cubicBezTo>
                    <a:close/>
                    <a:moveTo>
                      <a:pt x="229" y="96"/>
                    </a:moveTo>
                    <a:cubicBezTo>
                      <a:pt x="229" y="97"/>
                      <a:pt x="229" y="98"/>
                      <a:pt x="229" y="98"/>
                    </a:cubicBezTo>
                    <a:cubicBezTo>
                      <a:pt x="229" y="98"/>
                      <a:pt x="229" y="98"/>
                      <a:pt x="229" y="98"/>
                    </a:cubicBezTo>
                    <a:cubicBezTo>
                      <a:pt x="228" y="99"/>
                      <a:pt x="227" y="98"/>
                      <a:pt x="227" y="98"/>
                    </a:cubicBezTo>
                    <a:cubicBezTo>
                      <a:pt x="227" y="98"/>
                      <a:pt x="227" y="98"/>
                      <a:pt x="227" y="98"/>
                    </a:cubicBezTo>
                    <a:cubicBezTo>
                      <a:pt x="226" y="97"/>
                      <a:pt x="227" y="96"/>
                      <a:pt x="227" y="96"/>
                    </a:cubicBezTo>
                    <a:cubicBezTo>
                      <a:pt x="227" y="96"/>
                      <a:pt x="227" y="96"/>
                      <a:pt x="227" y="96"/>
                    </a:cubicBezTo>
                    <a:cubicBezTo>
                      <a:pt x="227" y="96"/>
                      <a:pt x="228" y="96"/>
                      <a:pt x="228" y="96"/>
                    </a:cubicBezTo>
                    <a:cubicBezTo>
                      <a:pt x="228" y="96"/>
                      <a:pt x="228" y="96"/>
                      <a:pt x="228" y="96"/>
                    </a:cubicBezTo>
                    <a:cubicBezTo>
                      <a:pt x="228" y="96"/>
                      <a:pt x="229" y="96"/>
                      <a:pt x="229" y="96"/>
                    </a:cubicBezTo>
                    <a:close/>
                    <a:moveTo>
                      <a:pt x="218" y="104"/>
                    </a:moveTo>
                    <a:cubicBezTo>
                      <a:pt x="218" y="104"/>
                      <a:pt x="218" y="105"/>
                      <a:pt x="217" y="105"/>
                    </a:cubicBezTo>
                    <a:cubicBezTo>
                      <a:pt x="217" y="105"/>
                      <a:pt x="217" y="105"/>
                      <a:pt x="217" y="105"/>
                    </a:cubicBezTo>
                    <a:cubicBezTo>
                      <a:pt x="217" y="106"/>
                      <a:pt x="216" y="106"/>
                      <a:pt x="216" y="105"/>
                    </a:cubicBezTo>
                    <a:cubicBezTo>
                      <a:pt x="216" y="105"/>
                      <a:pt x="216" y="105"/>
                      <a:pt x="216" y="105"/>
                    </a:cubicBezTo>
                    <a:cubicBezTo>
                      <a:pt x="215" y="105"/>
                      <a:pt x="215" y="104"/>
                      <a:pt x="216" y="103"/>
                    </a:cubicBezTo>
                    <a:cubicBezTo>
                      <a:pt x="216" y="103"/>
                      <a:pt x="216" y="103"/>
                      <a:pt x="216" y="103"/>
                    </a:cubicBezTo>
                    <a:cubicBezTo>
                      <a:pt x="216" y="103"/>
                      <a:pt x="216" y="103"/>
                      <a:pt x="217" y="103"/>
                    </a:cubicBezTo>
                    <a:cubicBezTo>
                      <a:pt x="217" y="103"/>
                      <a:pt x="217" y="103"/>
                      <a:pt x="217" y="103"/>
                    </a:cubicBezTo>
                    <a:cubicBezTo>
                      <a:pt x="217" y="103"/>
                      <a:pt x="218" y="103"/>
                      <a:pt x="218" y="104"/>
                    </a:cubicBezTo>
                    <a:close/>
                    <a:moveTo>
                      <a:pt x="206" y="111"/>
                    </a:moveTo>
                    <a:cubicBezTo>
                      <a:pt x="207" y="112"/>
                      <a:pt x="207" y="112"/>
                      <a:pt x="206" y="113"/>
                    </a:cubicBezTo>
                    <a:cubicBezTo>
                      <a:pt x="206" y="113"/>
                      <a:pt x="206" y="113"/>
                      <a:pt x="206" y="113"/>
                    </a:cubicBezTo>
                    <a:cubicBezTo>
                      <a:pt x="205" y="113"/>
                      <a:pt x="205" y="113"/>
                      <a:pt x="204" y="112"/>
                    </a:cubicBezTo>
                    <a:cubicBezTo>
                      <a:pt x="204" y="112"/>
                      <a:pt x="204" y="112"/>
                      <a:pt x="204" y="112"/>
                    </a:cubicBezTo>
                    <a:cubicBezTo>
                      <a:pt x="204" y="112"/>
                      <a:pt x="204" y="111"/>
                      <a:pt x="205" y="111"/>
                    </a:cubicBezTo>
                    <a:cubicBezTo>
                      <a:pt x="205" y="111"/>
                      <a:pt x="205" y="111"/>
                      <a:pt x="205" y="111"/>
                    </a:cubicBezTo>
                    <a:cubicBezTo>
                      <a:pt x="205" y="110"/>
                      <a:pt x="205" y="110"/>
                      <a:pt x="205" y="110"/>
                    </a:cubicBezTo>
                    <a:cubicBezTo>
                      <a:pt x="205" y="110"/>
                      <a:pt x="205" y="110"/>
                      <a:pt x="205" y="110"/>
                    </a:cubicBezTo>
                    <a:cubicBezTo>
                      <a:pt x="206" y="110"/>
                      <a:pt x="206" y="111"/>
                      <a:pt x="206" y="111"/>
                    </a:cubicBezTo>
                    <a:close/>
                    <a:moveTo>
                      <a:pt x="195" y="118"/>
                    </a:moveTo>
                    <a:cubicBezTo>
                      <a:pt x="196" y="119"/>
                      <a:pt x="195" y="120"/>
                      <a:pt x="195" y="120"/>
                    </a:cubicBezTo>
                    <a:cubicBezTo>
                      <a:pt x="195" y="120"/>
                      <a:pt x="195" y="120"/>
                      <a:pt x="195" y="120"/>
                    </a:cubicBezTo>
                    <a:cubicBezTo>
                      <a:pt x="194" y="121"/>
                      <a:pt x="193" y="120"/>
                      <a:pt x="193" y="120"/>
                    </a:cubicBezTo>
                    <a:cubicBezTo>
                      <a:pt x="193" y="120"/>
                      <a:pt x="193" y="120"/>
                      <a:pt x="193" y="120"/>
                    </a:cubicBezTo>
                    <a:cubicBezTo>
                      <a:pt x="193" y="119"/>
                      <a:pt x="193" y="118"/>
                      <a:pt x="193" y="118"/>
                    </a:cubicBezTo>
                    <a:cubicBezTo>
                      <a:pt x="193" y="118"/>
                      <a:pt x="193" y="118"/>
                      <a:pt x="193" y="118"/>
                    </a:cubicBezTo>
                    <a:cubicBezTo>
                      <a:pt x="194" y="118"/>
                      <a:pt x="194" y="118"/>
                      <a:pt x="194" y="118"/>
                    </a:cubicBezTo>
                    <a:cubicBezTo>
                      <a:pt x="194" y="118"/>
                      <a:pt x="194" y="118"/>
                      <a:pt x="194" y="118"/>
                    </a:cubicBezTo>
                    <a:cubicBezTo>
                      <a:pt x="194" y="118"/>
                      <a:pt x="195" y="118"/>
                      <a:pt x="195" y="118"/>
                    </a:cubicBezTo>
                    <a:close/>
                    <a:moveTo>
                      <a:pt x="184" y="126"/>
                    </a:moveTo>
                    <a:cubicBezTo>
                      <a:pt x="184" y="126"/>
                      <a:pt x="184" y="127"/>
                      <a:pt x="183" y="128"/>
                    </a:cubicBezTo>
                    <a:cubicBezTo>
                      <a:pt x="183" y="128"/>
                      <a:pt x="183" y="128"/>
                      <a:pt x="183" y="128"/>
                    </a:cubicBezTo>
                    <a:cubicBezTo>
                      <a:pt x="183" y="128"/>
                      <a:pt x="182" y="128"/>
                      <a:pt x="182" y="127"/>
                    </a:cubicBezTo>
                    <a:cubicBezTo>
                      <a:pt x="182" y="127"/>
                      <a:pt x="182" y="127"/>
                      <a:pt x="182" y="127"/>
                    </a:cubicBezTo>
                    <a:cubicBezTo>
                      <a:pt x="181" y="127"/>
                      <a:pt x="181" y="126"/>
                      <a:pt x="182" y="125"/>
                    </a:cubicBezTo>
                    <a:cubicBezTo>
                      <a:pt x="182" y="125"/>
                      <a:pt x="182" y="125"/>
                      <a:pt x="182" y="125"/>
                    </a:cubicBezTo>
                    <a:cubicBezTo>
                      <a:pt x="182" y="125"/>
                      <a:pt x="183" y="125"/>
                      <a:pt x="183" y="125"/>
                    </a:cubicBezTo>
                    <a:cubicBezTo>
                      <a:pt x="183" y="125"/>
                      <a:pt x="183" y="125"/>
                      <a:pt x="183" y="125"/>
                    </a:cubicBezTo>
                    <a:cubicBezTo>
                      <a:pt x="183" y="125"/>
                      <a:pt x="184" y="125"/>
                      <a:pt x="184" y="126"/>
                    </a:cubicBezTo>
                    <a:close/>
                    <a:moveTo>
                      <a:pt x="173" y="133"/>
                    </a:moveTo>
                    <a:cubicBezTo>
                      <a:pt x="173" y="134"/>
                      <a:pt x="173" y="135"/>
                      <a:pt x="172" y="135"/>
                    </a:cubicBezTo>
                    <a:cubicBezTo>
                      <a:pt x="172" y="135"/>
                      <a:pt x="172" y="135"/>
                      <a:pt x="172" y="135"/>
                    </a:cubicBezTo>
                    <a:cubicBezTo>
                      <a:pt x="172" y="135"/>
                      <a:pt x="171" y="135"/>
                      <a:pt x="170" y="135"/>
                    </a:cubicBezTo>
                    <a:cubicBezTo>
                      <a:pt x="170" y="135"/>
                      <a:pt x="170" y="135"/>
                      <a:pt x="170" y="135"/>
                    </a:cubicBezTo>
                    <a:cubicBezTo>
                      <a:pt x="170" y="134"/>
                      <a:pt x="170" y="133"/>
                      <a:pt x="171" y="133"/>
                    </a:cubicBezTo>
                    <a:cubicBezTo>
                      <a:pt x="171" y="133"/>
                      <a:pt x="171" y="133"/>
                      <a:pt x="171" y="133"/>
                    </a:cubicBezTo>
                    <a:cubicBezTo>
                      <a:pt x="171" y="133"/>
                      <a:pt x="171" y="133"/>
                      <a:pt x="171" y="133"/>
                    </a:cubicBezTo>
                    <a:cubicBezTo>
                      <a:pt x="171" y="133"/>
                      <a:pt x="171" y="133"/>
                      <a:pt x="171" y="133"/>
                    </a:cubicBezTo>
                    <a:cubicBezTo>
                      <a:pt x="172" y="133"/>
                      <a:pt x="172" y="133"/>
                      <a:pt x="173" y="133"/>
                    </a:cubicBezTo>
                    <a:close/>
                    <a:moveTo>
                      <a:pt x="161" y="140"/>
                    </a:moveTo>
                    <a:cubicBezTo>
                      <a:pt x="162" y="141"/>
                      <a:pt x="161" y="142"/>
                      <a:pt x="161" y="142"/>
                    </a:cubicBezTo>
                    <a:cubicBezTo>
                      <a:pt x="161" y="142"/>
                      <a:pt x="161" y="142"/>
                      <a:pt x="161" y="142"/>
                    </a:cubicBezTo>
                    <a:cubicBezTo>
                      <a:pt x="160" y="143"/>
                      <a:pt x="159" y="143"/>
                      <a:pt x="159" y="142"/>
                    </a:cubicBezTo>
                    <a:cubicBezTo>
                      <a:pt x="159" y="142"/>
                      <a:pt x="159" y="142"/>
                      <a:pt x="159" y="142"/>
                    </a:cubicBezTo>
                    <a:cubicBezTo>
                      <a:pt x="159" y="141"/>
                      <a:pt x="159" y="140"/>
                      <a:pt x="159" y="140"/>
                    </a:cubicBezTo>
                    <a:cubicBezTo>
                      <a:pt x="159" y="140"/>
                      <a:pt x="159" y="140"/>
                      <a:pt x="159" y="140"/>
                    </a:cubicBezTo>
                    <a:cubicBezTo>
                      <a:pt x="160" y="140"/>
                      <a:pt x="160" y="140"/>
                      <a:pt x="160" y="140"/>
                    </a:cubicBezTo>
                    <a:cubicBezTo>
                      <a:pt x="160" y="140"/>
                      <a:pt x="160" y="140"/>
                      <a:pt x="160" y="140"/>
                    </a:cubicBezTo>
                    <a:cubicBezTo>
                      <a:pt x="161" y="140"/>
                      <a:pt x="161" y="140"/>
                      <a:pt x="161" y="140"/>
                    </a:cubicBezTo>
                    <a:close/>
                    <a:moveTo>
                      <a:pt x="150" y="148"/>
                    </a:moveTo>
                    <a:cubicBezTo>
                      <a:pt x="150" y="148"/>
                      <a:pt x="150" y="149"/>
                      <a:pt x="150" y="150"/>
                    </a:cubicBezTo>
                    <a:cubicBezTo>
                      <a:pt x="150" y="150"/>
                      <a:pt x="150" y="150"/>
                      <a:pt x="150" y="150"/>
                    </a:cubicBezTo>
                    <a:cubicBezTo>
                      <a:pt x="149" y="150"/>
                      <a:pt x="148" y="150"/>
                      <a:pt x="148" y="149"/>
                    </a:cubicBezTo>
                    <a:cubicBezTo>
                      <a:pt x="148" y="149"/>
                      <a:pt x="148" y="149"/>
                      <a:pt x="148" y="149"/>
                    </a:cubicBezTo>
                    <a:cubicBezTo>
                      <a:pt x="147" y="149"/>
                      <a:pt x="147" y="148"/>
                      <a:pt x="148" y="147"/>
                    </a:cubicBezTo>
                    <a:cubicBezTo>
                      <a:pt x="148" y="147"/>
                      <a:pt x="148" y="147"/>
                      <a:pt x="148" y="147"/>
                    </a:cubicBezTo>
                    <a:cubicBezTo>
                      <a:pt x="148" y="147"/>
                      <a:pt x="149" y="147"/>
                      <a:pt x="149" y="147"/>
                    </a:cubicBezTo>
                    <a:cubicBezTo>
                      <a:pt x="149" y="147"/>
                      <a:pt x="149" y="147"/>
                      <a:pt x="149" y="147"/>
                    </a:cubicBezTo>
                    <a:cubicBezTo>
                      <a:pt x="149" y="147"/>
                      <a:pt x="150" y="147"/>
                      <a:pt x="150" y="148"/>
                    </a:cubicBezTo>
                    <a:close/>
                    <a:moveTo>
                      <a:pt x="139" y="155"/>
                    </a:moveTo>
                    <a:cubicBezTo>
                      <a:pt x="139" y="156"/>
                      <a:pt x="139" y="157"/>
                      <a:pt x="138" y="157"/>
                    </a:cubicBezTo>
                    <a:cubicBezTo>
                      <a:pt x="138" y="157"/>
                      <a:pt x="138" y="157"/>
                      <a:pt x="138" y="157"/>
                    </a:cubicBezTo>
                    <a:cubicBezTo>
                      <a:pt x="138" y="157"/>
                      <a:pt x="137" y="157"/>
                      <a:pt x="136" y="157"/>
                    </a:cubicBezTo>
                    <a:cubicBezTo>
                      <a:pt x="136" y="157"/>
                      <a:pt x="136" y="157"/>
                      <a:pt x="136" y="157"/>
                    </a:cubicBezTo>
                    <a:cubicBezTo>
                      <a:pt x="136" y="156"/>
                      <a:pt x="136" y="155"/>
                      <a:pt x="137" y="155"/>
                    </a:cubicBezTo>
                    <a:cubicBezTo>
                      <a:pt x="137" y="155"/>
                      <a:pt x="137" y="155"/>
                      <a:pt x="137" y="155"/>
                    </a:cubicBezTo>
                    <a:cubicBezTo>
                      <a:pt x="137" y="155"/>
                      <a:pt x="137" y="155"/>
                      <a:pt x="138" y="155"/>
                    </a:cubicBezTo>
                    <a:cubicBezTo>
                      <a:pt x="138" y="155"/>
                      <a:pt x="138" y="155"/>
                      <a:pt x="138" y="155"/>
                    </a:cubicBezTo>
                    <a:cubicBezTo>
                      <a:pt x="138" y="155"/>
                      <a:pt x="138" y="155"/>
                      <a:pt x="139" y="155"/>
                    </a:cubicBezTo>
                    <a:close/>
                    <a:moveTo>
                      <a:pt x="127" y="163"/>
                    </a:moveTo>
                    <a:cubicBezTo>
                      <a:pt x="128" y="163"/>
                      <a:pt x="128" y="164"/>
                      <a:pt x="127" y="164"/>
                    </a:cubicBezTo>
                    <a:cubicBezTo>
                      <a:pt x="127" y="164"/>
                      <a:pt x="127" y="164"/>
                      <a:pt x="127" y="164"/>
                    </a:cubicBezTo>
                    <a:cubicBezTo>
                      <a:pt x="126" y="165"/>
                      <a:pt x="125" y="165"/>
                      <a:pt x="125" y="164"/>
                    </a:cubicBezTo>
                    <a:cubicBezTo>
                      <a:pt x="125" y="164"/>
                      <a:pt x="125" y="164"/>
                      <a:pt x="125" y="164"/>
                    </a:cubicBezTo>
                    <a:cubicBezTo>
                      <a:pt x="125" y="163"/>
                      <a:pt x="125" y="163"/>
                      <a:pt x="125" y="162"/>
                    </a:cubicBezTo>
                    <a:cubicBezTo>
                      <a:pt x="125" y="162"/>
                      <a:pt x="125" y="162"/>
                      <a:pt x="125" y="162"/>
                    </a:cubicBezTo>
                    <a:cubicBezTo>
                      <a:pt x="126" y="162"/>
                      <a:pt x="126" y="162"/>
                      <a:pt x="126" y="162"/>
                    </a:cubicBezTo>
                    <a:cubicBezTo>
                      <a:pt x="126" y="162"/>
                      <a:pt x="126" y="162"/>
                      <a:pt x="126" y="162"/>
                    </a:cubicBezTo>
                    <a:cubicBezTo>
                      <a:pt x="127" y="162"/>
                      <a:pt x="127" y="162"/>
                      <a:pt x="127" y="163"/>
                    </a:cubicBezTo>
                    <a:close/>
                    <a:moveTo>
                      <a:pt x="116" y="170"/>
                    </a:moveTo>
                    <a:cubicBezTo>
                      <a:pt x="116" y="171"/>
                      <a:pt x="116" y="171"/>
                      <a:pt x="116" y="172"/>
                    </a:cubicBezTo>
                    <a:cubicBezTo>
                      <a:pt x="116" y="172"/>
                      <a:pt x="116" y="172"/>
                      <a:pt x="116" y="172"/>
                    </a:cubicBezTo>
                    <a:cubicBezTo>
                      <a:pt x="115" y="172"/>
                      <a:pt x="114" y="172"/>
                      <a:pt x="114" y="171"/>
                    </a:cubicBezTo>
                    <a:cubicBezTo>
                      <a:pt x="114" y="171"/>
                      <a:pt x="114" y="171"/>
                      <a:pt x="114" y="171"/>
                    </a:cubicBezTo>
                    <a:cubicBezTo>
                      <a:pt x="113" y="171"/>
                      <a:pt x="114" y="170"/>
                      <a:pt x="114" y="170"/>
                    </a:cubicBezTo>
                    <a:cubicBezTo>
                      <a:pt x="114" y="170"/>
                      <a:pt x="114" y="170"/>
                      <a:pt x="114" y="170"/>
                    </a:cubicBezTo>
                    <a:cubicBezTo>
                      <a:pt x="114" y="169"/>
                      <a:pt x="115" y="169"/>
                      <a:pt x="115" y="169"/>
                    </a:cubicBezTo>
                    <a:cubicBezTo>
                      <a:pt x="115" y="169"/>
                      <a:pt x="115" y="169"/>
                      <a:pt x="115" y="169"/>
                    </a:cubicBezTo>
                    <a:cubicBezTo>
                      <a:pt x="115" y="169"/>
                      <a:pt x="116" y="170"/>
                      <a:pt x="116" y="170"/>
                    </a:cubicBezTo>
                    <a:close/>
                    <a:moveTo>
                      <a:pt x="105" y="177"/>
                    </a:moveTo>
                    <a:cubicBezTo>
                      <a:pt x="105" y="178"/>
                      <a:pt x="105" y="179"/>
                      <a:pt x="104" y="179"/>
                    </a:cubicBezTo>
                    <a:cubicBezTo>
                      <a:pt x="104" y="179"/>
                      <a:pt x="104" y="179"/>
                      <a:pt x="104" y="179"/>
                    </a:cubicBezTo>
                    <a:cubicBezTo>
                      <a:pt x="104" y="180"/>
                      <a:pt x="103" y="179"/>
                      <a:pt x="102" y="179"/>
                    </a:cubicBezTo>
                    <a:cubicBezTo>
                      <a:pt x="102" y="179"/>
                      <a:pt x="102" y="179"/>
                      <a:pt x="102" y="179"/>
                    </a:cubicBezTo>
                    <a:cubicBezTo>
                      <a:pt x="102" y="178"/>
                      <a:pt x="102" y="177"/>
                      <a:pt x="103" y="177"/>
                    </a:cubicBezTo>
                    <a:cubicBezTo>
                      <a:pt x="103" y="177"/>
                      <a:pt x="103" y="177"/>
                      <a:pt x="103" y="177"/>
                    </a:cubicBezTo>
                    <a:cubicBezTo>
                      <a:pt x="103" y="177"/>
                      <a:pt x="103" y="177"/>
                      <a:pt x="104" y="177"/>
                    </a:cubicBezTo>
                    <a:cubicBezTo>
                      <a:pt x="104" y="177"/>
                      <a:pt x="104" y="177"/>
                      <a:pt x="104" y="177"/>
                    </a:cubicBezTo>
                    <a:cubicBezTo>
                      <a:pt x="104" y="177"/>
                      <a:pt x="104" y="177"/>
                      <a:pt x="105" y="177"/>
                    </a:cubicBezTo>
                    <a:close/>
                    <a:moveTo>
                      <a:pt x="93" y="185"/>
                    </a:moveTo>
                    <a:cubicBezTo>
                      <a:pt x="94" y="185"/>
                      <a:pt x="94" y="186"/>
                      <a:pt x="93" y="187"/>
                    </a:cubicBezTo>
                    <a:cubicBezTo>
                      <a:pt x="93" y="187"/>
                      <a:pt x="93" y="187"/>
                      <a:pt x="93" y="187"/>
                    </a:cubicBezTo>
                    <a:cubicBezTo>
                      <a:pt x="92" y="187"/>
                      <a:pt x="92" y="187"/>
                      <a:pt x="91" y="186"/>
                    </a:cubicBezTo>
                    <a:cubicBezTo>
                      <a:pt x="91" y="186"/>
                      <a:pt x="91" y="186"/>
                      <a:pt x="91" y="186"/>
                    </a:cubicBezTo>
                    <a:cubicBezTo>
                      <a:pt x="91" y="186"/>
                      <a:pt x="91" y="185"/>
                      <a:pt x="92" y="184"/>
                    </a:cubicBezTo>
                    <a:cubicBezTo>
                      <a:pt x="92" y="184"/>
                      <a:pt x="92" y="184"/>
                      <a:pt x="92" y="184"/>
                    </a:cubicBezTo>
                    <a:cubicBezTo>
                      <a:pt x="92" y="184"/>
                      <a:pt x="92" y="184"/>
                      <a:pt x="92" y="184"/>
                    </a:cubicBezTo>
                    <a:cubicBezTo>
                      <a:pt x="92" y="184"/>
                      <a:pt x="92" y="184"/>
                      <a:pt x="92" y="184"/>
                    </a:cubicBezTo>
                    <a:cubicBezTo>
                      <a:pt x="93" y="184"/>
                      <a:pt x="93" y="184"/>
                      <a:pt x="93" y="185"/>
                    </a:cubicBezTo>
                    <a:close/>
                    <a:moveTo>
                      <a:pt x="82" y="192"/>
                    </a:moveTo>
                    <a:cubicBezTo>
                      <a:pt x="82" y="193"/>
                      <a:pt x="82" y="193"/>
                      <a:pt x="82" y="194"/>
                    </a:cubicBezTo>
                    <a:cubicBezTo>
                      <a:pt x="82" y="194"/>
                      <a:pt x="82" y="194"/>
                      <a:pt x="82" y="194"/>
                    </a:cubicBezTo>
                    <a:cubicBezTo>
                      <a:pt x="81" y="194"/>
                      <a:pt x="80" y="194"/>
                      <a:pt x="80" y="194"/>
                    </a:cubicBezTo>
                    <a:cubicBezTo>
                      <a:pt x="80" y="194"/>
                      <a:pt x="80" y="194"/>
                      <a:pt x="80" y="194"/>
                    </a:cubicBezTo>
                    <a:cubicBezTo>
                      <a:pt x="79" y="193"/>
                      <a:pt x="80" y="192"/>
                      <a:pt x="80" y="192"/>
                    </a:cubicBezTo>
                    <a:cubicBezTo>
                      <a:pt x="80" y="192"/>
                      <a:pt x="80" y="192"/>
                      <a:pt x="80" y="192"/>
                    </a:cubicBezTo>
                    <a:cubicBezTo>
                      <a:pt x="80" y="192"/>
                      <a:pt x="81" y="191"/>
                      <a:pt x="81" y="191"/>
                    </a:cubicBezTo>
                    <a:cubicBezTo>
                      <a:pt x="81" y="191"/>
                      <a:pt x="81" y="191"/>
                      <a:pt x="81" y="191"/>
                    </a:cubicBezTo>
                    <a:cubicBezTo>
                      <a:pt x="81" y="191"/>
                      <a:pt x="82" y="192"/>
                      <a:pt x="82" y="192"/>
                    </a:cubicBezTo>
                    <a:close/>
                    <a:moveTo>
                      <a:pt x="71" y="199"/>
                    </a:moveTo>
                    <a:cubicBezTo>
                      <a:pt x="71" y="200"/>
                      <a:pt x="71" y="201"/>
                      <a:pt x="70" y="201"/>
                    </a:cubicBezTo>
                    <a:cubicBezTo>
                      <a:pt x="70" y="201"/>
                      <a:pt x="70" y="201"/>
                      <a:pt x="70" y="201"/>
                    </a:cubicBezTo>
                    <a:cubicBezTo>
                      <a:pt x="70" y="202"/>
                      <a:pt x="69" y="202"/>
                      <a:pt x="69" y="201"/>
                    </a:cubicBezTo>
                    <a:cubicBezTo>
                      <a:pt x="69" y="201"/>
                      <a:pt x="69" y="201"/>
                      <a:pt x="69" y="201"/>
                    </a:cubicBezTo>
                    <a:cubicBezTo>
                      <a:pt x="68" y="200"/>
                      <a:pt x="68" y="199"/>
                      <a:pt x="69" y="199"/>
                    </a:cubicBezTo>
                    <a:cubicBezTo>
                      <a:pt x="69" y="199"/>
                      <a:pt x="69" y="199"/>
                      <a:pt x="69" y="199"/>
                    </a:cubicBezTo>
                    <a:cubicBezTo>
                      <a:pt x="69" y="199"/>
                      <a:pt x="69" y="199"/>
                      <a:pt x="70" y="199"/>
                    </a:cubicBezTo>
                    <a:cubicBezTo>
                      <a:pt x="70" y="199"/>
                      <a:pt x="70" y="199"/>
                      <a:pt x="70" y="199"/>
                    </a:cubicBezTo>
                    <a:cubicBezTo>
                      <a:pt x="70" y="199"/>
                      <a:pt x="71" y="199"/>
                      <a:pt x="71" y="199"/>
                    </a:cubicBezTo>
                    <a:close/>
                    <a:moveTo>
                      <a:pt x="59" y="207"/>
                    </a:moveTo>
                    <a:cubicBezTo>
                      <a:pt x="60" y="207"/>
                      <a:pt x="60" y="208"/>
                      <a:pt x="59" y="209"/>
                    </a:cubicBezTo>
                    <a:cubicBezTo>
                      <a:pt x="59" y="209"/>
                      <a:pt x="59" y="209"/>
                      <a:pt x="59" y="209"/>
                    </a:cubicBezTo>
                    <a:cubicBezTo>
                      <a:pt x="58" y="209"/>
                      <a:pt x="58" y="209"/>
                      <a:pt x="57" y="208"/>
                    </a:cubicBezTo>
                    <a:cubicBezTo>
                      <a:pt x="57" y="208"/>
                      <a:pt x="57" y="208"/>
                      <a:pt x="57" y="208"/>
                    </a:cubicBezTo>
                    <a:cubicBezTo>
                      <a:pt x="57" y="208"/>
                      <a:pt x="57" y="207"/>
                      <a:pt x="58" y="206"/>
                    </a:cubicBezTo>
                    <a:cubicBezTo>
                      <a:pt x="58" y="206"/>
                      <a:pt x="58" y="206"/>
                      <a:pt x="58" y="206"/>
                    </a:cubicBezTo>
                    <a:cubicBezTo>
                      <a:pt x="58" y="206"/>
                      <a:pt x="58" y="206"/>
                      <a:pt x="58" y="206"/>
                    </a:cubicBezTo>
                    <a:cubicBezTo>
                      <a:pt x="58" y="206"/>
                      <a:pt x="58" y="206"/>
                      <a:pt x="58" y="206"/>
                    </a:cubicBezTo>
                    <a:cubicBezTo>
                      <a:pt x="59" y="206"/>
                      <a:pt x="59" y="206"/>
                      <a:pt x="59" y="207"/>
                    </a:cubicBezTo>
                    <a:close/>
                    <a:moveTo>
                      <a:pt x="48" y="214"/>
                    </a:moveTo>
                    <a:cubicBezTo>
                      <a:pt x="49" y="215"/>
                      <a:pt x="48" y="216"/>
                      <a:pt x="48" y="216"/>
                    </a:cubicBezTo>
                    <a:cubicBezTo>
                      <a:pt x="48" y="216"/>
                      <a:pt x="48" y="216"/>
                      <a:pt x="48" y="216"/>
                    </a:cubicBezTo>
                    <a:cubicBezTo>
                      <a:pt x="47" y="216"/>
                      <a:pt x="46" y="216"/>
                      <a:pt x="46" y="216"/>
                    </a:cubicBezTo>
                    <a:cubicBezTo>
                      <a:pt x="46" y="216"/>
                      <a:pt x="46" y="216"/>
                      <a:pt x="46" y="216"/>
                    </a:cubicBezTo>
                    <a:cubicBezTo>
                      <a:pt x="46" y="215"/>
                      <a:pt x="46" y="214"/>
                      <a:pt x="46" y="214"/>
                    </a:cubicBezTo>
                    <a:cubicBezTo>
                      <a:pt x="46" y="214"/>
                      <a:pt x="46" y="214"/>
                      <a:pt x="46" y="214"/>
                    </a:cubicBezTo>
                    <a:cubicBezTo>
                      <a:pt x="47" y="214"/>
                      <a:pt x="47" y="214"/>
                      <a:pt x="47" y="214"/>
                    </a:cubicBezTo>
                    <a:cubicBezTo>
                      <a:pt x="47" y="214"/>
                      <a:pt x="47" y="214"/>
                      <a:pt x="47" y="214"/>
                    </a:cubicBezTo>
                    <a:cubicBezTo>
                      <a:pt x="47" y="214"/>
                      <a:pt x="48" y="214"/>
                      <a:pt x="48" y="214"/>
                    </a:cubicBezTo>
                    <a:close/>
                    <a:moveTo>
                      <a:pt x="37" y="222"/>
                    </a:moveTo>
                    <a:cubicBezTo>
                      <a:pt x="37" y="222"/>
                      <a:pt x="37" y="223"/>
                      <a:pt x="36" y="223"/>
                    </a:cubicBezTo>
                    <a:cubicBezTo>
                      <a:pt x="36" y="223"/>
                      <a:pt x="36" y="223"/>
                      <a:pt x="36" y="223"/>
                    </a:cubicBezTo>
                    <a:cubicBezTo>
                      <a:pt x="36" y="224"/>
                      <a:pt x="35" y="224"/>
                      <a:pt x="35" y="223"/>
                    </a:cubicBezTo>
                    <a:cubicBezTo>
                      <a:pt x="35" y="223"/>
                      <a:pt x="35" y="223"/>
                      <a:pt x="35" y="223"/>
                    </a:cubicBezTo>
                    <a:cubicBezTo>
                      <a:pt x="34" y="222"/>
                      <a:pt x="34" y="222"/>
                      <a:pt x="35" y="221"/>
                    </a:cubicBezTo>
                    <a:cubicBezTo>
                      <a:pt x="35" y="221"/>
                      <a:pt x="35" y="221"/>
                      <a:pt x="35" y="221"/>
                    </a:cubicBezTo>
                    <a:cubicBezTo>
                      <a:pt x="35" y="221"/>
                      <a:pt x="35" y="221"/>
                      <a:pt x="36" y="221"/>
                    </a:cubicBezTo>
                    <a:cubicBezTo>
                      <a:pt x="36" y="221"/>
                      <a:pt x="36" y="221"/>
                      <a:pt x="36" y="221"/>
                    </a:cubicBezTo>
                    <a:cubicBezTo>
                      <a:pt x="36" y="221"/>
                      <a:pt x="37" y="221"/>
                      <a:pt x="37" y="222"/>
                    </a:cubicBezTo>
                    <a:close/>
                    <a:moveTo>
                      <a:pt x="26" y="229"/>
                    </a:moveTo>
                    <a:cubicBezTo>
                      <a:pt x="26" y="230"/>
                      <a:pt x="26" y="230"/>
                      <a:pt x="25" y="231"/>
                    </a:cubicBezTo>
                    <a:cubicBezTo>
                      <a:pt x="25" y="231"/>
                      <a:pt x="25" y="231"/>
                      <a:pt x="25" y="231"/>
                    </a:cubicBezTo>
                    <a:cubicBezTo>
                      <a:pt x="25" y="231"/>
                      <a:pt x="24" y="231"/>
                      <a:pt x="23" y="230"/>
                    </a:cubicBezTo>
                    <a:cubicBezTo>
                      <a:pt x="23" y="230"/>
                      <a:pt x="23" y="230"/>
                      <a:pt x="23" y="230"/>
                    </a:cubicBezTo>
                    <a:cubicBezTo>
                      <a:pt x="23" y="230"/>
                      <a:pt x="23" y="229"/>
                      <a:pt x="24" y="228"/>
                    </a:cubicBezTo>
                    <a:cubicBezTo>
                      <a:pt x="24" y="228"/>
                      <a:pt x="24" y="228"/>
                      <a:pt x="24" y="228"/>
                    </a:cubicBezTo>
                    <a:cubicBezTo>
                      <a:pt x="24" y="228"/>
                      <a:pt x="24" y="228"/>
                      <a:pt x="24" y="228"/>
                    </a:cubicBezTo>
                    <a:cubicBezTo>
                      <a:pt x="24" y="228"/>
                      <a:pt x="24" y="228"/>
                      <a:pt x="24" y="228"/>
                    </a:cubicBezTo>
                    <a:cubicBezTo>
                      <a:pt x="25" y="228"/>
                      <a:pt x="25" y="228"/>
                      <a:pt x="26" y="229"/>
                    </a:cubicBezTo>
                    <a:close/>
                    <a:moveTo>
                      <a:pt x="14" y="236"/>
                    </a:moveTo>
                    <a:cubicBezTo>
                      <a:pt x="15" y="237"/>
                      <a:pt x="14" y="238"/>
                      <a:pt x="14" y="238"/>
                    </a:cubicBezTo>
                    <a:cubicBezTo>
                      <a:pt x="14" y="238"/>
                      <a:pt x="14" y="238"/>
                      <a:pt x="14" y="238"/>
                    </a:cubicBezTo>
                    <a:cubicBezTo>
                      <a:pt x="13" y="239"/>
                      <a:pt x="12" y="238"/>
                      <a:pt x="12" y="238"/>
                    </a:cubicBezTo>
                    <a:cubicBezTo>
                      <a:pt x="12" y="238"/>
                      <a:pt x="12" y="238"/>
                      <a:pt x="12" y="238"/>
                    </a:cubicBezTo>
                    <a:cubicBezTo>
                      <a:pt x="12" y="237"/>
                      <a:pt x="12" y="236"/>
                      <a:pt x="12" y="236"/>
                    </a:cubicBezTo>
                    <a:cubicBezTo>
                      <a:pt x="12" y="236"/>
                      <a:pt x="12" y="236"/>
                      <a:pt x="12" y="236"/>
                    </a:cubicBezTo>
                    <a:cubicBezTo>
                      <a:pt x="13" y="236"/>
                      <a:pt x="13" y="236"/>
                      <a:pt x="13" y="236"/>
                    </a:cubicBezTo>
                    <a:cubicBezTo>
                      <a:pt x="13" y="236"/>
                      <a:pt x="13" y="236"/>
                      <a:pt x="13" y="236"/>
                    </a:cubicBezTo>
                    <a:cubicBezTo>
                      <a:pt x="14" y="236"/>
                      <a:pt x="14" y="236"/>
                      <a:pt x="14" y="236"/>
                    </a:cubicBezTo>
                    <a:close/>
                    <a:moveTo>
                      <a:pt x="3" y="244"/>
                    </a:moveTo>
                    <a:cubicBezTo>
                      <a:pt x="3" y="244"/>
                      <a:pt x="3" y="245"/>
                      <a:pt x="3" y="245"/>
                    </a:cubicBezTo>
                    <a:cubicBezTo>
                      <a:pt x="3" y="245"/>
                      <a:pt x="3" y="245"/>
                      <a:pt x="3" y="245"/>
                    </a:cubicBezTo>
                    <a:cubicBezTo>
                      <a:pt x="2" y="246"/>
                      <a:pt x="1" y="246"/>
                      <a:pt x="1" y="245"/>
                    </a:cubicBezTo>
                    <a:cubicBezTo>
                      <a:pt x="1" y="245"/>
                      <a:pt x="1" y="245"/>
                      <a:pt x="1" y="245"/>
                    </a:cubicBezTo>
                    <a:cubicBezTo>
                      <a:pt x="0" y="244"/>
                      <a:pt x="0" y="244"/>
                      <a:pt x="1" y="243"/>
                    </a:cubicBezTo>
                    <a:cubicBezTo>
                      <a:pt x="1" y="243"/>
                      <a:pt x="1" y="243"/>
                      <a:pt x="1" y="243"/>
                    </a:cubicBezTo>
                    <a:cubicBezTo>
                      <a:pt x="1" y="243"/>
                      <a:pt x="2" y="243"/>
                      <a:pt x="2" y="243"/>
                    </a:cubicBezTo>
                    <a:cubicBezTo>
                      <a:pt x="2" y="243"/>
                      <a:pt x="2" y="243"/>
                      <a:pt x="2" y="243"/>
                    </a:cubicBezTo>
                    <a:cubicBezTo>
                      <a:pt x="2" y="243"/>
                      <a:pt x="3" y="243"/>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 name="Google Shape;90;p2"/>
              <p:cNvSpPr/>
              <p:nvPr/>
            </p:nvSpPr>
            <p:spPr>
              <a:xfrm>
                <a:off x="18509277" y="2645018"/>
                <a:ext cx="19581" cy="11748"/>
              </a:xfrm>
              <a:custGeom>
                <a:avLst/>
                <a:gdLst/>
                <a:ahLst/>
                <a:cxnLst/>
                <a:rect l="l" t="t" r="r" b="b"/>
                <a:pathLst>
                  <a:path w="3" h="2" extrusionOk="0">
                    <a:moveTo>
                      <a:pt x="1" y="0"/>
                    </a:moveTo>
                    <a:cubicBezTo>
                      <a:pt x="1" y="0"/>
                      <a:pt x="2" y="0"/>
                      <a:pt x="2" y="0"/>
                    </a:cubicBezTo>
                    <a:cubicBezTo>
                      <a:pt x="2" y="0"/>
                      <a:pt x="2" y="0"/>
                      <a:pt x="2" y="0"/>
                    </a:cubicBezTo>
                    <a:cubicBezTo>
                      <a:pt x="2" y="0"/>
                      <a:pt x="3" y="1"/>
                      <a:pt x="3" y="1"/>
                    </a:cubicBezTo>
                    <a:cubicBezTo>
                      <a:pt x="3" y="1"/>
                      <a:pt x="3" y="1"/>
                      <a:pt x="3" y="1"/>
                    </a:cubicBezTo>
                    <a:cubicBezTo>
                      <a:pt x="2" y="2"/>
                      <a:pt x="2" y="2"/>
                      <a:pt x="2" y="2"/>
                    </a:cubicBezTo>
                    <a:cubicBezTo>
                      <a:pt x="2" y="2"/>
                      <a:pt x="1" y="2"/>
                      <a:pt x="1" y="2"/>
                    </a:cubicBezTo>
                    <a:cubicBezTo>
                      <a:pt x="1" y="2"/>
                      <a:pt x="0" y="2"/>
                      <a:pt x="0" y="2"/>
                    </a:cubicBezTo>
                    <a:cubicBezTo>
                      <a:pt x="0" y="2"/>
                      <a:pt x="0" y="2"/>
                      <a:pt x="0" y="1"/>
                    </a:cubicBezTo>
                    <a:cubicBezTo>
                      <a:pt x="0" y="1"/>
                      <a:pt x="0" y="1"/>
                      <a:pt x="0" y="1"/>
                    </a:cubicBezTo>
                    <a:cubicBezTo>
                      <a:pt x="0" y="1"/>
                      <a:pt x="0" y="0"/>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91" name="Google Shape;91;p2"/>
          <p:cNvSpPr txBox="1">
            <a:spLocks noGrp="1"/>
          </p:cNvSpPr>
          <p:nvPr>
            <p:ph type="ctrTitle"/>
          </p:nvPr>
        </p:nvSpPr>
        <p:spPr>
          <a:xfrm>
            <a:off x="715165" y="1483025"/>
            <a:ext cx="4921800" cy="1687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rgbClr val="191919"/>
              </a:buClr>
              <a:buSzPts val="5200"/>
              <a:buNone/>
              <a:defRPr sz="48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92" name="Google Shape;92;p2"/>
          <p:cNvSpPr txBox="1">
            <a:spLocks noGrp="1"/>
          </p:cNvSpPr>
          <p:nvPr>
            <p:ph type="subTitle" idx="1"/>
          </p:nvPr>
        </p:nvSpPr>
        <p:spPr>
          <a:xfrm>
            <a:off x="715100" y="3170300"/>
            <a:ext cx="4921800" cy="409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93" name="Google Shape;93;p2"/>
          <p:cNvSpPr>
            <a:spLocks noGrp="1"/>
          </p:cNvSpPr>
          <p:nvPr>
            <p:ph type="pic" idx="2"/>
          </p:nvPr>
        </p:nvSpPr>
        <p:spPr>
          <a:xfrm>
            <a:off x="5830687" y="528651"/>
            <a:ext cx="3064200" cy="4080000"/>
          </a:xfrm>
          <a:prstGeom prst="parallelogram">
            <a:avLst>
              <a:gd name="adj" fmla="val 25000"/>
            </a:avLst>
          </a:prstGeom>
          <a:noFill/>
          <a:ln>
            <a:noFill/>
          </a:ln>
        </p:spPr>
        <p:txBody>
          <a:bodyPr/>
          <a:lstStyle/>
          <a:p>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7"/>
        <p:cNvGrpSpPr/>
        <p:nvPr/>
      </p:nvGrpSpPr>
      <p:grpSpPr>
        <a:xfrm>
          <a:off x="0" y="0"/>
          <a:ext cx="0" cy="0"/>
          <a:chOff x="0" y="0"/>
          <a:chExt cx="0" cy="0"/>
        </a:xfrm>
      </p:grpSpPr>
      <p:grpSp>
        <p:nvGrpSpPr>
          <p:cNvPr id="308" name="Google Shape;308;p6"/>
          <p:cNvGrpSpPr/>
          <p:nvPr/>
        </p:nvGrpSpPr>
        <p:grpSpPr>
          <a:xfrm>
            <a:off x="-2334233" y="854799"/>
            <a:ext cx="2901838" cy="1613433"/>
            <a:chOff x="11828392" y="-448701"/>
            <a:chExt cx="2901838" cy="1613433"/>
          </a:xfrm>
        </p:grpSpPr>
        <p:sp>
          <p:nvSpPr>
            <p:cNvPr id="309" name="Google Shape;309;p6"/>
            <p:cNvSpPr/>
            <p:nvPr/>
          </p:nvSpPr>
          <p:spPr>
            <a:xfrm>
              <a:off x="12259164" y="1152983"/>
              <a:ext cx="19581" cy="11748"/>
            </a:xfrm>
            <a:custGeom>
              <a:avLst/>
              <a:gdLst/>
              <a:ahLst/>
              <a:cxnLst/>
              <a:rect l="l" t="t" r="r" b="b"/>
              <a:pathLst>
                <a:path w="3" h="2" extrusionOk="0">
                  <a:moveTo>
                    <a:pt x="1" y="0"/>
                  </a:moveTo>
                  <a:cubicBezTo>
                    <a:pt x="2" y="0"/>
                    <a:pt x="2" y="0"/>
                    <a:pt x="2" y="0"/>
                  </a:cubicBezTo>
                  <a:cubicBezTo>
                    <a:pt x="2" y="0"/>
                    <a:pt x="3" y="1"/>
                    <a:pt x="3" y="1"/>
                  </a:cubicBezTo>
                  <a:cubicBezTo>
                    <a:pt x="3" y="1"/>
                    <a:pt x="2" y="2"/>
                    <a:pt x="2" y="2"/>
                  </a:cubicBezTo>
                  <a:cubicBezTo>
                    <a:pt x="2" y="2"/>
                    <a:pt x="1" y="2"/>
                    <a:pt x="0" y="2"/>
                  </a:cubicBezTo>
                  <a:cubicBezTo>
                    <a:pt x="0" y="2"/>
                    <a:pt x="0" y="1"/>
                    <a:pt x="0" y="1"/>
                  </a:cubicBezTo>
                  <a:cubicBezTo>
                    <a:pt x="0" y="1"/>
                    <a:pt x="0" y="0"/>
                    <a:pt x="0" y="0"/>
                  </a:cubicBezTo>
                  <a:cubicBezTo>
                    <a:pt x="0" y="0"/>
                    <a:pt x="1" y="0"/>
                    <a:pt x="1"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 name="Google Shape;310;p6"/>
            <p:cNvSpPr/>
            <p:nvPr/>
          </p:nvSpPr>
          <p:spPr>
            <a:xfrm>
              <a:off x="12329654" y="-405624"/>
              <a:ext cx="2330087" cy="1527278"/>
            </a:xfrm>
            <a:custGeom>
              <a:avLst/>
              <a:gdLst/>
              <a:ahLst/>
              <a:cxnLst/>
              <a:rect l="l" t="t" r="r" b="b"/>
              <a:pathLst>
                <a:path w="376" h="246" extrusionOk="0">
                  <a:moveTo>
                    <a:pt x="376" y="1"/>
                  </a:moveTo>
                  <a:cubicBezTo>
                    <a:pt x="376" y="1"/>
                    <a:pt x="376" y="2"/>
                    <a:pt x="375" y="3"/>
                  </a:cubicBezTo>
                  <a:cubicBezTo>
                    <a:pt x="375" y="3"/>
                    <a:pt x="375" y="3"/>
                    <a:pt x="375" y="3"/>
                  </a:cubicBezTo>
                  <a:cubicBezTo>
                    <a:pt x="375" y="3"/>
                    <a:pt x="374" y="3"/>
                    <a:pt x="374" y="2"/>
                  </a:cubicBezTo>
                  <a:cubicBezTo>
                    <a:pt x="374" y="2"/>
                    <a:pt x="374" y="2"/>
                    <a:pt x="374" y="2"/>
                  </a:cubicBezTo>
                  <a:cubicBezTo>
                    <a:pt x="373" y="2"/>
                    <a:pt x="373" y="1"/>
                    <a:pt x="374" y="0"/>
                  </a:cubicBezTo>
                  <a:cubicBezTo>
                    <a:pt x="374" y="0"/>
                    <a:pt x="374" y="0"/>
                    <a:pt x="374" y="0"/>
                  </a:cubicBezTo>
                  <a:cubicBezTo>
                    <a:pt x="374" y="0"/>
                    <a:pt x="375" y="0"/>
                    <a:pt x="375" y="0"/>
                  </a:cubicBezTo>
                  <a:cubicBezTo>
                    <a:pt x="375" y="0"/>
                    <a:pt x="375" y="0"/>
                    <a:pt x="375" y="0"/>
                  </a:cubicBezTo>
                  <a:cubicBezTo>
                    <a:pt x="375" y="0"/>
                    <a:pt x="376" y="0"/>
                    <a:pt x="376" y="1"/>
                  </a:cubicBezTo>
                  <a:close/>
                  <a:moveTo>
                    <a:pt x="365" y="8"/>
                  </a:moveTo>
                  <a:cubicBezTo>
                    <a:pt x="365" y="9"/>
                    <a:pt x="365" y="10"/>
                    <a:pt x="364" y="10"/>
                  </a:cubicBezTo>
                  <a:cubicBezTo>
                    <a:pt x="364" y="10"/>
                    <a:pt x="364" y="10"/>
                    <a:pt x="364" y="10"/>
                  </a:cubicBezTo>
                  <a:cubicBezTo>
                    <a:pt x="364" y="10"/>
                    <a:pt x="363" y="10"/>
                    <a:pt x="362" y="10"/>
                  </a:cubicBezTo>
                  <a:cubicBezTo>
                    <a:pt x="362" y="10"/>
                    <a:pt x="362" y="10"/>
                    <a:pt x="362" y="10"/>
                  </a:cubicBezTo>
                  <a:cubicBezTo>
                    <a:pt x="362" y="9"/>
                    <a:pt x="362" y="8"/>
                    <a:pt x="363" y="8"/>
                  </a:cubicBezTo>
                  <a:cubicBezTo>
                    <a:pt x="363" y="8"/>
                    <a:pt x="363" y="8"/>
                    <a:pt x="363" y="8"/>
                  </a:cubicBezTo>
                  <a:cubicBezTo>
                    <a:pt x="363" y="8"/>
                    <a:pt x="363" y="8"/>
                    <a:pt x="363" y="8"/>
                  </a:cubicBezTo>
                  <a:cubicBezTo>
                    <a:pt x="363" y="8"/>
                    <a:pt x="363" y="8"/>
                    <a:pt x="363" y="8"/>
                  </a:cubicBezTo>
                  <a:cubicBezTo>
                    <a:pt x="364" y="8"/>
                    <a:pt x="364" y="8"/>
                    <a:pt x="365" y="8"/>
                  </a:cubicBezTo>
                  <a:close/>
                  <a:moveTo>
                    <a:pt x="353" y="16"/>
                  </a:moveTo>
                  <a:cubicBezTo>
                    <a:pt x="354" y="16"/>
                    <a:pt x="354" y="17"/>
                    <a:pt x="353" y="17"/>
                  </a:cubicBezTo>
                  <a:cubicBezTo>
                    <a:pt x="353" y="17"/>
                    <a:pt x="353" y="17"/>
                    <a:pt x="353" y="17"/>
                  </a:cubicBezTo>
                  <a:cubicBezTo>
                    <a:pt x="352" y="18"/>
                    <a:pt x="351" y="18"/>
                    <a:pt x="351" y="17"/>
                  </a:cubicBezTo>
                  <a:cubicBezTo>
                    <a:pt x="351" y="17"/>
                    <a:pt x="351" y="17"/>
                    <a:pt x="351" y="17"/>
                  </a:cubicBezTo>
                  <a:cubicBezTo>
                    <a:pt x="351" y="16"/>
                    <a:pt x="351" y="16"/>
                    <a:pt x="351" y="15"/>
                  </a:cubicBezTo>
                  <a:cubicBezTo>
                    <a:pt x="351" y="15"/>
                    <a:pt x="351" y="15"/>
                    <a:pt x="351" y="15"/>
                  </a:cubicBezTo>
                  <a:cubicBezTo>
                    <a:pt x="352" y="15"/>
                    <a:pt x="352" y="15"/>
                    <a:pt x="352" y="15"/>
                  </a:cubicBezTo>
                  <a:cubicBezTo>
                    <a:pt x="352" y="15"/>
                    <a:pt x="352" y="15"/>
                    <a:pt x="352" y="15"/>
                  </a:cubicBezTo>
                  <a:cubicBezTo>
                    <a:pt x="353" y="15"/>
                    <a:pt x="353" y="15"/>
                    <a:pt x="353" y="16"/>
                  </a:cubicBezTo>
                  <a:close/>
                  <a:moveTo>
                    <a:pt x="342" y="23"/>
                  </a:moveTo>
                  <a:cubicBezTo>
                    <a:pt x="342" y="24"/>
                    <a:pt x="342" y="24"/>
                    <a:pt x="342" y="25"/>
                  </a:cubicBezTo>
                  <a:cubicBezTo>
                    <a:pt x="342" y="25"/>
                    <a:pt x="342" y="25"/>
                    <a:pt x="342" y="25"/>
                  </a:cubicBezTo>
                  <a:cubicBezTo>
                    <a:pt x="341" y="25"/>
                    <a:pt x="340" y="25"/>
                    <a:pt x="340" y="24"/>
                  </a:cubicBezTo>
                  <a:cubicBezTo>
                    <a:pt x="340" y="24"/>
                    <a:pt x="340" y="24"/>
                    <a:pt x="340" y="24"/>
                  </a:cubicBezTo>
                  <a:cubicBezTo>
                    <a:pt x="339" y="24"/>
                    <a:pt x="340" y="23"/>
                    <a:pt x="340" y="23"/>
                  </a:cubicBezTo>
                  <a:cubicBezTo>
                    <a:pt x="340" y="23"/>
                    <a:pt x="340" y="23"/>
                    <a:pt x="340" y="23"/>
                  </a:cubicBezTo>
                  <a:cubicBezTo>
                    <a:pt x="340" y="22"/>
                    <a:pt x="341" y="22"/>
                    <a:pt x="341" y="22"/>
                  </a:cubicBezTo>
                  <a:cubicBezTo>
                    <a:pt x="341" y="22"/>
                    <a:pt x="341" y="22"/>
                    <a:pt x="341" y="22"/>
                  </a:cubicBezTo>
                  <a:cubicBezTo>
                    <a:pt x="341" y="22"/>
                    <a:pt x="342" y="23"/>
                    <a:pt x="342" y="23"/>
                  </a:cubicBezTo>
                  <a:close/>
                  <a:moveTo>
                    <a:pt x="331" y="30"/>
                  </a:moveTo>
                  <a:cubicBezTo>
                    <a:pt x="331" y="31"/>
                    <a:pt x="331" y="32"/>
                    <a:pt x="330" y="32"/>
                  </a:cubicBezTo>
                  <a:cubicBezTo>
                    <a:pt x="330" y="32"/>
                    <a:pt x="330" y="32"/>
                    <a:pt x="330" y="32"/>
                  </a:cubicBezTo>
                  <a:cubicBezTo>
                    <a:pt x="330" y="33"/>
                    <a:pt x="329" y="32"/>
                    <a:pt x="328" y="32"/>
                  </a:cubicBezTo>
                  <a:cubicBezTo>
                    <a:pt x="328" y="32"/>
                    <a:pt x="328" y="32"/>
                    <a:pt x="328" y="32"/>
                  </a:cubicBezTo>
                  <a:cubicBezTo>
                    <a:pt x="328" y="31"/>
                    <a:pt x="328" y="30"/>
                    <a:pt x="329" y="30"/>
                  </a:cubicBezTo>
                  <a:cubicBezTo>
                    <a:pt x="329" y="30"/>
                    <a:pt x="329" y="30"/>
                    <a:pt x="329" y="30"/>
                  </a:cubicBezTo>
                  <a:cubicBezTo>
                    <a:pt x="329" y="30"/>
                    <a:pt x="329" y="30"/>
                    <a:pt x="330" y="30"/>
                  </a:cubicBezTo>
                  <a:cubicBezTo>
                    <a:pt x="330" y="30"/>
                    <a:pt x="330" y="30"/>
                    <a:pt x="330" y="30"/>
                  </a:cubicBezTo>
                  <a:cubicBezTo>
                    <a:pt x="330" y="30"/>
                    <a:pt x="330" y="30"/>
                    <a:pt x="331" y="30"/>
                  </a:cubicBezTo>
                  <a:close/>
                  <a:moveTo>
                    <a:pt x="319" y="38"/>
                  </a:moveTo>
                  <a:cubicBezTo>
                    <a:pt x="320" y="38"/>
                    <a:pt x="320" y="39"/>
                    <a:pt x="319" y="40"/>
                  </a:cubicBezTo>
                  <a:cubicBezTo>
                    <a:pt x="319" y="40"/>
                    <a:pt x="319" y="40"/>
                    <a:pt x="319" y="40"/>
                  </a:cubicBezTo>
                  <a:cubicBezTo>
                    <a:pt x="318" y="40"/>
                    <a:pt x="318" y="40"/>
                    <a:pt x="317" y="39"/>
                  </a:cubicBezTo>
                  <a:cubicBezTo>
                    <a:pt x="317" y="39"/>
                    <a:pt x="317" y="39"/>
                    <a:pt x="317" y="39"/>
                  </a:cubicBezTo>
                  <a:cubicBezTo>
                    <a:pt x="317" y="39"/>
                    <a:pt x="317" y="38"/>
                    <a:pt x="318" y="37"/>
                  </a:cubicBezTo>
                  <a:cubicBezTo>
                    <a:pt x="318" y="37"/>
                    <a:pt x="318" y="37"/>
                    <a:pt x="318" y="37"/>
                  </a:cubicBezTo>
                  <a:cubicBezTo>
                    <a:pt x="318" y="37"/>
                    <a:pt x="318" y="37"/>
                    <a:pt x="318" y="37"/>
                  </a:cubicBezTo>
                  <a:cubicBezTo>
                    <a:pt x="318" y="37"/>
                    <a:pt x="318" y="37"/>
                    <a:pt x="318" y="37"/>
                  </a:cubicBezTo>
                  <a:cubicBezTo>
                    <a:pt x="319" y="37"/>
                    <a:pt x="319" y="37"/>
                    <a:pt x="319" y="38"/>
                  </a:cubicBezTo>
                  <a:close/>
                  <a:moveTo>
                    <a:pt x="308" y="45"/>
                  </a:moveTo>
                  <a:cubicBezTo>
                    <a:pt x="308" y="46"/>
                    <a:pt x="308" y="46"/>
                    <a:pt x="308" y="47"/>
                  </a:cubicBezTo>
                  <a:cubicBezTo>
                    <a:pt x="308" y="47"/>
                    <a:pt x="308" y="47"/>
                    <a:pt x="308" y="47"/>
                  </a:cubicBezTo>
                  <a:cubicBezTo>
                    <a:pt x="307" y="47"/>
                    <a:pt x="306" y="47"/>
                    <a:pt x="306" y="47"/>
                  </a:cubicBezTo>
                  <a:cubicBezTo>
                    <a:pt x="306" y="47"/>
                    <a:pt x="306" y="47"/>
                    <a:pt x="306" y="47"/>
                  </a:cubicBezTo>
                  <a:cubicBezTo>
                    <a:pt x="305" y="46"/>
                    <a:pt x="306" y="45"/>
                    <a:pt x="306" y="45"/>
                  </a:cubicBezTo>
                  <a:cubicBezTo>
                    <a:pt x="306" y="45"/>
                    <a:pt x="306" y="45"/>
                    <a:pt x="306" y="45"/>
                  </a:cubicBezTo>
                  <a:cubicBezTo>
                    <a:pt x="306" y="45"/>
                    <a:pt x="307" y="44"/>
                    <a:pt x="307" y="44"/>
                  </a:cubicBezTo>
                  <a:cubicBezTo>
                    <a:pt x="307" y="44"/>
                    <a:pt x="307" y="44"/>
                    <a:pt x="307" y="44"/>
                  </a:cubicBezTo>
                  <a:cubicBezTo>
                    <a:pt x="307" y="44"/>
                    <a:pt x="308" y="45"/>
                    <a:pt x="308" y="45"/>
                  </a:cubicBezTo>
                  <a:close/>
                  <a:moveTo>
                    <a:pt x="297" y="52"/>
                  </a:moveTo>
                  <a:cubicBezTo>
                    <a:pt x="297" y="53"/>
                    <a:pt x="297" y="54"/>
                    <a:pt x="296" y="54"/>
                  </a:cubicBezTo>
                  <a:cubicBezTo>
                    <a:pt x="296" y="54"/>
                    <a:pt x="296" y="54"/>
                    <a:pt x="296" y="54"/>
                  </a:cubicBezTo>
                  <a:cubicBezTo>
                    <a:pt x="296" y="55"/>
                    <a:pt x="295" y="54"/>
                    <a:pt x="294" y="54"/>
                  </a:cubicBezTo>
                  <a:cubicBezTo>
                    <a:pt x="294" y="54"/>
                    <a:pt x="294" y="54"/>
                    <a:pt x="294" y="54"/>
                  </a:cubicBezTo>
                  <a:cubicBezTo>
                    <a:pt x="294" y="53"/>
                    <a:pt x="294" y="52"/>
                    <a:pt x="295" y="52"/>
                  </a:cubicBezTo>
                  <a:cubicBezTo>
                    <a:pt x="295" y="52"/>
                    <a:pt x="295" y="52"/>
                    <a:pt x="295" y="52"/>
                  </a:cubicBezTo>
                  <a:cubicBezTo>
                    <a:pt x="295" y="52"/>
                    <a:pt x="295" y="52"/>
                    <a:pt x="296" y="52"/>
                  </a:cubicBezTo>
                  <a:cubicBezTo>
                    <a:pt x="296" y="52"/>
                    <a:pt x="296" y="52"/>
                    <a:pt x="296" y="52"/>
                  </a:cubicBezTo>
                  <a:cubicBezTo>
                    <a:pt x="296" y="52"/>
                    <a:pt x="296" y="52"/>
                    <a:pt x="297" y="52"/>
                  </a:cubicBezTo>
                  <a:close/>
                  <a:moveTo>
                    <a:pt x="285" y="60"/>
                  </a:moveTo>
                  <a:cubicBezTo>
                    <a:pt x="286" y="60"/>
                    <a:pt x="286" y="61"/>
                    <a:pt x="285" y="62"/>
                  </a:cubicBezTo>
                  <a:cubicBezTo>
                    <a:pt x="285" y="62"/>
                    <a:pt x="285" y="62"/>
                    <a:pt x="285" y="62"/>
                  </a:cubicBezTo>
                  <a:cubicBezTo>
                    <a:pt x="284" y="62"/>
                    <a:pt x="284" y="62"/>
                    <a:pt x="283" y="61"/>
                  </a:cubicBezTo>
                  <a:cubicBezTo>
                    <a:pt x="283" y="61"/>
                    <a:pt x="283" y="61"/>
                    <a:pt x="283" y="61"/>
                  </a:cubicBezTo>
                  <a:cubicBezTo>
                    <a:pt x="283" y="61"/>
                    <a:pt x="283" y="60"/>
                    <a:pt x="284" y="59"/>
                  </a:cubicBezTo>
                  <a:cubicBezTo>
                    <a:pt x="284" y="59"/>
                    <a:pt x="284" y="59"/>
                    <a:pt x="284" y="59"/>
                  </a:cubicBezTo>
                  <a:cubicBezTo>
                    <a:pt x="284" y="59"/>
                    <a:pt x="284" y="59"/>
                    <a:pt x="284" y="59"/>
                  </a:cubicBezTo>
                  <a:cubicBezTo>
                    <a:pt x="284" y="59"/>
                    <a:pt x="284" y="59"/>
                    <a:pt x="284" y="59"/>
                  </a:cubicBezTo>
                  <a:cubicBezTo>
                    <a:pt x="285" y="59"/>
                    <a:pt x="285" y="59"/>
                    <a:pt x="285" y="60"/>
                  </a:cubicBezTo>
                  <a:close/>
                  <a:moveTo>
                    <a:pt x="274" y="67"/>
                  </a:moveTo>
                  <a:cubicBezTo>
                    <a:pt x="275" y="68"/>
                    <a:pt x="274" y="69"/>
                    <a:pt x="274" y="69"/>
                  </a:cubicBezTo>
                  <a:cubicBezTo>
                    <a:pt x="274" y="69"/>
                    <a:pt x="274" y="69"/>
                    <a:pt x="274" y="69"/>
                  </a:cubicBezTo>
                  <a:cubicBezTo>
                    <a:pt x="273" y="69"/>
                    <a:pt x="272" y="69"/>
                    <a:pt x="272" y="69"/>
                  </a:cubicBezTo>
                  <a:cubicBezTo>
                    <a:pt x="272" y="69"/>
                    <a:pt x="272" y="69"/>
                    <a:pt x="272" y="69"/>
                  </a:cubicBezTo>
                  <a:cubicBezTo>
                    <a:pt x="271" y="68"/>
                    <a:pt x="272" y="67"/>
                    <a:pt x="272" y="67"/>
                  </a:cubicBezTo>
                  <a:cubicBezTo>
                    <a:pt x="272" y="67"/>
                    <a:pt x="272" y="67"/>
                    <a:pt x="272" y="67"/>
                  </a:cubicBezTo>
                  <a:cubicBezTo>
                    <a:pt x="272" y="67"/>
                    <a:pt x="273" y="67"/>
                    <a:pt x="273" y="67"/>
                  </a:cubicBezTo>
                  <a:cubicBezTo>
                    <a:pt x="273" y="67"/>
                    <a:pt x="273" y="67"/>
                    <a:pt x="273" y="67"/>
                  </a:cubicBezTo>
                  <a:cubicBezTo>
                    <a:pt x="273" y="67"/>
                    <a:pt x="274" y="67"/>
                    <a:pt x="274" y="67"/>
                  </a:cubicBezTo>
                  <a:close/>
                  <a:moveTo>
                    <a:pt x="263" y="75"/>
                  </a:moveTo>
                  <a:cubicBezTo>
                    <a:pt x="263" y="75"/>
                    <a:pt x="263" y="76"/>
                    <a:pt x="262" y="76"/>
                  </a:cubicBezTo>
                  <a:cubicBezTo>
                    <a:pt x="262" y="76"/>
                    <a:pt x="262" y="76"/>
                    <a:pt x="262" y="76"/>
                  </a:cubicBezTo>
                  <a:cubicBezTo>
                    <a:pt x="262" y="77"/>
                    <a:pt x="261" y="77"/>
                    <a:pt x="261" y="76"/>
                  </a:cubicBezTo>
                  <a:cubicBezTo>
                    <a:pt x="261" y="76"/>
                    <a:pt x="261" y="76"/>
                    <a:pt x="261" y="76"/>
                  </a:cubicBezTo>
                  <a:cubicBezTo>
                    <a:pt x="260" y="75"/>
                    <a:pt x="260" y="75"/>
                    <a:pt x="261" y="74"/>
                  </a:cubicBezTo>
                  <a:cubicBezTo>
                    <a:pt x="261" y="74"/>
                    <a:pt x="261" y="74"/>
                    <a:pt x="261" y="74"/>
                  </a:cubicBezTo>
                  <a:cubicBezTo>
                    <a:pt x="261" y="74"/>
                    <a:pt x="261" y="74"/>
                    <a:pt x="262" y="74"/>
                  </a:cubicBezTo>
                  <a:cubicBezTo>
                    <a:pt x="262" y="74"/>
                    <a:pt x="262" y="74"/>
                    <a:pt x="262" y="74"/>
                  </a:cubicBezTo>
                  <a:cubicBezTo>
                    <a:pt x="262" y="74"/>
                    <a:pt x="263" y="74"/>
                    <a:pt x="263" y="75"/>
                  </a:cubicBezTo>
                  <a:close/>
                  <a:moveTo>
                    <a:pt x="251" y="82"/>
                  </a:moveTo>
                  <a:cubicBezTo>
                    <a:pt x="252" y="83"/>
                    <a:pt x="252" y="83"/>
                    <a:pt x="251" y="84"/>
                  </a:cubicBezTo>
                  <a:cubicBezTo>
                    <a:pt x="251" y="84"/>
                    <a:pt x="251" y="84"/>
                    <a:pt x="251" y="84"/>
                  </a:cubicBezTo>
                  <a:cubicBezTo>
                    <a:pt x="250" y="84"/>
                    <a:pt x="250" y="84"/>
                    <a:pt x="249" y="83"/>
                  </a:cubicBezTo>
                  <a:cubicBezTo>
                    <a:pt x="249" y="83"/>
                    <a:pt x="249" y="83"/>
                    <a:pt x="249" y="83"/>
                  </a:cubicBezTo>
                  <a:cubicBezTo>
                    <a:pt x="249" y="83"/>
                    <a:pt x="249" y="82"/>
                    <a:pt x="250" y="81"/>
                  </a:cubicBezTo>
                  <a:cubicBezTo>
                    <a:pt x="250" y="81"/>
                    <a:pt x="250" y="81"/>
                    <a:pt x="250" y="81"/>
                  </a:cubicBezTo>
                  <a:cubicBezTo>
                    <a:pt x="250" y="81"/>
                    <a:pt x="250" y="81"/>
                    <a:pt x="250" y="81"/>
                  </a:cubicBezTo>
                  <a:cubicBezTo>
                    <a:pt x="250" y="81"/>
                    <a:pt x="250" y="81"/>
                    <a:pt x="250" y="81"/>
                  </a:cubicBezTo>
                  <a:cubicBezTo>
                    <a:pt x="251" y="81"/>
                    <a:pt x="251" y="81"/>
                    <a:pt x="251" y="82"/>
                  </a:cubicBezTo>
                  <a:close/>
                  <a:moveTo>
                    <a:pt x="240" y="89"/>
                  </a:moveTo>
                  <a:cubicBezTo>
                    <a:pt x="241" y="90"/>
                    <a:pt x="240" y="91"/>
                    <a:pt x="240" y="91"/>
                  </a:cubicBezTo>
                  <a:cubicBezTo>
                    <a:pt x="240" y="91"/>
                    <a:pt x="240" y="91"/>
                    <a:pt x="240" y="91"/>
                  </a:cubicBezTo>
                  <a:cubicBezTo>
                    <a:pt x="239" y="92"/>
                    <a:pt x="238" y="91"/>
                    <a:pt x="238" y="91"/>
                  </a:cubicBezTo>
                  <a:cubicBezTo>
                    <a:pt x="238" y="91"/>
                    <a:pt x="238" y="91"/>
                    <a:pt x="238" y="91"/>
                  </a:cubicBezTo>
                  <a:cubicBezTo>
                    <a:pt x="238" y="90"/>
                    <a:pt x="238" y="89"/>
                    <a:pt x="238" y="89"/>
                  </a:cubicBezTo>
                  <a:cubicBezTo>
                    <a:pt x="238" y="89"/>
                    <a:pt x="238" y="89"/>
                    <a:pt x="238" y="89"/>
                  </a:cubicBezTo>
                  <a:cubicBezTo>
                    <a:pt x="239" y="89"/>
                    <a:pt x="239" y="89"/>
                    <a:pt x="239" y="89"/>
                  </a:cubicBezTo>
                  <a:cubicBezTo>
                    <a:pt x="239" y="89"/>
                    <a:pt x="239" y="89"/>
                    <a:pt x="239" y="89"/>
                  </a:cubicBezTo>
                  <a:cubicBezTo>
                    <a:pt x="239" y="89"/>
                    <a:pt x="240" y="89"/>
                    <a:pt x="240" y="89"/>
                  </a:cubicBezTo>
                  <a:close/>
                  <a:moveTo>
                    <a:pt x="229" y="97"/>
                  </a:moveTo>
                  <a:cubicBezTo>
                    <a:pt x="229" y="97"/>
                    <a:pt x="229" y="98"/>
                    <a:pt x="228" y="98"/>
                  </a:cubicBezTo>
                  <a:cubicBezTo>
                    <a:pt x="228" y="98"/>
                    <a:pt x="228" y="98"/>
                    <a:pt x="228" y="98"/>
                  </a:cubicBezTo>
                  <a:cubicBezTo>
                    <a:pt x="228" y="99"/>
                    <a:pt x="227" y="99"/>
                    <a:pt x="227" y="98"/>
                  </a:cubicBezTo>
                  <a:cubicBezTo>
                    <a:pt x="227" y="98"/>
                    <a:pt x="227" y="98"/>
                    <a:pt x="227" y="98"/>
                  </a:cubicBezTo>
                  <a:cubicBezTo>
                    <a:pt x="226" y="97"/>
                    <a:pt x="226" y="97"/>
                    <a:pt x="227" y="96"/>
                  </a:cubicBezTo>
                  <a:cubicBezTo>
                    <a:pt x="227" y="96"/>
                    <a:pt x="227" y="96"/>
                    <a:pt x="227" y="96"/>
                  </a:cubicBezTo>
                  <a:cubicBezTo>
                    <a:pt x="227" y="96"/>
                    <a:pt x="228" y="96"/>
                    <a:pt x="228" y="96"/>
                  </a:cubicBezTo>
                  <a:cubicBezTo>
                    <a:pt x="228" y="96"/>
                    <a:pt x="228" y="96"/>
                    <a:pt x="228" y="96"/>
                  </a:cubicBezTo>
                  <a:cubicBezTo>
                    <a:pt x="228" y="96"/>
                    <a:pt x="229" y="96"/>
                    <a:pt x="229" y="97"/>
                  </a:cubicBezTo>
                  <a:close/>
                  <a:moveTo>
                    <a:pt x="218" y="104"/>
                  </a:moveTo>
                  <a:cubicBezTo>
                    <a:pt x="218" y="105"/>
                    <a:pt x="218" y="105"/>
                    <a:pt x="217" y="106"/>
                  </a:cubicBezTo>
                  <a:cubicBezTo>
                    <a:pt x="217" y="106"/>
                    <a:pt x="217" y="106"/>
                    <a:pt x="217" y="106"/>
                  </a:cubicBezTo>
                  <a:cubicBezTo>
                    <a:pt x="217" y="106"/>
                    <a:pt x="216" y="106"/>
                    <a:pt x="215" y="105"/>
                  </a:cubicBezTo>
                  <a:cubicBezTo>
                    <a:pt x="215" y="105"/>
                    <a:pt x="215" y="105"/>
                    <a:pt x="215" y="105"/>
                  </a:cubicBezTo>
                  <a:cubicBezTo>
                    <a:pt x="215" y="105"/>
                    <a:pt x="215" y="104"/>
                    <a:pt x="216" y="104"/>
                  </a:cubicBezTo>
                  <a:cubicBezTo>
                    <a:pt x="216" y="104"/>
                    <a:pt x="216" y="104"/>
                    <a:pt x="216" y="104"/>
                  </a:cubicBezTo>
                  <a:cubicBezTo>
                    <a:pt x="216" y="103"/>
                    <a:pt x="216" y="103"/>
                    <a:pt x="216" y="103"/>
                  </a:cubicBezTo>
                  <a:cubicBezTo>
                    <a:pt x="216" y="103"/>
                    <a:pt x="216" y="103"/>
                    <a:pt x="216" y="103"/>
                  </a:cubicBezTo>
                  <a:cubicBezTo>
                    <a:pt x="217" y="103"/>
                    <a:pt x="217" y="104"/>
                    <a:pt x="218" y="104"/>
                  </a:cubicBezTo>
                  <a:close/>
                  <a:moveTo>
                    <a:pt x="206" y="111"/>
                  </a:moveTo>
                  <a:cubicBezTo>
                    <a:pt x="207" y="112"/>
                    <a:pt x="206" y="113"/>
                    <a:pt x="206" y="113"/>
                  </a:cubicBezTo>
                  <a:cubicBezTo>
                    <a:pt x="206" y="113"/>
                    <a:pt x="206" y="113"/>
                    <a:pt x="206" y="113"/>
                  </a:cubicBezTo>
                  <a:cubicBezTo>
                    <a:pt x="205" y="114"/>
                    <a:pt x="204" y="113"/>
                    <a:pt x="204" y="113"/>
                  </a:cubicBezTo>
                  <a:cubicBezTo>
                    <a:pt x="204" y="113"/>
                    <a:pt x="204" y="113"/>
                    <a:pt x="204" y="113"/>
                  </a:cubicBezTo>
                  <a:cubicBezTo>
                    <a:pt x="204" y="112"/>
                    <a:pt x="204" y="111"/>
                    <a:pt x="204" y="111"/>
                  </a:cubicBezTo>
                  <a:cubicBezTo>
                    <a:pt x="204" y="111"/>
                    <a:pt x="204" y="111"/>
                    <a:pt x="204" y="111"/>
                  </a:cubicBezTo>
                  <a:cubicBezTo>
                    <a:pt x="205" y="111"/>
                    <a:pt x="205" y="111"/>
                    <a:pt x="205" y="111"/>
                  </a:cubicBezTo>
                  <a:cubicBezTo>
                    <a:pt x="205" y="111"/>
                    <a:pt x="205" y="111"/>
                    <a:pt x="205" y="111"/>
                  </a:cubicBezTo>
                  <a:cubicBezTo>
                    <a:pt x="206" y="111"/>
                    <a:pt x="206" y="111"/>
                    <a:pt x="206" y="111"/>
                  </a:cubicBezTo>
                  <a:close/>
                  <a:moveTo>
                    <a:pt x="195" y="119"/>
                  </a:moveTo>
                  <a:cubicBezTo>
                    <a:pt x="195" y="119"/>
                    <a:pt x="195" y="120"/>
                    <a:pt x="195" y="121"/>
                  </a:cubicBezTo>
                  <a:cubicBezTo>
                    <a:pt x="195" y="121"/>
                    <a:pt x="195" y="121"/>
                    <a:pt x="195" y="121"/>
                  </a:cubicBezTo>
                  <a:cubicBezTo>
                    <a:pt x="194" y="121"/>
                    <a:pt x="193" y="121"/>
                    <a:pt x="193" y="120"/>
                  </a:cubicBezTo>
                  <a:cubicBezTo>
                    <a:pt x="193" y="120"/>
                    <a:pt x="193" y="120"/>
                    <a:pt x="193" y="120"/>
                  </a:cubicBezTo>
                  <a:cubicBezTo>
                    <a:pt x="192" y="120"/>
                    <a:pt x="192" y="119"/>
                    <a:pt x="193" y="118"/>
                  </a:cubicBezTo>
                  <a:cubicBezTo>
                    <a:pt x="193" y="118"/>
                    <a:pt x="193" y="118"/>
                    <a:pt x="193" y="118"/>
                  </a:cubicBezTo>
                  <a:cubicBezTo>
                    <a:pt x="193" y="118"/>
                    <a:pt x="194" y="118"/>
                    <a:pt x="194" y="118"/>
                  </a:cubicBezTo>
                  <a:cubicBezTo>
                    <a:pt x="194" y="118"/>
                    <a:pt x="194" y="118"/>
                    <a:pt x="194" y="118"/>
                  </a:cubicBezTo>
                  <a:cubicBezTo>
                    <a:pt x="194" y="118"/>
                    <a:pt x="195" y="118"/>
                    <a:pt x="195" y="119"/>
                  </a:cubicBezTo>
                  <a:close/>
                  <a:moveTo>
                    <a:pt x="184" y="126"/>
                  </a:moveTo>
                  <a:cubicBezTo>
                    <a:pt x="184" y="127"/>
                    <a:pt x="184" y="128"/>
                    <a:pt x="183" y="128"/>
                  </a:cubicBezTo>
                  <a:cubicBezTo>
                    <a:pt x="183" y="128"/>
                    <a:pt x="183" y="128"/>
                    <a:pt x="183" y="128"/>
                  </a:cubicBezTo>
                  <a:cubicBezTo>
                    <a:pt x="183" y="128"/>
                    <a:pt x="182" y="128"/>
                    <a:pt x="181" y="128"/>
                  </a:cubicBezTo>
                  <a:cubicBezTo>
                    <a:pt x="181" y="128"/>
                    <a:pt x="181" y="128"/>
                    <a:pt x="181" y="128"/>
                  </a:cubicBezTo>
                  <a:cubicBezTo>
                    <a:pt x="181" y="127"/>
                    <a:pt x="181" y="126"/>
                    <a:pt x="182" y="126"/>
                  </a:cubicBezTo>
                  <a:cubicBezTo>
                    <a:pt x="182" y="126"/>
                    <a:pt x="182" y="126"/>
                    <a:pt x="182" y="126"/>
                  </a:cubicBezTo>
                  <a:cubicBezTo>
                    <a:pt x="182" y="126"/>
                    <a:pt x="182" y="125"/>
                    <a:pt x="183" y="125"/>
                  </a:cubicBezTo>
                  <a:cubicBezTo>
                    <a:pt x="183" y="125"/>
                    <a:pt x="183" y="125"/>
                    <a:pt x="183" y="125"/>
                  </a:cubicBezTo>
                  <a:cubicBezTo>
                    <a:pt x="183" y="125"/>
                    <a:pt x="183" y="126"/>
                    <a:pt x="184" y="126"/>
                  </a:cubicBezTo>
                  <a:close/>
                  <a:moveTo>
                    <a:pt x="172" y="133"/>
                  </a:moveTo>
                  <a:cubicBezTo>
                    <a:pt x="173" y="134"/>
                    <a:pt x="173" y="135"/>
                    <a:pt x="172" y="135"/>
                  </a:cubicBezTo>
                  <a:cubicBezTo>
                    <a:pt x="172" y="135"/>
                    <a:pt x="172" y="135"/>
                    <a:pt x="172" y="135"/>
                  </a:cubicBezTo>
                  <a:cubicBezTo>
                    <a:pt x="171" y="136"/>
                    <a:pt x="171" y="136"/>
                    <a:pt x="170" y="135"/>
                  </a:cubicBezTo>
                  <a:cubicBezTo>
                    <a:pt x="170" y="135"/>
                    <a:pt x="170" y="135"/>
                    <a:pt x="170" y="135"/>
                  </a:cubicBezTo>
                  <a:cubicBezTo>
                    <a:pt x="170" y="134"/>
                    <a:pt x="170" y="133"/>
                    <a:pt x="170" y="133"/>
                  </a:cubicBezTo>
                  <a:cubicBezTo>
                    <a:pt x="170" y="133"/>
                    <a:pt x="170" y="133"/>
                    <a:pt x="170" y="133"/>
                  </a:cubicBezTo>
                  <a:cubicBezTo>
                    <a:pt x="171" y="133"/>
                    <a:pt x="171" y="133"/>
                    <a:pt x="171" y="133"/>
                  </a:cubicBezTo>
                  <a:cubicBezTo>
                    <a:pt x="171" y="133"/>
                    <a:pt x="171" y="133"/>
                    <a:pt x="171" y="133"/>
                  </a:cubicBezTo>
                  <a:cubicBezTo>
                    <a:pt x="172" y="133"/>
                    <a:pt x="172" y="133"/>
                    <a:pt x="172" y="133"/>
                  </a:cubicBezTo>
                  <a:close/>
                  <a:moveTo>
                    <a:pt x="161" y="141"/>
                  </a:moveTo>
                  <a:cubicBezTo>
                    <a:pt x="161" y="141"/>
                    <a:pt x="161" y="142"/>
                    <a:pt x="161" y="143"/>
                  </a:cubicBezTo>
                  <a:cubicBezTo>
                    <a:pt x="161" y="143"/>
                    <a:pt x="161" y="143"/>
                    <a:pt x="161" y="143"/>
                  </a:cubicBezTo>
                  <a:cubicBezTo>
                    <a:pt x="160" y="143"/>
                    <a:pt x="159" y="143"/>
                    <a:pt x="159" y="142"/>
                  </a:cubicBezTo>
                  <a:cubicBezTo>
                    <a:pt x="159" y="142"/>
                    <a:pt x="159" y="142"/>
                    <a:pt x="159" y="142"/>
                  </a:cubicBezTo>
                  <a:cubicBezTo>
                    <a:pt x="158" y="142"/>
                    <a:pt x="159" y="141"/>
                    <a:pt x="159" y="140"/>
                  </a:cubicBezTo>
                  <a:cubicBezTo>
                    <a:pt x="159" y="140"/>
                    <a:pt x="159" y="140"/>
                    <a:pt x="159" y="140"/>
                  </a:cubicBezTo>
                  <a:cubicBezTo>
                    <a:pt x="159" y="140"/>
                    <a:pt x="160" y="140"/>
                    <a:pt x="160" y="140"/>
                  </a:cubicBezTo>
                  <a:cubicBezTo>
                    <a:pt x="160" y="140"/>
                    <a:pt x="160" y="140"/>
                    <a:pt x="160" y="140"/>
                  </a:cubicBezTo>
                  <a:cubicBezTo>
                    <a:pt x="160" y="140"/>
                    <a:pt x="161" y="140"/>
                    <a:pt x="161" y="141"/>
                  </a:cubicBezTo>
                  <a:close/>
                  <a:moveTo>
                    <a:pt x="150" y="148"/>
                  </a:moveTo>
                  <a:cubicBezTo>
                    <a:pt x="150" y="149"/>
                    <a:pt x="150" y="150"/>
                    <a:pt x="149" y="150"/>
                  </a:cubicBezTo>
                  <a:cubicBezTo>
                    <a:pt x="149" y="150"/>
                    <a:pt x="149" y="150"/>
                    <a:pt x="149" y="150"/>
                  </a:cubicBezTo>
                  <a:cubicBezTo>
                    <a:pt x="149" y="150"/>
                    <a:pt x="148" y="150"/>
                    <a:pt x="147" y="150"/>
                  </a:cubicBezTo>
                  <a:cubicBezTo>
                    <a:pt x="147" y="150"/>
                    <a:pt x="147" y="150"/>
                    <a:pt x="147" y="150"/>
                  </a:cubicBezTo>
                  <a:cubicBezTo>
                    <a:pt x="147" y="149"/>
                    <a:pt x="147" y="148"/>
                    <a:pt x="148" y="148"/>
                  </a:cubicBezTo>
                  <a:cubicBezTo>
                    <a:pt x="148" y="148"/>
                    <a:pt x="148" y="148"/>
                    <a:pt x="148" y="148"/>
                  </a:cubicBezTo>
                  <a:cubicBezTo>
                    <a:pt x="148" y="148"/>
                    <a:pt x="148" y="148"/>
                    <a:pt x="149" y="148"/>
                  </a:cubicBezTo>
                  <a:cubicBezTo>
                    <a:pt x="149" y="148"/>
                    <a:pt x="149" y="148"/>
                    <a:pt x="149" y="148"/>
                  </a:cubicBezTo>
                  <a:cubicBezTo>
                    <a:pt x="149" y="148"/>
                    <a:pt x="149" y="148"/>
                    <a:pt x="150" y="148"/>
                  </a:cubicBezTo>
                  <a:close/>
                  <a:moveTo>
                    <a:pt x="138" y="156"/>
                  </a:moveTo>
                  <a:cubicBezTo>
                    <a:pt x="139" y="156"/>
                    <a:pt x="139" y="157"/>
                    <a:pt x="138" y="157"/>
                  </a:cubicBezTo>
                  <a:cubicBezTo>
                    <a:pt x="138" y="157"/>
                    <a:pt x="138" y="157"/>
                    <a:pt x="138" y="157"/>
                  </a:cubicBezTo>
                  <a:cubicBezTo>
                    <a:pt x="137" y="158"/>
                    <a:pt x="137" y="158"/>
                    <a:pt x="136" y="157"/>
                  </a:cubicBezTo>
                  <a:cubicBezTo>
                    <a:pt x="136" y="157"/>
                    <a:pt x="136" y="157"/>
                    <a:pt x="136" y="157"/>
                  </a:cubicBezTo>
                  <a:cubicBezTo>
                    <a:pt x="136" y="156"/>
                    <a:pt x="136" y="156"/>
                    <a:pt x="137" y="155"/>
                  </a:cubicBezTo>
                  <a:cubicBezTo>
                    <a:pt x="137" y="155"/>
                    <a:pt x="137" y="155"/>
                    <a:pt x="137" y="155"/>
                  </a:cubicBezTo>
                  <a:cubicBezTo>
                    <a:pt x="137" y="155"/>
                    <a:pt x="137" y="155"/>
                    <a:pt x="137" y="155"/>
                  </a:cubicBezTo>
                  <a:cubicBezTo>
                    <a:pt x="137" y="155"/>
                    <a:pt x="137" y="155"/>
                    <a:pt x="137" y="155"/>
                  </a:cubicBezTo>
                  <a:cubicBezTo>
                    <a:pt x="138" y="155"/>
                    <a:pt x="138" y="155"/>
                    <a:pt x="138" y="156"/>
                  </a:cubicBezTo>
                  <a:close/>
                  <a:moveTo>
                    <a:pt x="127" y="163"/>
                  </a:moveTo>
                  <a:cubicBezTo>
                    <a:pt x="127" y="164"/>
                    <a:pt x="127" y="164"/>
                    <a:pt x="127" y="165"/>
                  </a:cubicBezTo>
                  <a:cubicBezTo>
                    <a:pt x="127" y="165"/>
                    <a:pt x="127" y="165"/>
                    <a:pt x="127" y="165"/>
                  </a:cubicBezTo>
                  <a:cubicBezTo>
                    <a:pt x="126" y="165"/>
                    <a:pt x="125" y="165"/>
                    <a:pt x="125" y="164"/>
                  </a:cubicBezTo>
                  <a:cubicBezTo>
                    <a:pt x="125" y="164"/>
                    <a:pt x="125" y="164"/>
                    <a:pt x="125" y="164"/>
                  </a:cubicBezTo>
                  <a:cubicBezTo>
                    <a:pt x="124" y="164"/>
                    <a:pt x="125" y="163"/>
                    <a:pt x="125" y="163"/>
                  </a:cubicBezTo>
                  <a:cubicBezTo>
                    <a:pt x="125" y="163"/>
                    <a:pt x="125" y="163"/>
                    <a:pt x="125" y="163"/>
                  </a:cubicBezTo>
                  <a:cubicBezTo>
                    <a:pt x="125" y="162"/>
                    <a:pt x="126" y="162"/>
                    <a:pt x="126" y="162"/>
                  </a:cubicBezTo>
                  <a:cubicBezTo>
                    <a:pt x="126" y="162"/>
                    <a:pt x="126" y="162"/>
                    <a:pt x="126" y="162"/>
                  </a:cubicBezTo>
                  <a:cubicBezTo>
                    <a:pt x="126" y="162"/>
                    <a:pt x="127" y="163"/>
                    <a:pt x="127" y="163"/>
                  </a:cubicBezTo>
                  <a:close/>
                  <a:moveTo>
                    <a:pt x="116" y="170"/>
                  </a:moveTo>
                  <a:cubicBezTo>
                    <a:pt x="116" y="171"/>
                    <a:pt x="116" y="172"/>
                    <a:pt x="115" y="172"/>
                  </a:cubicBezTo>
                  <a:cubicBezTo>
                    <a:pt x="115" y="172"/>
                    <a:pt x="115" y="172"/>
                    <a:pt x="115" y="172"/>
                  </a:cubicBezTo>
                  <a:cubicBezTo>
                    <a:pt x="115" y="173"/>
                    <a:pt x="114" y="172"/>
                    <a:pt x="114" y="172"/>
                  </a:cubicBezTo>
                  <a:cubicBezTo>
                    <a:pt x="114" y="172"/>
                    <a:pt x="114" y="172"/>
                    <a:pt x="114" y="172"/>
                  </a:cubicBezTo>
                  <a:cubicBezTo>
                    <a:pt x="113" y="171"/>
                    <a:pt x="113" y="170"/>
                    <a:pt x="114" y="170"/>
                  </a:cubicBezTo>
                  <a:cubicBezTo>
                    <a:pt x="114" y="170"/>
                    <a:pt x="114" y="170"/>
                    <a:pt x="114" y="170"/>
                  </a:cubicBezTo>
                  <a:cubicBezTo>
                    <a:pt x="114" y="170"/>
                    <a:pt x="114" y="170"/>
                    <a:pt x="115" y="170"/>
                  </a:cubicBezTo>
                  <a:cubicBezTo>
                    <a:pt x="115" y="170"/>
                    <a:pt x="115" y="170"/>
                    <a:pt x="115" y="170"/>
                  </a:cubicBezTo>
                  <a:cubicBezTo>
                    <a:pt x="115" y="170"/>
                    <a:pt x="116" y="170"/>
                    <a:pt x="116" y="170"/>
                  </a:cubicBezTo>
                  <a:close/>
                  <a:moveTo>
                    <a:pt x="104" y="178"/>
                  </a:moveTo>
                  <a:cubicBezTo>
                    <a:pt x="105" y="178"/>
                    <a:pt x="105" y="179"/>
                    <a:pt x="104" y="179"/>
                  </a:cubicBezTo>
                  <a:cubicBezTo>
                    <a:pt x="104" y="179"/>
                    <a:pt x="104" y="179"/>
                    <a:pt x="104" y="179"/>
                  </a:cubicBezTo>
                  <a:cubicBezTo>
                    <a:pt x="103" y="180"/>
                    <a:pt x="103" y="180"/>
                    <a:pt x="102" y="179"/>
                  </a:cubicBezTo>
                  <a:cubicBezTo>
                    <a:pt x="102" y="179"/>
                    <a:pt x="102" y="179"/>
                    <a:pt x="102" y="179"/>
                  </a:cubicBezTo>
                  <a:cubicBezTo>
                    <a:pt x="102" y="178"/>
                    <a:pt x="102" y="178"/>
                    <a:pt x="103" y="177"/>
                  </a:cubicBezTo>
                  <a:cubicBezTo>
                    <a:pt x="103" y="177"/>
                    <a:pt x="103" y="177"/>
                    <a:pt x="103" y="177"/>
                  </a:cubicBezTo>
                  <a:cubicBezTo>
                    <a:pt x="103" y="177"/>
                    <a:pt x="103" y="177"/>
                    <a:pt x="103" y="177"/>
                  </a:cubicBezTo>
                  <a:cubicBezTo>
                    <a:pt x="103" y="177"/>
                    <a:pt x="103" y="177"/>
                    <a:pt x="103" y="177"/>
                  </a:cubicBezTo>
                  <a:cubicBezTo>
                    <a:pt x="104" y="177"/>
                    <a:pt x="104" y="177"/>
                    <a:pt x="104" y="178"/>
                  </a:cubicBezTo>
                  <a:close/>
                  <a:moveTo>
                    <a:pt x="93" y="185"/>
                  </a:moveTo>
                  <a:cubicBezTo>
                    <a:pt x="94" y="186"/>
                    <a:pt x="93" y="186"/>
                    <a:pt x="93" y="187"/>
                  </a:cubicBezTo>
                  <a:cubicBezTo>
                    <a:pt x="93" y="187"/>
                    <a:pt x="93" y="187"/>
                    <a:pt x="93" y="187"/>
                  </a:cubicBezTo>
                  <a:cubicBezTo>
                    <a:pt x="92" y="187"/>
                    <a:pt x="91" y="187"/>
                    <a:pt x="91" y="186"/>
                  </a:cubicBezTo>
                  <a:cubicBezTo>
                    <a:pt x="91" y="186"/>
                    <a:pt x="91" y="186"/>
                    <a:pt x="91" y="186"/>
                  </a:cubicBezTo>
                  <a:cubicBezTo>
                    <a:pt x="91" y="186"/>
                    <a:pt x="91" y="185"/>
                    <a:pt x="91" y="185"/>
                  </a:cubicBezTo>
                  <a:cubicBezTo>
                    <a:pt x="91" y="185"/>
                    <a:pt x="91" y="185"/>
                    <a:pt x="91" y="185"/>
                  </a:cubicBezTo>
                  <a:cubicBezTo>
                    <a:pt x="92" y="184"/>
                    <a:pt x="92" y="184"/>
                    <a:pt x="92" y="184"/>
                  </a:cubicBezTo>
                  <a:cubicBezTo>
                    <a:pt x="92" y="184"/>
                    <a:pt x="92" y="184"/>
                    <a:pt x="92" y="184"/>
                  </a:cubicBezTo>
                  <a:cubicBezTo>
                    <a:pt x="92" y="184"/>
                    <a:pt x="93" y="185"/>
                    <a:pt x="93" y="185"/>
                  </a:cubicBezTo>
                  <a:close/>
                  <a:moveTo>
                    <a:pt x="82" y="192"/>
                  </a:moveTo>
                  <a:cubicBezTo>
                    <a:pt x="82" y="193"/>
                    <a:pt x="82" y="194"/>
                    <a:pt x="81" y="194"/>
                  </a:cubicBezTo>
                  <a:cubicBezTo>
                    <a:pt x="81" y="194"/>
                    <a:pt x="81" y="194"/>
                    <a:pt x="81" y="194"/>
                  </a:cubicBezTo>
                  <a:cubicBezTo>
                    <a:pt x="81" y="195"/>
                    <a:pt x="80" y="194"/>
                    <a:pt x="80" y="194"/>
                  </a:cubicBezTo>
                  <a:cubicBezTo>
                    <a:pt x="80" y="194"/>
                    <a:pt x="80" y="194"/>
                    <a:pt x="80" y="194"/>
                  </a:cubicBezTo>
                  <a:cubicBezTo>
                    <a:pt x="79" y="193"/>
                    <a:pt x="79" y="192"/>
                    <a:pt x="80" y="192"/>
                  </a:cubicBezTo>
                  <a:cubicBezTo>
                    <a:pt x="80" y="192"/>
                    <a:pt x="80" y="192"/>
                    <a:pt x="80" y="192"/>
                  </a:cubicBezTo>
                  <a:cubicBezTo>
                    <a:pt x="80" y="192"/>
                    <a:pt x="81" y="192"/>
                    <a:pt x="81" y="192"/>
                  </a:cubicBezTo>
                  <a:cubicBezTo>
                    <a:pt x="81" y="192"/>
                    <a:pt x="81" y="192"/>
                    <a:pt x="81" y="192"/>
                  </a:cubicBezTo>
                  <a:cubicBezTo>
                    <a:pt x="81" y="192"/>
                    <a:pt x="82" y="192"/>
                    <a:pt x="82" y="192"/>
                  </a:cubicBezTo>
                  <a:close/>
                  <a:moveTo>
                    <a:pt x="71" y="200"/>
                  </a:moveTo>
                  <a:cubicBezTo>
                    <a:pt x="71" y="200"/>
                    <a:pt x="71" y="201"/>
                    <a:pt x="70" y="202"/>
                  </a:cubicBezTo>
                  <a:cubicBezTo>
                    <a:pt x="70" y="202"/>
                    <a:pt x="70" y="202"/>
                    <a:pt x="70" y="202"/>
                  </a:cubicBezTo>
                  <a:cubicBezTo>
                    <a:pt x="70" y="202"/>
                    <a:pt x="69" y="202"/>
                    <a:pt x="68" y="201"/>
                  </a:cubicBezTo>
                  <a:cubicBezTo>
                    <a:pt x="68" y="201"/>
                    <a:pt x="68" y="201"/>
                    <a:pt x="68" y="201"/>
                  </a:cubicBezTo>
                  <a:cubicBezTo>
                    <a:pt x="68" y="201"/>
                    <a:pt x="68" y="200"/>
                    <a:pt x="69" y="199"/>
                  </a:cubicBezTo>
                  <a:cubicBezTo>
                    <a:pt x="69" y="199"/>
                    <a:pt x="69" y="199"/>
                    <a:pt x="69" y="199"/>
                  </a:cubicBezTo>
                  <a:cubicBezTo>
                    <a:pt x="69" y="199"/>
                    <a:pt x="69" y="199"/>
                    <a:pt x="69" y="199"/>
                  </a:cubicBezTo>
                  <a:cubicBezTo>
                    <a:pt x="69" y="199"/>
                    <a:pt x="69" y="199"/>
                    <a:pt x="69" y="199"/>
                  </a:cubicBezTo>
                  <a:cubicBezTo>
                    <a:pt x="70" y="199"/>
                    <a:pt x="70" y="199"/>
                    <a:pt x="71" y="200"/>
                  </a:cubicBezTo>
                  <a:close/>
                  <a:moveTo>
                    <a:pt x="59" y="207"/>
                  </a:moveTo>
                  <a:cubicBezTo>
                    <a:pt x="60" y="208"/>
                    <a:pt x="59" y="209"/>
                    <a:pt x="59" y="209"/>
                  </a:cubicBezTo>
                  <a:cubicBezTo>
                    <a:pt x="59" y="209"/>
                    <a:pt x="59" y="209"/>
                    <a:pt x="59" y="209"/>
                  </a:cubicBezTo>
                  <a:cubicBezTo>
                    <a:pt x="58" y="209"/>
                    <a:pt x="57" y="209"/>
                    <a:pt x="57" y="209"/>
                  </a:cubicBezTo>
                  <a:cubicBezTo>
                    <a:pt x="57" y="209"/>
                    <a:pt x="57" y="209"/>
                    <a:pt x="57" y="209"/>
                  </a:cubicBezTo>
                  <a:cubicBezTo>
                    <a:pt x="57" y="208"/>
                    <a:pt x="57" y="207"/>
                    <a:pt x="57" y="207"/>
                  </a:cubicBezTo>
                  <a:cubicBezTo>
                    <a:pt x="57" y="207"/>
                    <a:pt x="57" y="207"/>
                    <a:pt x="57" y="207"/>
                  </a:cubicBezTo>
                  <a:cubicBezTo>
                    <a:pt x="58" y="207"/>
                    <a:pt x="58" y="206"/>
                    <a:pt x="58" y="206"/>
                  </a:cubicBezTo>
                  <a:cubicBezTo>
                    <a:pt x="58" y="206"/>
                    <a:pt x="58" y="206"/>
                    <a:pt x="58" y="206"/>
                  </a:cubicBezTo>
                  <a:cubicBezTo>
                    <a:pt x="59" y="206"/>
                    <a:pt x="59" y="207"/>
                    <a:pt x="59" y="207"/>
                  </a:cubicBezTo>
                  <a:close/>
                  <a:moveTo>
                    <a:pt x="48" y="214"/>
                  </a:moveTo>
                  <a:cubicBezTo>
                    <a:pt x="48" y="215"/>
                    <a:pt x="48" y="216"/>
                    <a:pt x="48" y="216"/>
                  </a:cubicBezTo>
                  <a:cubicBezTo>
                    <a:pt x="48" y="216"/>
                    <a:pt x="48" y="216"/>
                    <a:pt x="48" y="216"/>
                  </a:cubicBezTo>
                  <a:cubicBezTo>
                    <a:pt x="47" y="217"/>
                    <a:pt x="46" y="217"/>
                    <a:pt x="46" y="216"/>
                  </a:cubicBezTo>
                  <a:cubicBezTo>
                    <a:pt x="46" y="216"/>
                    <a:pt x="46" y="216"/>
                    <a:pt x="46" y="216"/>
                  </a:cubicBezTo>
                  <a:cubicBezTo>
                    <a:pt x="45" y="215"/>
                    <a:pt x="45" y="214"/>
                    <a:pt x="46" y="214"/>
                  </a:cubicBezTo>
                  <a:cubicBezTo>
                    <a:pt x="46" y="214"/>
                    <a:pt x="46" y="214"/>
                    <a:pt x="46" y="214"/>
                  </a:cubicBezTo>
                  <a:cubicBezTo>
                    <a:pt x="46" y="214"/>
                    <a:pt x="47" y="214"/>
                    <a:pt x="47" y="214"/>
                  </a:cubicBezTo>
                  <a:cubicBezTo>
                    <a:pt x="47" y="214"/>
                    <a:pt x="47" y="214"/>
                    <a:pt x="47" y="214"/>
                  </a:cubicBezTo>
                  <a:cubicBezTo>
                    <a:pt x="47" y="214"/>
                    <a:pt x="48" y="214"/>
                    <a:pt x="48" y="214"/>
                  </a:cubicBezTo>
                  <a:close/>
                  <a:moveTo>
                    <a:pt x="37" y="222"/>
                  </a:moveTo>
                  <a:cubicBezTo>
                    <a:pt x="37" y="222"/>
                    <a:pt x="37" y="223"/>
                    <a:pt x="36" y="224"/>
                  </a:cubicBezTo>
                  <a:cubicBezTo>
                    <a:pt x="36" y="224"/>
                    <a:pt x="36" y="224"/>
                    <a:pt x="36" y="224"/>
                  </a:cubicBezTo>
                  <a:cubicBezTo>
                    <a:pt x="36" y="224"/>
                    <a:pt x="35" y="224"/>
                    <a:pt x="34" y="223"/>
                  </a:cubicBezTo>
                  <a:cubicBezTo>
                    <a:pt x="34" y="223"/>
                    <a:pt x="34" y="223"/>
                    <a:pt x="34" y="223"/>
                  </a:cubicBezTo>
                  <a:cubicBezTo>
                    <a:pt x="34" y="223"/>
                    <a:pt x="34" y="222"/>
                    <a:pt x="35" y="221"/>
                  </a:cubicBezTo>
                  <a:cubicBezTo>
                    <a:pt x="35" y="221"/>
                    <a:pt x="35" y="221"/>
                    <a:pt x="35" y="221"/>
                  </a:cubicBezTo>
                  <a:cubicBezTo>
                    <a:pt x="35" y="221"/>
                    <a:pt x="35" y="221"/>
                    <a:pt x="36" y="221"/>
                  </a:cubicBezTo>
                  <a:cubicBezTo>
                    <a:pt x="36" y="221"/>
                    <a:pt x="36" y="221"/>
                    <a:pt x="36" y="221"/>
                  </a:cubicBezTo>
                  <a:cubicBezTo>
                    <a:pt x="36" y="221"/>
                    <a:pt x="36" y="221"/>
                    <a:pt x="37" y="222"/>
                  </a:cubicBezTo>
                  <a:close/>
                  <a:moveTo>
                    <a:pt x="25" y="229"/>
                  </a:moveTo>
                  <a:cubicBezTo>
                    <a:pt x="26" y="230"/>
                    <a:pt x="26" y="231"/>
                    <a:pt x="25" y="231"/>
                  </a:cubicBezTo>
                  <a:cubicBezTo>
                    <a:pt x="25" y="231"/>
                    <a:pt x="25" y="231"/>
                    <a:pt x="25" y="231"/>
                  </a:cubicBezTo>
                  <a:cubicBezTo>
                    <a:pt x="24" y="231"/>
                    <a:pt x="24" y="231"/>
                    <a:pt x="23" y="231"/>
                  </a:cubicBezTo>
                  <a:cubicBezTo>
                    <a:pt x="23" y="231"/>
                    <a:pt x="23" y="231"/>
                    <a:pt x="23" y="231"/>
                  </a:cubicBezTo>
                  <a:cubicBezTo>
                    <a:pt x="23" y="230"/>
                    <a:pt x="23" y="229"/>
                    <a:pt x="23" y="229"/>
                  </a:cubicBezTo>
                  <a:cubicBezTo>
                    <a:pt x="23" y="229"/>
                    <a:pt x="23" y="229"/>
                    <a:pt x="23" y="229"/>
                  </a:cubicBezTo>
                  <a:cubicBezTo>
                    <a:pt x="24" y="229"/>
                    <a:pt x="24" y="229"/>
                    <a:pt x="24" y="229"/>
                  </a:cubicBezTo>
                  <a:cubicBezTo>
                    <a:pt x="24" y="229"/>
                    <a:pt x="24" y="229"/>
                    <a:pt x="24" y="229"/>
                  </a:cubicBezTo>
                  <a:cubicBezTo>
                    <a:pt x="25" y="229"/>
                    <a:pt x="25" y="229"/>
                    <a:pt x="25" y="229"/>
                  </a:cubicBezTo>
                  <a:close/>
                  <a:moveTo>
                    <a:pt x="14" y="237"/>
                  </a:moveTo>
                  <a:cubicBezTo>
                    <a:pt x="14" y="237"/>
                    <a:pt x="14" y="238"/>
                    <a:pt x="14" y="238"/>
                  </a:cubicBezTo>
                  <a:cubicBezTo>
                    <a:pt x="14" y="238"/>
                    <a:pt x="14" y="238"/>
                    <a:pt x="14" y="238"/>
                  </a:cubicBezTo>
                  <a:cubicBezTo>
                    <a:pt x="13" y="239"/>
                    <a:pt x="12" y="239"/>
                    <a:pt x="12" y="238"/>
                  </a:cubicBezTo>
                  <a:cubicBezTo>
                    <a:pt x="12" y="238"/>
                    <a:pt x="12" y="238"/>
                    <a:pt x="12" y="238"/>
                  </a:cubicBezTo>
                  <a:cubicBezTo>
                    <a:pt x="11" y="237"/>
                    <a:pt x="12" y="237"/>
                    <a:pt x="12" y="236"/>
                  </a:cubicBezTo>
                  <a:cubicBezTo>
                    <a:pt x="12" y="236"/>
                    <a:pt x="12" y="236"/>
                    <a:pt x="12" y="236"/>
                  </a:cubicBezTo>
                  <a:cubicBezTo>
                    <a:pt x="12" y="236"/>
                    <a:pt x="13" y="236"/>
                    <a:pt x="13" y="236"/>
                  </a:cubicBezTo>
                  <a:cubicBezTo>
                    <a:pt x="13" y="236"/>
                    <a:pt x="13" y="236"/>
                    <a:pt x="13" y="236"/>
                  </a:cubicBezTo>
                  <a:cubicBezTo>
                    <a:pt x="13" y="236"/>
                    <a:pt x="14" y="236"/>
                    <a:pt x="14" y="237"/>
                  </a:cubicBezTo>
                  <a:close/>
                  <a:moveTo>
                    <a:pt x="3" y="244"/>
                  </a:moveTo>
                  <a:cubicBezTo>
                    <a:pt x="3" y="245"/>
                    <a:pt x="3" y="245"/>
                    <a:pt x="2" y="246"/>
                  </a:cubicBezTo>
                  <a:cubicBezTo>
                    <a:pt x="2" y="246"/>
                    <a:pt x="2" y="246"/>
                    <a:pt x="2" y="246"/>
                  </a:cubicBezTo>
                  <a:cubicBezTo>
                    <a:pt x="2" y="246"/>
                    <a:pt x="1" y="246"/>
                    <a:pt x="0" y="245"/>
                  </a:cubicBezTo>
                  <a:cubicBezTo>
                    <a:pt x="0" y="245"/>
                    <a:pt x="0" y="245"/>
                    <a:pt x="0" y="245"/>
                  </a:cubicBezTo>
                  <a:cubicBezTo>
                    <a:pt x="0" y="245"/>
                    <a:pt x="0" y="244"/>
                    <a:pt x="1" y="244"/>
                  </a:cubicBezTo>
                  <a:cubicBezTo>
                    <a:pt x="1" y="244"/>
                    <a:pt x="1" y="244"/>
                    <a:pt x="1" y="244"/>
                  </a:cubicBezTo>
                  <a:cubicBezTo>
                    <a:pt x="1" y="243"/>
                    <a:pt x="1" y="243"/>
                    <a:pt x="2" y="243"/>
                  </a:cubicBezTo>
                  <a:cubicBezTo>
                    <a:pt x="2" y="243"/>
                    <a:pt x="2" y="243"/>
                    <a:pt x="2" y="243"/>
                  </a:cubicBezTo>
                  <a:cubicBezTo>
                    <a:pt x="2" y="243"/>
                    <a:pt x="2" y="244"/>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 name="Google Shape;311;p6"/>
            <p:cNvSpPr/>
            <p:nvPr/>
          </p:nvSpPr>
          <p:spPr>
            <a:xfrm>
              <a:off x="14714566" y="-448701"/>
              <a:ext cx="15664" cy="19580"/>
            </a:xfrm>
            <a:custGeom>
              <a:avLst/>
              <a:gdLst/>
              <a:ahLst/>
              <a:cxnLst/>
              <a:rect l="l" t="t" r="r" b="b"/>
              <a:pathLst>
                <a:path w="2" h="3" extrusionOk="0">
                  <a:moveTo>
                    <a:pt x="1" y="0"/>
                  </a:moveTo>
                  <a:cubicBezTo>
                    <a:pt x="1" y="0"/>
                    <a:pt x="1" y="0"/>
                    <a:pt x="2" y="0"/>
                  </a:cubicBezTo>
                  <a:cubicBezTo>
                    <a:pt x="2" y="0"/>
                    <a:pt x="2" y="0"/>
                    <a:pt x="2" y="0"/>
                  </a:cubicBezTo>
                  <a:cubicBezTo>
                    <a:pt x="2" y="1"/>
                    <a:pt x="2" y="1"/>
                    <a:pt x="2" y="1"/>
                  </a:cubicBezTo>
                  <a:cubicBezTo>
                    <a:pt x="2" y="1"/>
                    <a:pt x="2" y="2"/>
                    <a:pt x="2" y="2"/>
                  </a:cubicBezTo>
                  <a:cubicBezTo>
                    <a:pt x="2" y="2"/>
                    <a:pt x="2" y="2"/>
                    <a:pt x="2" y="2"/>
                  </a:cubicBezTo>
                  <a:cubicBezTo>
                    <a:pt x="2" y="2"/>
                    <a:pt x="2" y="2"/>
                    <a:pt x="2" y="2"/>
                  </a:cubicBezTo>
                  <a:cubicBezTo>
                    <a:pt x="1" y="3"/>
                    <a:pt x="1" y="3"/>
                    <a:pt x="1" y="2"/>
                  </a:cubicBezTo>
                  <a:cubicBezTo>
                    <a:pt x="0" y="2"/>
                    <a:pt x="0" y="2"/>
                    <a:pt x="0" y="2"/>
                  </a:cubicBezTo>
                  <a:cubicBezTo>
                    <a:pt x="0" y="2"/>
                    <a:pt x="0" y="2"/>
                    <a:pt x="0" y="2"/>
                  </a:cubicBezTo>
                  <a:cubicBezTo>
                    <a:pt x="0" y="2"/>
                    <a:pt x="0" y="1"/>
                    <a:pt x="0" y="1"/>
                  </a:cubicBezTo>
                  <a:cubicBezTo>
                    <a:pt x="0" y="1"/>
                    <a:pt x="0" y="1"/>
                    <a:pt x="0" y="0"/>
                  </a:cubicBezTo>
                  <a:cubicBezTo>
                    <a:pt x="0"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 name="Google Shape;312;p6"/>
            <p:cNvSpPr/>
            <p:nvPr/>
          </p:nvSpPr>
          <p:spPr>
            <a:xfrm>
              <a:off x="12118184" y="1152983"/>
              <a:ext cx="11748" cy="11748"/>
            </a:xfrm>
            <a:custGeom>
              <a:avLst/>
              <a:gdLst/>
              <a:ahLst/>
              <a:cxnLst/>
              <a:rect l="l" t="t" r="r" b="b"/>
              <a:pathLst>
                <a:path w="2" h="2" extrusionOk="0">
                  <a:moveTo>
                    <a:pt x="1" y="0"/>
                  </a:moveTo>
                  <a:cubicBezTo>
                    <a:pt x="1" y="0"/>
                    <a:pt x="1" y="0"/>
                    <a:pt x="1" y="0"/>
                  </a:cubicBezTo>
                  <a:cubicBezTo>
                    <a:pt x="2" y="0"/>
                    <a:pt x="2" y="0"/>
                    <a:pt x="2" y="0"/>
                  </a:cubicBezTo>
                  <a:cubicBezTo>
                    <a:pt x="2" y="0"/>
                    <a:pt x="2" y="1"/>
                    <a:pt x="2" y="1"/>
                  </a:cubicBezTo>
                  <a:cubicBezTo>
                    <a:pt x="2" y="1"/>
                    <a:pt x="2" y="2"/>
                    <a:pt x="2" y="2"/>
                  </a:cubicBezTo>
                  <a:cubicBezTo>
                    <a:pt x="2" y="2"/>
                    <a:pt x="1" y="2"/>
                    <a:pt x="0" y="2"/>
                  </a:cubicBezTo>
                  <a:cubicBezTo>
                    <a:pt x="0" y="2"/>
                    <a:pt x="0" y="2"/>
                    <a:pt x="0" y="2"/>
                  </a:cubicBezTo>
                  <a:cubicBezTo>
                    <a:pt x="0" y="2"/>
                    <a:pt x="0" y="1"/>
                    <a:pt x="0" y="1"/>
                  </a:cubicBezTo>
                  <a:cubicBezTo>
                    <a:pt x="0" y="1"/>
                    <a:pt x="0" y="0"/>
                    <a:pt x="0" y="0"/>
                  </a:cubicBezTo>
                  <a:cubicBezTo>
                    <a:pt x="0"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 name="Google Shape;313;p6"/>
            <p:cNvSpPr/>
            <p:nvPr/>
          </p:nvSpPr>
          <p:spPr>
            <a:xfrm>
              <a:off x="12184758" y="-405624"/>
              <a:ext cx="2334003" cy="1527278"/>
            </a:xfrm>
            <a:custGeom>
              <a:avLst/>
              <a:gdLst/>
              <a:ahLst/>
              <a:cxnLst/>
              <a:rect l="l" t="t" r="r" b="b"/>
              <a:pathLst>
                <a:path w="376" h="246" extrusionOk="0">
                  <a:moveTo>
                    <a:pt x="376" y="1"/>
                  </a:moveTo>
                  <a:cubicBezTo>
                    <a:pt x="376" y="1"/>
                    <a:pt x="376" y="2"/>
                    <a:pt x="375" y="3"/>
                  </a:cubicBezTo>
                  <a:cubicBezTo>
                    <a:pt x="375" y="3"/>
                    <a:pt x="375" y="3"/>
                    <a:pt x="375" y="3"/>
                  </a:cubicBezTo>
                  <a:cubicBezTo>
                    <a:pt x="375" y="3"/>
                    <a:pt x="374" y="3"/>
                    <a:pt x="373" y="2"/>
                  </a:cubicBezTo>
                  <a:cubicBezTo>
                    <a:pt x="373" y="2"/>
                    <a:pt x="373" y="2"/>
                    <a:pt x="373" y="2"/>
                  </a:cubicBezTo>
                  <a:cubicBezTo>
                    <a:pt x="373" y="2"/>
                    <a:pt x="373" y="1"/>
                    <a:pt x="374" y="0"/>
                  </a:cubicBezTo>
                  <a:cubicBezTo>
                    <a:pt x="374" y="0"/>
                    <a:pt x="374" y="0"/>
                    <a:pt x="374" y="0"/>
                  </a:cubicBezTo>
                  <a:cubicBezTo>
                    <a:pt x="374" y="0"/>
                    <a:pt x="374" y="0"/>
                    <a:pt x="374" y="0"/>
                  </a:cubicBezTo>
                  <a:cubicBezTo>
                    <a:pt x="374" y="0"/>
                    <a:pt x="374" y="0"/>
                    <a:pt x="374" y="0"/>
                  </a:cubicBezTo>
                  <a:cubicBezTo>
                    <a:pt x="375" y="0"/>
                    <a:pt x="375" y="0"/>
                    <a:pt x="376" y="1"/>
                  </a:cubicBezTo>
                  <a:close/>
                  <a:moveTo>
                    <a:pt x="364" y="8"/>
                  </a:moveTo>
                  <a:cubicBezTo>
                    <a:pt x="365" y="9"/>
                    <a:pt x="364" y="10"/>
                    <a:pt x="364" y="10"/>
                  </a:cubicBezTo>
                  <a:cubicBezTo>
                    <a:pt x="364" y="10"/>
                    <a:pt x="364" y="10"/>
                    <a:pt x="364" y="10"/>
                  </a:cubicBezTo>
                  <a:cubicBezTo>
                    <a:pt x="363" y="10"/>
                    <a:pt x="362" y="10"/>
                    <a:pt x="362" y="10"/>
                  </a:cubicBezTo>
                  <a:cubicBezTo>
                    <a:pt x="362" y="10"/>
                    <a:pt x="362" y="10"/>
                    <a:pt x="362" y="10"/>
                  </a:cubicBezTo>
                  <a:cubicBezTo>
                    <a:pt x="362" y="9"/>
                    <a:pt x="362" y="8"/>
                    <a:pt x="362" y="8"/>
                  </a:cubicBezTo>
                  <a:cubicBezTo>
                    <a:pt x="362" y="8"/>
                    <a:pt x="362" y="8"/>
                    <a:pt x="362" y="8"/>
                  </a:cubicBezTo>
                  <a:cubicBezTo>
                    <a:pt x="363" y="8"/>
                    <a:pt x="363" y="8"/>
                    <a:pt x="363" y="8"/>
                  </a:cubicBezTo>
                  <a:cubicBezTo>
                    <a:pt x="363" y="8"/>
                    <a:pt x="363" y="8"/>
                    <a:pt x="363" y="8"/>
                  </a:cubicBezTo>
                  <a:cubicBezTo>
                    <a:pt x="364" y="8"/>
                    <a:pt x="364" y="8"/>
                    <a:pt x="364" y="8"/>
                  </a:cubicBezTo>
                  <a:close/>
                  <a:moveTo>
                    <a:pt x="353" y="16"/>
                  </a:moveTo>
                  <a:cubicBezTo>
                    <a:pt x="353" y="16"/>
                    <a:pt x="353" y="17"/>
                    <a:pt x="353" y="17"/>
                  </a:cubicBezTo>
                  <a:cubicBezTo>
                    <a:pt x="353" y="17"/>
                    <a:pt x="353" y="17"/>
                    <a:pt x="353" y="17"/>
                  </a:cubicBezTo>
                  <a:cubicBezTo>
                    <a:pt x="352" y="18"/>
                    <a:pt x="351" y="18"/>
                    <a:pt x="351" y="17"/>
                  </a:cubicBezTo>
                  <a:cubicBezTo>
                    <a:pt x="351" y="17"/>
                    <a:pt x="351" y="17"/>
                    <a:pt x="351" y="17"/>
                  </a:cubicBezTo>
                  <a:cubicBezTo>
                    <a:pt x="350" y="16"/>
                    <a:pt x="350" y="16"/>
                    <a:pt x="351" y="15"/>
                  </a:cubicBezTo>
                  <a:cubicBezTo>
                    <a:pt x="351" y="15"/>
                    <a:pt x="351" y="15"/>
                    <a:pt x="351" y="15"/>
                  </a:cubicBezTo>
                  <a:cubicBezTo>
                    <a:pt x="351" y="15"/>
                    <a:pt x="352" y="15"/>
                    <a:pt x="352" y="15"/>
                  </a:cubicBezTo>
                  <a:cubicBezTo>
                    <a:pt x="352" y="15"/>
                    <a:pt x="352" y="15"/>
                    <a:pt x="352" y="15"/>
                  </a:cubicBezTo>
                  <a:cubicBezTo>
                    <a:pt x="352" y="15"/>
                    <a:pt x="353" y="15"/>
                    <a:pt x="353" y="16"/>
                  </a:cubicBezTo>
                  <a:close/>
                  <a:moveTo>
                    <a:pt x="342" y="23"/>
                  </a:moveTo>
                  <a:cubicBezTo>
                    <a:pt x="342" y="24"/>
                    <a:pt x="342" y="24"/>
                    <a:pt x="341" y="25"/>
                  </a:cubicBezTo>
                  <a:cubicBezTo>
                    <a:pt x="341" y="25"/>
                    <a:pt x="341" y="25"/>
                    <a:pt x="341" y="25"/>
                  </a:cubicBezTo>
                  <a:cubicBezTo>
                    <a:pt x="341" y="25"/>
                    <a:pt x="340" y="25"/>
                    <a:pt x="339" y="24"/>
                  </a:cubicBezTo>
                  <a:cubicBezTo>
                    <a:pt x="339" y="24"/>
                    <a:pt x="339" y="24"/>
                    <a:pt x="339" y="24"/>
                  </a:cubicBezTo>
                  <a:cubicBezTo>
                    <a:pt x="339" y="24"/>
                    <a:pt x="339" y="23"/>
                    <a:pt x="340" y="23"/>
                  </a:cubicBezTo>
                  <a:cubicBezTo>
                    <a:pt x="340" y="23"/>
                    <a:pt x="340" y="23"/>
                    <a:pt x="340" y="23"/>
                  </a:cubicBezTo>
                  <a:cubicBezTo>
                    <a:pt x="340" y="22"/>
                    <a:pt x="340" y="22"/>
                    <a:pt x="341" y="22"/>
                  </a:cubicBezTo>
                  <a:cubicBezTo>
                    <a:pt x="341" y="22"/>
                    <a:pt x="341" y="22"/>
                    <a:pt x="341" y="22"/>
                  </a:cubicBezTo>
                  <a:cubicBezTo>
                    <a:pt x="341" y="22"/>
                    <a:pt x="341" y="23"/>
                    <a:pt x="342" y="23"/>
                  </a:cubicBezTo>
                  <a:close/>
                  <a:moveTo>
                    <a:pt x="330" y="30"/>
                  </a:moveTo>
                  <a:cubicBezTo>
                    <a:pt x="331" y="31"/>
                    <a:pt x="331" y="32"/>
                    <a:pt x="330" y="32"/>
                  </a:cubicBezTo>
                  <a:cubicBezTo>
                    <a:pt x="330" y="32"/>
                    <a:pt x="330" y="32"/>
                    <a:pt x="330" y="32"/>
                  </a:cubicBezTo>
                  <a:cubicBezTo>
                    <a:pt x="329" y="33"/>
                    <a:pt x="328" y="32"/>
                    <a:pt x="328" y="32"/>
                  </a:cubicBezTo>
                  <a:cubicBezTo>
                    <a:pt x="328" y="32"/>
                    <a:pt x="328" y="32"/>
                    <a:pt x="328" y="32"/>
                  </a:cubicBezTo>
                  <a:cubicBezTo>
                    <a:pt x="328" y="31"/>
                    <a:pt x="328" y="30"/>
                    <a:pt x="328" y="30"/>
                  </a:cubicBezTo>
                  <a:cubicBezTo>
                    <a:pt x="328" y="30"/>
                    <a:pt x="328" y="30"/>
                    <a:pt x="328" y="30"/>
                  </a:cubicBezTo>
                  <a:cubicBezTo>
                    <a:pt x="329" y="30"/>
                    <a:pt x="329" y="30"/>
                    <a:pt x="329" y="30"/>
                  </a:cubicBezTo>
                  <a:cubicBezTo>
                    <a:pt x="329" y="30"/>
                    <a:pt x="329" y="30"/>
                    <a:pt x="329" y="30"/>
                  </a:cubicBezTo>
                  <a:cubicBezTo>
                    <a:pt x="330" y="30"/>
                    <a:pt x="330" y="30"/>
                    <a:pt x="330" y="30"/>
                  </a:cubicBezTo>
                  <a:close/>
                  <a:moveTo>
                    <a:pt x="319" y="38"/>
                  </a:moveTo>
                  <a:cubicBezTo>
                    <a:pt x="319" y="38"/>
                    <a:pt x="319" y="39"/>
                    <a:pt x="319" y="40"/>
                  </a:cubicBezTo>
                  <a:cubicBezTo>
                    <a:pt x="319" y="40"/>
                    <a:pt x="319" y="40"/>
                    <a:pt x="319" y="40"/>
                  </a:cubicBezTo>
                  <a:cubicBezTo>
                    <a:pt x="318" y="40"/>
                    <a:pt x="317" y="40"/>
                    <a:pt x="317" y="39"/>
                  </a:cubicBezTo>
                  <a:cubicBezTo>
                    <a:pt x="317" y="39"/>
                    <a:pt x="317" y="39"/>
                    <a:pt x="317" y="39"/>
                  </a:cubicBezTo>
                  <a:cubicBezTo>
                    <a:pt x="316" y="39"/>
                    <a:pt x="317" y="38"/>
                    <a:pt x="317" y="37"/>
                  </a:cubicBezTo>
                  <a:cubicBezTo>
                    <a:pt x="317" y="37"/>
                    <a:pt x="317" y="37"/>
                    <a:pt x="317" y="37"/>
                  </a:cubicBezTo>
                  <a:cubicBezTo>
                    <a:pt x="317" y="37"/>
                    <a:pt x="318" y="37"/>
                    <a:pt x="318" y="37"/>
                  </a:cubicBezTo>
                  <a:cubicBezTo>
                    <a:pt x="318" y="37"/>
                    <a:pt x="318" y="37"/>
                    <a:pt x="318" y="37"/>
                  </a:cubicBezTo>
                  <a:cubicBezTo>
                    <a:pt x="318" y="37"/>
                    <a:pt x="319" y="37"/>
                    <a:pt x="319" y="38"/>
                  </a:cubicBezTo>
                  <a:close/>
                  <a:moveTo>
                    <a:pt x="308" y="45"/>
                  </a:moveTo>
                  <a:cubicBezTo>
                    <a:pt x="308" y="46"/>
                    <a:pt x="308" y="46"/>
                    <a:pt x="307" y="47"/>
                  </a:cubicBezTo>
                  <a:cubicBezTo>
                    <a:pt x="307" y="47"/>
                    <a:pt x="307" y="47"/>
                    <a:pt x="307" y="47"/>
                  </a:cubicBezTo>
                  <a:cubicBezTo>
                    <a:pt x="307" y="47"/>
                    <a:pt x="306" y="47"/>
                    <a:pt x="305" y="47"/>
                  </a:cubicBezTo>
                  <a:cubicBezTo>
                    <a:pt x="305" y="47"/>
                    <a:pt x="305" y="47"/>
                    <a:pt x="305" y="47"/>
                  </a:cubicBezTo>
                  <a:cubicBezTo>
                    <a:pt x="305" y="46"/>
                    <a:pt x="305" y="45"/>
                    <a:pt x="306" y="45"/>
                  </a:cubicBezTo>
                  <a:cubicBezTo>
                    <a:pt x="306" y="45"/>
                    <a:pt x="306" y="45"/>
                    <a:pt x="306" y="45"/>
                  </a:cubicBezTo>
                  <a:cubicBezTo>
                    <a:pt x="306" y="45"/>
                    <a:pt x="306" y="44"/>
                    <a:pt x="307" y="44"/>
                  </a:cubicBezTo>
                  <a:cubicBezTo>
                    <a:pt x="307" y="44"/>
                    <a:pt x="307" y="44"/>
                    <a:pt x="307" y="44"/>
                  </a:cubicBezTo>
                  <a:cubicBezTo>
                    <a:pt x="307" y="44"/>
                    <a:pt x="307" y="45"/>
                    <a:pt x="308" y="45"/>
                  </a:cubicBezTo>
                  <a:close/>
                  <a:moveTo>
                    <a:pt x="296" y="52"/>
                  </a:moveTo>
                  <a:cubicBezTo>
                    <a:pt x="297" y="53"/>
                    <a:pt x="297" y="54"/>
                    <a:pt x="296" y="54"/>
                  </a:cubicBezTo>
                  <a:cubicBezTo>
                    <a:pt x="296" y="54"/>
                    <a:pt x="296" y="54"/>
                    <a:pt x="296" y="54"/>
                  </a:cubicBezTo>
                  <a:cubicBezTo>
                    <a:pt x="295" y="55"/>
                    <a:pt x="295" y="54"/>
                    <a:pt x="294" y="54"/>
                  </a:cubicBezTo>
                  <a:cubicBezTo>
                    <a:pt x="294" y="54"/>
                    <a:pt x="294" y="54"/>
                    <a:pt x="294" y="54"/>
                  </a:cubicBezTo>
                  <a:cubicBezTo>
                    <a:pt x="294" y="53"/>
                    <a:pt x="294" y="52"/>
                    <a:pt x="295" y="52"/>
                  </a:cubicBezTo>
                  <a:cubicBezTo>
                    <a:pt x="295" y="52"/>
                    <a:pt x="295" y="52"/>
                    <a:pt x="295" y="52"/>
                  </a:cubicBezTo>
                  <a:cubicBezTo>
                    <a:pt x="295" y="52"/>
                    <a:pt x="295" y="52"/>
                    <a:pt x="295" y="52"/>
                  </a:cubicBezTo>
                  <a:cubicBezTo>
                    <a:pt x="295" y="52"/>
                    <a:pt x="295" y="52"/>
                    <a:pt x="295" y="52"/>
                  </a:cubicBezTo>
                  <a:cubicBezTo>
                    <a:pt x="296" y="52"/>
                    <a:pt x="296" y="52"/>
                    <a:pt x="296" y="52"/>
                  </a:cubicBezTo>
                  <a:close/>
                  <a:moveTo>
                    <a:pt x="285" y="60"/>
                  </a:moveTo>
                  <a:cubicBezTo>
                    <a:pt x="285" y="60"/>
                    <a:pt x="285" y="61"/>
                    <a:pt x="285" y="62"/>
                  </a:cubicBezTo>
                  <a:cubicBezTo>
                    <a:pt x="285" y="62"/>
                    <a:pt x="285" y="62"/>
                    <a:pt x="285" y="62"/>
                  </a:cubicBezTo>
                  <a:cubicBezTo>
                    <a:pt x="284" y="62"/>
                    <a:pt x="283" y="62"/>
                    <a:pt x="283" y="61"/>
                  </a:cubicBezTo>
                  <a:cubicBezTo>
                    <a:pt x="283" y="61"/>
                    <a:pt x="283" y="61"/>
                    <a:pt x="283" y="61"/>
                  </a:cubicBezTo>
                  <a:cubicBezTo>
                    <a:pt x="282" y="61"/>
                    <a:pt x="283" y="60"/>
                    <a:pt x="283" y="59"/>
                  </a:cubicBezTo>
                  <a:cubicBezTo>
                    <a:pt x="283" y="59"/>
                    <a:pt x="283" y="59"/>
                    <a:pt x="283" y="59"/>
                  </a:cubicBezTo>
                  <a:cubicBezTo>
                    <a:pt x="283" y="59"/>
                    <a:pt x="284" y="59"/>
                    <a:pt x="284" y="59"/>
                  </a:cubicBezTo>
                  <a:cubicBezTo>
                    <a:pt x="284" y="59"/>
                    <a:pt x="284" y="59"/>
                    <a:pt x="284" y="59"/>
                  </a:cubicBezTo>
                  <a:cubicBezTo>
                    <a:pt x="284" y="59"/>
                    <a:pt x="285" y="59"/>
                    <a:pt x="285" y="60"/>
                  </a:cubicBezTo>
                  <a:close/>
                  <a:moveTo>
                    <a:pt x="274" y="67"/>
                  </a:moveTo>
                  <a:cubicBezTo>
                    <a:pt x="274" y="68"/>
                    <a:pt x="274" y="69"/>
                    <a:pt x="273" y="69"/>
                  </a:cubicBezTo>
                  <a:cubicBezTo>
                    <a:pt x="273" y="69"/>
                    <a:pt x="273" y="69"/>
                    <a:pt x="273" y="69"/>
                  </a:cubicBezTo>
                  <a:cubicBezTo>
                    <a:pt x="273" y="69"/>
                    <a:pt x="272" y="69"/>
                    <a:pt x="272" y="69"/>
                  </a:cubicBezTo>
                  <a:cubicBezTo>
                    <a:pt x="272" y="69"/>
                    <a:pt x="272" y="69"/>
                    <a:pt x="272" y="69"/>
                  </a:cubicBezTo>
                  <a:cubicBezTo>
                    <a:pt x="271" y="68"/>
                    <a:pt x="271" y="67"/>
                    <a:pt x="272" y="67"/>
                  </a:cubicBezTo>
                  <a:cubicBezTo>
                    <a:pt x="272" y="67"/>
                    <a:pt x="272" y="67"/>
                    <a:pt x="272" y="67"/>
                  </a:cubicBezTo>
                  <a:cubicBezTo>
                    <a:pt x="272" y="67"/>
                    <a:pt x="272" y="67"/>
                    <a:pt x="273" y="67"/>
                  </a:cubicBezTo>
                  <a:cubicBezTo>
                    <a:pt x="273" y="67"/>
                    <a:pt x="273" y="67"/>
                    <a:pt x="273" y="67"/>
                  </a:cubicBezTo>
                  <a:cubicBezTo>
                    <a:pt x="273" y="67"/>
                    <a:pt x="274" y="67"/>
                    <a:pt x="274" y="67"/>
                  </a:cubicBezTo>
                  <a:close/>
                  <a:moveTo>
                    <a:pt x="262" y="75"/>
                  </a:moveTo>
                  <a:cubicBezTo>
                    <a:pt x="263" y="75"/>
                    <a:pt x="263" y="76"/>
                    <a:pt x="262" y="76"/>
                  </a:cubicBezTo>
                  <a:cubicBezTo>
                    <a:pt x="262" y="76"/>
                    <a:pt x="262" y="76"/>
                    <a:pt x="262" y="76"/>
                  </a:cubicBezTo>
                  <a:cubicBezTo>
                    <a:pt x="261" y="77"/>
                    <a:pt x="261" y="77"/>
                    <a:pt x="260" y="76"/>
                  </a:cubicBezTo>
                  <a:cubicBezTo>
                    <a:pt x="260" y="76"/>
                    <a:pt x="260" y="76"/>
                    <a:pt x="260" y="76"/>
                  </a:cubicBezTo>
                  <a:cubicBezTo>
                    <a:pt x="260" y="75"/>
                    <a:pt x="260" y="75"/>
                    <a:pt x="261" y="74"/>
                  </a:cubicBezTo>
                  <a:cubicBezTo>
                    <a:pt x="261" y="74"/>
                    <a:pt x="261" y="74"/>
                    <a:pt x="261" y="74"/>
                  </a:cubicBezTo>
                  <a:cubicBezTo>
                    <a:pt x="261" y="74"/>
                    <a:pt x="261" y="74"/>
                    <a:pt x="261" y="74"/>
                  </a:cubicBezTo>
                  <a:cubicBezTo>
                    <a:pt x="261" y="74"/>
                    <a:pt x="261" y="74"/>
                    <a:pt x="261" y="74"/>
                  </a:cubicBezTo>
                  <a:cubicBezTo>
                    <a:pt x="262" y="74"/>
                    <a:pt x="262" y="74"/>
                    <a:pt x="262" y="75"/>
                  </a:cubicBezTo>
                  <a:close/>
                  <a:moveTo>
                    <a:pt x="251" y="82"/>
                  </a:moveTo>
                  <a:cubicBezTo>
                    <a:pt x="252" y="83"/>
                    <a:pt x="251" y="83"/>
                    <a:pt x="251" y="84"/>
                  </a:cubicBezTo>
                  <a:cubicBezTo>
                    <a:pt x="251" y="84"/>
                    <a:pt x="251" y="84"/>
                    <a:pt x="251" y="84"/>
                  </a:cubicBezTo>
                  <a:cubicBezTo>
                    <a:pt x="250" y="84"/>
                    <a:pt x="249" y="84"/>
                    <a:pt x="249" y="83"/>
                  </a:cubicBezTo>
                  <a:cubicBezTo>
                    <a:pt x="249" y="83"/>
                    <a:pt x="249" y="83"/>
                    <a:pt x="249" y="83"/>
                  </a:cubicBezTo>
                  <a:cubicBezTo>
                    <a:pt x="249" y="83"/>
                    <a:pt x="249" y="82"/>
                    <a:pt x="249" y="81"/>
                  </a:cubicBezTo>
                  <a:cubicBezTo>
                    <a:pt x="249" y="81"/>
                    <a:pt x="249" y="81"/>
                    <a:pt x="249" y="81"/>
                  </a:cubicBezTo>
                  <a:cubicBezTo>
                    <a:pt x="250" y="81"/>
                    <a:pt x="250" y="81"/>
                    <a:pt x="250" y="81"/>
                  </a:cubicBezTo>
                  <a:cubicBezTo>
                    <a:pt x="250" y="81"/>
                    <a:pt x="250" y="81"/>
                    <a:pt x="250" y="81"/>
                  </a:cubicBezTo>
                  <a:cubicBezTo>
                    <a:pt x="250" y="81"/>
                    <a:pt x="251" y="81"/>
                    <a:pt x="251" y="82"/>
                  </a:cubicBezTo>
                  <a:close/>
                  <a:moveTo>
                    <a:pt x="240" y="89"/>
                  </a:moveTo>
                  <a:cubicBezTo>
                    <a:pt x="240" y="90"/>
                    <a:pt x="240" y="91"/>
                    <a:pt x="239" y="91"/>
                  </a:cubicBezTo>
                  <a:cubicBezTo>
                    <a:pt x="239" y="91"/>
                    <a:pt x="239" y="91"/>
                    <a:pt x="239" y="91"/>
                  </a:cubicBezTo>
                  <a:cubicBezTo>
                    <a:pt x="239" y="92"/>
                    <a:pt x="238" y="91"/>
                    <a:pt x="238" y="91"/>
                  </a:cubicBezTo>
                  <a:cubicBezTo>
                    <a:pt x="238" y="91"/>
                    <a:pt x="238" y="91"/>
                    <a:pt x="238" y="91"/>
                  </a:cubicBezTo>
                  <a:cubicBezTo>
                    <a:pt x="237" y="90"/>
                    <a:pt x="237" y="89"/>
                    <a:pt x="238" y="89"/>
                  </a:cubicBezTo>
                  <a:cubicBezTo>
                    <a:pt x="238" y="89"/>
                    <a:pt x="238" y="89"/>
                    <a:pt x="238" y="89"/>
                  </a:cubicBezTo>
                  <a:cubicBezTo>
                    <a:pt x="238" y="89"/>
                    <a:pt x="238" y="89"/>
                    <a:pt x="239" y="89"/>
                  </a:cubicBezTo>
                  <a:cubicBezTo>
                    <a:pt x="239" y="89"/>
                    <a:pt x="239" y="89"/>
                    <a:pt x="239" y="89"/>
                  </a:cubicBezTo>
                  <a:cubicBezTo>
                    <a:pt x="239" y="89"/>
                    <a:pt x="240" y="89"/>
                    <a:pt x="240" y="89"/>
                  </a:cubicBezTo>
                  <a:close/>
                  <a:moveTo>
                    <a:pt x="229" y="97"/>
                  </a:moveTo>
                  <a:cubicBezTo>
                    <a:pt x="229" y="97"/>
                    <a:pt x="229" y="98"/>
                    <a:pt x="228" y="98"/>
                  </a:cubicBezTo>
                  <a:cubicBezTo>
                    <a:pt x="228" y="98"/>
                    <a:pt x="228" y="98"/>
                    <a:pt x="228" y="98"/>
                  </a:cubicBezTo>
                  <a:cubicBezTo>
                    <a:pt x="228" y="99"/>
                    <a:pt x="227" y="99"/>
                    <a:pt x="226" y="98"/>
                  </a:cubicBezTo>
                  <a:cubicBezTo>
                    <a:pt x="226" y="98"/>
                    <a:pt x="226" y="98"/>
                    <a:pt x="226" y="98"/>
                  </a:cubicBezTo>
                  <a:cubicBezTo>
                    <a:pt x="226" y="97"/>
                    <a:pt x="226" y="97"/>
                    <a:pt x="227" y="96"/>
                  </a:cubicBezTo>
                  <a:cubicBezTo>
                    <a:pt x="227" y="96"/>
                    <a:pt x="227" y="96"/>
                    <a:pt x="227" y="96"/>
                  </a:cubicBezTo>
                  <a:cubicBezTo>
                    <a:pt x="227" y="96"/>
                    <a:pt x="227" y="96"/>
                    <a:pt x="227" y="96"/>
                  </a:cubicBezTo>
                  <a:cubicBezTo>
                    <a:pt x="227" y="96"/>
                    <a:pt x="227" y="96"/>
                    <a:pt x="227" y="96"/>
                  </a:cubicBezTo>
                  <a:cubicBezTo>
                    <a:pt x="228" y="96"/>
                    <a:pt x="228" y="96"/>
                    <a:pt x="229" y="97"/>
                  </a:cubicBezTo>
                  <a:close/>
                  <a:moveTo>
                    <a:pt x="217" y="104"/>
                  </a:moveTo>
                  <a:cubicBezTo>
                    <a:pt x="218" y="105"/>
                    <a:pt x="217" y="105"/>
                    <a:pt x="217" y="106"/>
                  </a:cubicBezTo>
                  <a:cubicBezTo>
                    <a:pt x="217" y="106"/>
                    <a:pt x="217" y="106"/>
                    <a:pt x="217" y="106"/>
                  </a:cubicBezTo>
                  <a:cubicBezTo>
                    <a:pt x="216" y="106"/>
                    <a:pt x="215" y="106"/>
                    <a:pt x="215" y="105"/>
                  </a:cubicBezTo>
                  <a:cubicBezTo>
                    <a:pt x="215" y="105"/>
                    <a:pt x="215" y="105"/>
                    <a:pt x="215" y="105"/>
                  </a:cubicBezTo>
                  <a:cubicBezTo>
                    <a:pt x="215" y="105"/>
                    <a:pt x="215" y="104"/>
                    <a:pt x="215" y="104"/>
                  </a:cubicBezTo>
                  <a:cubicBezTo>
                    <a:pt x="215" y="104"/>
                    <a:pt x="215" y="104"/>
                    <a:pt x="215" y="104"/>
                  </a:cubicBezTo>
                  <a:cubicBezTo>
                    <a:pt x="216" y="103"/>
                    <a:pt x="216" y="103"/>
                    <a:pt x="216" y="103"/>
                  </a:cubicBezTo>
                  <a:cubicBezTo>
                    <a:pt x="216" y="103"/>
                    <a:pt x="216" y="103"/>
                    <a:pt x="216" y="103"/>
                  </a:cubicBezTo>
                  <a:cubicBezTo>
                    <a:pt x="217" y="103"/>
                    <a:pt x="217" y="104"/>
                    <a:pt x="217" y="104"/>
                  </a:cubicBezTo>
                  <a:close/>
                  <a:moveTo>
                    <a:pt x="206" y="111"/>
                  </a:moveTo>
                  <a:cubicBezTo>
                    <a:pt x="206" y="112"/>
                    <a:pt x="206" y="113"/>
                    <a:pt x="206" y="113"/>
                  </a:cubicBezTo>
                  <a:cubicBezTo>
                    <a:pt x="206" y="113"/>
                    <a:pt x="206" y="113"/>
                    <a:pt x="206" y="113"/>
                  </a:cubicBezTo>
                  <a:cubicBezTo>
                    <a:pt x="205" y="114"/>
                    <a:pt x="204" y="113"/>
                    <a:pt x="204" y="113"/>
                  </a:cubicBezTo>
                  <a:cubicBezTo>
                    <a:pt x="204" y="113"/>
                    <a:pt x="204" y="113"/>
                    <a:pt x="204" y="113"/>
                  </a:cubicBezTo>
                  <a:cubicBezTo>
                    <a:pt x="203" y="112"/>
                    <a:pt x="203" y="111"/>
                    <a:pt x="204" y="111"/>
                  </a:cubicBezTo>
                  <a:cubicBezTo>
                    <a:pt x="204" y="111"/>
                    <a:pt x="204" y="111"/>
                    <a:pt x="204" y="111"/>
                  </a:cubicBezTo>
                  <a:cubicBezTo>
                    <a:pt x="204" y="111"/>
                    <a:pt x="205" y="111"/>
                    <a:pt x="205" y="111"/>
                  </a:cubicBezTo>
                  <a:cubicBezTo>
                    <a:pt x="205" y="111"/>
                    <a:pt x="205" y="111"/>
                    <a:pt x="205" y="111"/>
                  </a:cubicBezTo>
                  <a:cubicBezTo>
                    <a:pt x="205" y="111"/>
                    <a:pt x="206" y="111"/>
                    <a:pt x="206" y="111"/>
                  </a:cubicBezTo>
                  <a:close/>
                  <a:moveTo>
                    <a:pt x="195" y="119"/>
                  </a:moveTo>
                  <a:cubicBezTo>
                    <a:pt x="195" y="119"/>
                    <a:pt x="195" y="120"/>
                    <a:pt x="194" y="121"/>
                  </a:cubicBezTo>
                  <a:cubicBezTo>
                    <a:pt x="194" y="121"/>
                    <a:pt x="194" y="121"/>
                    <a:pt x="194" y="121"/>
                  </a:cubicBezTo>
                  <a:cubicBezTo>
                    <a:pt x="194" y="121"/>
                    <a:pt x="193" y="121"/>
                    <a:pt x="192" y="120"/>
                  </a:cubicBezTo>
                  <a:cubicBezTo>
                    <a:pt x="192" y="120"/>
                    <a:pt x="192" y="120"/>
                    <a:pt x="192" y="120"/>
                  </a:cubicBezTo>
                  <a:cubicBezTo>
                    <a:pt x="192" y="120"/>
                    <a:pt x="192" y="119"/>
                    <a:pt x="193" y="118"/>
                  </a:cubicBezTo>
                  <a:cubicBezTo>
                    <a:pt x="193" y="118"/>
                    <a:pt x="193" y="118"/>
                    <a:pt x="193" y="118"/>
                  </a:cubicBezTo>
                  <a:cubicBezTo>
                    <a:pt x="193" y="118"/>
                    <a:pt x="193" y="118"/>
                    <a:pt x="193" y="118"/>
                  </a:cubicBezTo>
                  <a:cubicBezTo>
                    <a:pt x="193" y="118"/>
                    <a:pt x="193" y="118"/>
                    <a:pt x="193" y="118"/>
                  </a:cubicBezTo>
                  <a:cubicBezTo>
                    <a:pt x="194" y="118"/>
                    <a:pt x="194" y="118"/>
                    <a:pt x="195" y="119"/>
                  </a:cubicBezTo>
                  <a:close/>
                  <a:moveTo>
                    <a:pt x="183" y="126"/>
                  </a:moveTo>
                  <a:cubicBezTo>
                    <a:pt x="184" y="127"/>
                    <a:pt x="184" y="128"/>
                    <a:pt x="183" y="128"/>
                  </a:cubicBezTo>
                  <a:cubicBezTo>
                    <a:pt x="183" y="128"/>
                    <a:pt x="183" y="128"/>
                    <a:pt x="183" y="128"/>
                  </a:cubicBezTo>
                  <a:cubicBezTo>
                    <a:pt x="182" y="128"/>
                    <a:pt x="181" y="128"/>
                    <a:pt x="181" y="128"/>
                  </a:cubicBezTo>
                  <a:cubicBezTo>
                    <a:pt x="181" y="128"/>
                    <a:pt x="181" y="128"/>
                    <a:pt x="181" y="128"/>
                  </a:cubicBezTo>
                  <a:cubicBezTo>
                    <a:pt x="181" y="127"/>
                    <a:pt x="181" y="126"/>
                    <a:pt x="181" y="126"/>
                  </a:cubicBezTo>
                  <a:cubicBezTo>
                    <a:pt x="181" y="126"/>
                    <a:pt x="181" y="126"/>
                    <a:pt x="181" y="126"/>
                  </a:cubicBezTo>
                  <a:cubicBezTo>
                    <a:pt x="182" y="126"/>
                    <a:pt x="182" y="125"/>
                    <a:pt x="182" y="125"/>
                  </a:cubicBezTo>
                  <a:cubicBezTo>
                    <a:pt x="182" y="125"/>
                    <a:pt x="182" y="125"/>
                    <a:pt x="182" y="125"/>
                  </a:cubicBezTo>
                  <a:cubicBezTo>
                    <a:pt x="183" y="125"/>
                    <a:pt x="183" y="126"/>
                    <a:pt x="183" y="126"/>
                  </a:cubicBezTo>
                  <a:close/>
                  <a:moveTo>
                    <a:pt x="172" y="133"/>
                  </a:moveTo>
                  <a:cubicBezTo>
                    <a:pt x="172" y="134"/>
                    <a:pt x="172" y="135"/>
                    <a:pt x="172" y="135"/>
                  </a:cubicBezTo>
                  <a:cubicBezTo>
                    <a:pt x="172" y="135"/>
                    <a:pt x="172" y="135"/>
                    <a:pt x="172" y="135"/>
                  </a:cubicBezTo>
                  <a:cubicBezTo>
                    <a:pt x="171" y="136"/>
                    <a:pt x="170" y="136"/>
                    <a:pt x="170" y="135"/>
                  </a:cubicBezTo>
                  <a:cubicBezTo>
                    <a:pt x="170" y="135"/>
                    <a:pt x="170" y="135"/>
                    <a:pt x="170" y="135"/>
                  </a:cubicBezTo>
                  <a:cubicBezTo>
                    <a:pt x="169" y="134"/>
                    <a:pt x="170" y="133"/>
                    <a:pt x="170" y="133"/>
                  </a:cubicBezTo>
                  <a:cubicBezTo>
                    <a:pt x="170" y="133"/>
                    <a:pt x="170" y="133"/>
                    <a:pt x="170" y="133"/>
                  </a:cubicBezTo>
                  <a:cubicBezTo>
                    <a:pt x="170" y="133"/>
                    <a:pt x="171" y="133"/>
                    <a:pt x="171" y="133"/>
                  </a:cubicBezTo>
                  <a:cubicBezTo>
                    <a:pt x="171" y="133"/>
                    <a:pt x="171" y="133"/>
                    <a:pt x="171" y="133"/>
                  </a:cubicBezTo>
                  <a:cubicBezTo>
                    <a:pt x="171" y="133"/>
                    <a:pt x="172" y="133"/>
                    <a:pt x="172" y="133"/>
                  </a:cubicBezTo>
                  <a:close/>
                  <a:moveTo>
                    <a:pt x="161" y="141"/>
                  </a:moveTo>
                  <a:cubicBezTo>
                    <a:pt x="161" y="141"/>
                    <a:pt x="161" y="142"/>
                    <a:pt x="160" y="143"/>
                  </a:cubicBezTo>
                  <a:cubicBezTo>
                    <a:pt x="160" y="143"/>
                    <a:pt x="160" y="143"/>
                    <a:pt x="160" y="143"/>
                  </a:cubicBezTo>
                  <a:cubicBezTo>
                    <a:pt x="160" y="143"/>
                    <a:pt x="159" y="143"/>
                    <a:pt x="158" y="142"/>
                  </a:cubicBezTo>
                  <a:cubicBezTo>
                    <a:pt x="158" y="142"/>
                    <a:pt x="158" y="142"/>
                    <a:pt x="158" y="142"/>
                  </a:cubicBezTo>
                  <a:cubicBezTo>
                    <a:pt x="158" y="142"/>
                    <a:pt x="158" y="141"/>
                    <a:pt x="159" y="140"/>
                  </a:cubicBezTo>
                  <a:cubicBezTo>
                    <a:pt x="159" y="140"/>
                    <a:pt x="159" y="140"/>
                    <a:pt x="159" y="140"/>
                  </a:cubicBezTo>
                  <a:cubicBezTo>
                    <a:pt x="159" y="140"/>
                    <a:pt x="159" y="140"/>
                    <a:pt x="160" y="140"/>
                  </a:cubicBezTo>
                  <a:cubicBezTo>
                    <a:pt x="160" y="140"/>
                    <a:pt x="160" y="140"/>
                    <a:pt x="160" y="140"/>
                  </a:cubicBezTo>
                  <a:cubicBezTo>
                    <a:pt x="160" y="140"/>
                    <a:pt x="160" y="140"/>
                    <a:pt x="161" y="141"/>
                  </a:cubicBezTo>
                  <a:close/>
                  <a:moveTo>
                    <a:pt x="149" y="148"/>
                  </a:moveTo>
                  <a:cubicBezTo>
                    <a:pt x="150" y="149"/>
                    <a:pt x="150" y="150"/>
                    <a:pt x="149" y="150"/>
                  </a:cubicBezTo>
                  <a:cubicBezTo>
                    <a:pt x="149" y="150"/>
                    <a:pt x="149" y="150"/>
                    <a:pt x="149" y="150"/>
                  </a:cubicBezTo>
                  <a:cubicBezTo>
                    <a:pt x="148" y="150"/>
                    <a:pt x="148" y="150"/>
                    <a:pt x="147" y="150"/>
                  </a:cubicBezTo>
                  <a:cubicBezTo>
                    <a:pt x="147" y="150"/>
                    <a:pt x="147" y="150"/>
                    <a:pt x="147" y="150"/>
                  </a:cubicBezTo>
                  <a:cubicBezTo>
                    <a:pt x="147" y="149"/>
                    <a:pt x="147" y="148"/>
                    <a:pt x="148" y="148"/>
                  </a:cubicBezTo>
                  <a:cubicBezTo>
                    <a:pt x="148" y="148"/>
                    <a:pt x="148" y="148"/>
                    <a:pt x="148" y="148"/>
                  </a:cubicBezTo>
                  <a:cubicBezTo>
                    <a:pt x="148" y="148"/>
                    <a:pt x="148" y="148"/>
                    <a:pt x="148" y="148"/>
                  </a:cubicBezTo>
                  <a:cubicBezTo>
                    <a:pt x="148" y="148"/>
                    <a:pt x="148" y="148"/>
                    <a:pt x="148" y="148"/>
                  </a:cubicBezTo>
                  <a:cubicBezTo>
                    <a:pt x="149" y="148"/>
                    <a:pt x="149" y="148"/>
                    <a:pt x="149" y="148"/>
                  </a:cubicBezTo>
                  <a:close/>
                  <a:moveTo>
                    <a:pt x="138" y="156"/>
                  </a:moveTo>
                  <a:cubicBezTo>
                    <a:pt x="138" y="156"/>
                    <a:pt x="138" y="157"/>
                    <a:pt x="138" y="157"/>
                  </a:cubicBezTo>
                  <a:cubicBezTo>
                    <a:pt x="138" y="157"/>
                    <a:pt x="138" y="157"/>
                    <a:pt x="138" y="157"/>
                  </a:cubicBezTo>
                  <a:cubicBezTo>
                    <a:pt x="137" y="158"/>
                    <a:pt x="136" y="158"/>
                    <a:pt x="136" y="157"/>
                  </a:cubicBezTo>
                  <a:cubicBezTo>
                    <a:pt x="136" y="157"/>
                    <a:pt x="136" y="157"/>
                    <a:pt x="136" y="157"/>
                  </a:cubicBezTo>
                  <a:cubicBezTo>
                    <a:pt x="135" y="156"/>
                    <a:pt x="136" y="156"/>
                    <a:pt x="136" y="155"/>
                  </a:cubicBezTo>
                  <a:cubicBezTo>
                    <a:pt x="136" y="155"/>
                    <a:pt x="136" y="155"/>
                    <a:pt x="136" y="155"/>
                  </a:cubicBezTo>
                  <a:cubicBezTo>
                    <a:pt x="136" y="155"/>
                    <a:pt x="137" y="155"/>
                    <a:pt x="137" y="155"/>
                  </a:cubicBezTo>
                  <a:cubicBezTo>
                    <a:pt x="137" y="155"/>
                    <a:pt x="137" y="155"/>
                    <a:pt x="137" y="155"/>
                  </a:cubicBezTo>
                  <a:cubicBezTo>
                    <a:pt x="137" y="155"/>
                    <a:pt x="138" y="155"/>
                    <a:pt x="138" y="156"/>
                  </a:cubicBezTo>
                  <a:close/>
                  <a:moveTo>
                    <a:pt x="127" y="163"/>
                  </a:moveTo>
                  <a:cubicBezTo>
                    <a:pt x="127" y="164"/>
                    <a:pt x="127" y="164"/>
                    <a:pt x="126" y="165"/>
                  </a:cubicBezTo>
                  <a:cubicBezTo>
                    <a:pt x="126" y="165"/>
                    <a:pt x="126" y="165"/>
                    <a:pt x="126" y="165"/>
                  </a:cubicBezTo>
                  <a:cubicBezTo>
                    <a:pt x="126" y="165"/>
                    <a:pt x="125" y="165"/>
                    <a:pt x="125" y="164"/>
                  </a:cubicBezTo>
                  <a:cubicBezTo>
                    <a:pt x="125" y="164"/>
                    <a:pt x="125" y="164"/>
                    <a:pt x="125" y="164"/>
                  </a:cubicBezTo>
                  <a:cubicBezTo>
                    <a:pt x="124" y="164"/>
                    <a:pt x="124" y="163"/>
                    <a:pt x="125" y="163"/>
                  </a:cubicBezTo>
                  <a:cubicBezTo>
                    <a:pt x="125" y="163"/>
                    <a:pt x="125" y="163"/>
                    <a:pt x="125" y="163"/>
                  </a:cubicBezTo>
                  <a:cubicBezTo>
                    <a:pt x="125" y="162"/>
                    <a:pt x="125" y="162"/>
                    <a:pt x="126" y="162"/>
                  </a:cubicBezTo>
                  <a:cubicBezTo>
                    <a:pt x="126" y="162"/>
                    <a:pt x="126" y="162"/>
                    <a:pt x="126" y="162"/>
                  </a:cubicBezTo>
                  <a:cubicBezTo>
                    <a:pt x="126" y="162"/>
                    <a:pt x="126" y="163"/>
                    <a:pt x="127" y="163"/>
                  </a:cubicBezTo>
                  <a:close/>
                  <a:moveTo>
                    <a:pt x="115" y="170"/>
                  </a:moveTo>
                  <a:cubicBezTo>
                    <a:pt x="116" y="171"/>
                    <a:pt x="116" y="172"/>
                    <a:pt x="115" y="172"/>
                  </a:cubicBezTo>
                  <a:cubicBezTo>
                    <a:pt x="115" y="172"/>
                    <a:pt x="115" y="172"/>
                    <a:pt x="115" y="172"/>
                  </a:cubicBezTo>
                  <a:cubicBezTo>
                    <a:pt x="114" y="173"/>
                    <a:pt x="114" y="172"/>
                    <a:pt x="113" y="172"/>
                  </a:cubicBezTo>
                  <a:cubicBezTo>
                    <a:pt x="113" y="172"/>
                    <a:pt x="113" y="172"/>
                    <a:pt x="113" y="172"/>
                  </a:cubicBezTo>
                  <a:cubicBezTo>
                    <a:pt x="113" y="171"/>
                    <a:pt x="113" y="170"/>
                    <a:pt x="114" y="170"/>
                  </a:cubicBezTo>
                  <a:cubicBezTo>
                    <a:pt x="114" y="170"/>
                    <a:pt x="114" y="170"/>
                    <a:pt x="114" y="170"/>
                  </a:cubicBezTo>
                  <a:cubicBezTo>
                    <a:pt x="114" y="170"/>
                    <a:pt x="114" y="170"/>
                    <a:pt x="114" y="170"/>
                  </a:cubicBezTo>
                  <a:cubicBezTo>
                    <a:pt x="114" y="170"/>
                    <a:pt x="114" y="170"/>
                    <a:pt x="114" y="170"/>
                  </a:cubicBezTo>
                  <a:cubicBezTo>
                    <a:pt x="115" y="170"/>
                    <a:pt x="115" y="170"/>
                    <a:pt x="115" y="170"/>
                  </a:cubicBezTo>
                  <a:close/>
                  <a:moveTo>
                    <a:pt x="104" y="178"/>
                  </a:moveTo>
                  <a:cubicBezTo>
                    <a:pt x="105" y="178"/>
                    <a:pt x="104" y="179"/>
                    <a:pt x="104" y="179"/>
                  </a:cubicBezTo>
                  <a:cubicBezTo>
                    <a:pt x="104" y="179"/>
                    <a:pt x="104" y="179"/>
                    <a:pt x="104" y="179"/>
                  </a:cubicBezTo>
                  <a:cubicBezTo>
                    <a:pt x="103" y="180"/>
                    <a:pt x="102" y="180"/>
                    <a:pt x="102" y="179"/>
                  </a:cubicBezTo>
                  <a:cubicBezTo>
                    <a:pt x="102" y="179"/>
                    <a:pt x="102" y="179"/>
                    <a:pt x="102" y="179"/>
                  </a:cubicBezTo>
                  <a:cubicBezTo>
                    <a:pt x="102" y="178"/>
                    <a:pt x="102" y="178"/>
                    <a:pt x="102" y="177"/>
                  </a:cubicBezTo>
                  <a:cubicBezTo>
                    <a:pt x="102" y="177"/>
                    <a:pt x="102" y="177"/>
                    <a:pt x="102" y="177"/>
                  </a:cubicBezTo>
                  <a:cubicBezTo>
                    <a:pt x="103" y="177"/>
                    <a:pt x="103" y="177"/>
                    <a:pt x="103" y="177"/>
                  </a:cubicBezTo>
                  <a:cubicBezTo>
                    <a:pt x="103" y="177"/>
                    <a:pt x="103" y="177"/>
                    <a:pt x="103" y="177"/>
                  </a:cubicBezTo>
                  <a:cubicBezTo>
                    <a:pt x="103" y="177"/>
                    <a:pt x="104" y="177"/>
                    <a:pt x="104" y="178"/>
                  </a:cubicBezTo>
                  <a:close/>
                  <a:moveTo>
                    <a:pt x="93" y="185"/>
                  </a:moveTo>
                  <a:cubicBezTo>
                    <a:pt x="93" y="186"/>
                    <a:pt x="93" y="186"/>
                    <a:pt x="92" y="187"/>
                  </a:cubicBezTo>
                  <a:cubicBezTo>
                    <a:pt x="92" y="187"/>
                    <a:pt x="92" y="187"/>
                    <a:pt x="92" y="187"/>
                  </a:cubicBezTo>
                  <a:cubicBezTo>
                    <a:pt x="92" y="187"/>
                    <a:pt x="91" y="187"/>
                    <a:pt x="91" y="186"/>
                  </a:cubicBezTo>
                  <a:cubicBezTo>
                    <a:pt x="91" y="186"/>
                    <a:pt x="91" y="186"/>
                    <a:pt x="91" y="186"/>
                  </a:cubicBezTo>
                  <a:cubicBezTo>
                    <a:pt x="90" y="186"/>
                    <a:pt x="90" y="185"/>
                    <a:pt x="91" y="185"/>
                  </a:cubicBezTo>
                  <a:cubicBezTo>
                    <a:pt x="91" y="185"/>
                    <a:pt x="91" y="185"/>
                    <a:pt x="91" y="185"/>
                  </a:cubicBezTo>
                  <a:cubicBezTo>
                    <a:pt x="91" y="184"/>
                    <a:pt x="91" y="184"/>
                    <a:pt x="92" y="184"/>
                  </a:cubicBezTo>
                  <a:cubicBezTo>
                    <a:pt x="92" y="184"/>
                    <a:pt x="92" y="184"/>
                    <a:pt x="92" y="184"/>
                  </a:cubicBezTo>
                  <a:cubicBezTo>
                    <a:pt x="92" y="184"/>
                    <a:pt x="93" y="185"/>
                    <a:pt x="93" y="185"/>
                  </a:cubicBezTo>
                  <a:close/>
                  <a:moveTo>
                    <a:pt x="82" y="192"/>
                  </a:moveTo>
                  <a:cubicBezTo>
                    <a:pt x="82" y="193"/>
                    <a:pt x="82" y="194"/>
                    <a:pt x="81" y="194"/>
                  </a:cubicBezTo>
                  <a:cubicBezTo>
                    <a:pt x="81" y="194"/>
                    <a:pt x="81" y="194"/>
                    <a:pt x="81" y="194"/>
                  </a:cubicBezTo>
                  <a:cubicBezTo>
                    <a:pt x="81" y="195"/>
                    <a:pt x="80" y="194"/>
                    <a:pt x="79" y="194"/>
                  </a:cubicBezTo>
                  <a:cubicBezTo>
                    <a:pt x="79" y="194"/>
                    <a:pt x="79" y="194"/>
                    <a:pt x="79" y="194"/>
                  </a:cubicBezTo>
                  <a:cubicBezTo>
                    <a:pt x="79" y="193"/>
                    <a:pt x="79" y="192"/>
                    <a:pt x="80" y="192"/>
                  </a:cubicBezTo>
                  <a:cubicBezTo>
                    <a:pt x="80" y="192"/>
                    <a:pt x="80" y="192"/>
                    <a:pt x="80" y="192"/>
                  </a:cubicBezTo>
                  <a:cubicBezTo>
                    <a:pt x="80" y="192"/>
                    <a:pt x="80" y="192"/>
                    <a:pt x="80" y="192"/>
                  </a:cubicBezTo>
                  <a:cubicBezTo>
                    <a:pt x="80" y="192"/>
                    <a:pt x="80" y="192"/>
                    <a:pt x="80" y="192"/>
                  </a:cubicBezTo>
                  <a:cubicBezTo>
                    <a:pt x="81" y="192"/>
                    <a:pt x="81" y="192"/>
                    <a:pt x="82" y="192"/>
                  </a:cubicBezTo>
                  <a:close/>
                  <a:moveTo>
                    <a:pt x="70" y="200"/>
                  </a:moveTo>
                  <a:cubicBezTo>
                    <a:pt x="71" y="200"/>
                    <a:pt x="70" y="201"/>
                    <a:pt x="70" y="202"/>
                  </a:cubicBezTo>
                  <a:cubicBezTo>
                    <a:pt x="70" y="202"/>
                    <a:pt x="70" y="202"/>
                    <a:pt x="70" y="202"/>
                  </a:cubicBezTo>
                  <a:cubicBezTo>
                    <a:pt x="69" y="202"/>
                    <a:pt x="68" y="202"/>
                    <a:pt x="68" y="201"/>
                  </a:cubicBezTo>
                  <a:cubicBezTo>
                    <a:pt x="68" y="201"/>
                    <a:pt x="68" y="201"/>
                    <a:pt x="68" y="201"/>
                  </a:cubicBezTo>
                  <a:cubicBezTo>
                    <a:pt x="68" y="201"/>
                    <a:pt x="68" y="200"/>
                    <a:pt x="68" y="199"/>
                  </a:cubicBezTo>
                  <a:cubicBezTo>
                    <a:pt x="68" y="199"/>
                    <a:pt x="68" y="199"/>
                    <a:pt x="68" y="199"/>
                  </a:cubicBezTo>
                  <a:cubicBezTo>
                    <a:pt x="69" y="199"/>
                    <a:pt x="69" y="199"/>
                    <a:pt x="69" y="199"/>
                  </a:cubicBezTo>
                  <a:cubicBezTo>
                    <a:pt x="69" y="199"/>
                    <a:pt x="69" y="199"/>
                    <a:pt x="69" y="199"/>
                  </a:cubicBezTo>
                  <a:cubicBezTo>
                    <a:pt x="70" y="199"/>
                    <a:pt x="70" y="199"/>
                    <a:pt x="70" y="200"/>
                  </a:cubicBezTo>
                  <a:close/>
                  <a:moveTo>
                    <a:pt x="59" y="207"/>
                  </a:moveTo>
                  <a:cubicBezTo>
                    <a:pt x="59" y="208"/>
                    <a:pt x="59" y="209"/>
                    <a:pt x="59" y="209"/>
                  </a:cubicBezTo>
                  <a:cubicBezTo>
                    <a:pt x="59" y="209"/>
                    <a:pt x="59" y="209"/>
                    <a:pt x="59" y="209"/>
                  </a:cubicBezTo>
                  <a:cubicBezTo>
                    <a:pt x="58" y="209"/>
                    <a:pt x="57" y="209"/>
                    <a:pt x="57" y="209"/>
                  </a:cubicBezTo>
                  <a:cubicBezTo>
                    <a:pt x="57" y="209"/>
                    <a:pt x="57" y="209"/>
                    <a:pt x="57" y="209"/>
                  </a:cubicBezTo>
                  <a:cubicBezTo>
                    <a:pt x="56" y="208"/>
                    <a:pt x="56" y="207"/>
                    <a:pt x="57" y="207"/>
                  </a:cubicBezTo>
                  <a:cubicBezTo>
                    <a:pt x="57" y="207"/>
                    <a:pt x="57" y="207"/>
                    <a:pt x="57" y="207"/>
                  </a:cubicBezTo>
                  <a:cubicBezTo>
                    <a:pt x="57" y="207"/>
                    <a:pt x="58" y="206"/>
                    <a:pt x="58" y="206"/>
                  </a:cubicBezTo>
                  <a:cubicBezTo>
                    <a:pt x="58" y="206"/>
                    <a:pt x="58" y="206"/>
                    <a:pt x="58" y="206"/>
                  </a:cubicBezTo>
                  <a:cubicBezTo>
                    <a:pt x="58" y="206"/>
                    <a:pt x="59" y="207"/>
                    <a:pt x="59" y="207"/>
                  </a:cubicBezTo>
                  <a:close/>
                  <a:moveTo>
                    <a:pt x="48" y="214"/>
                  </a:moveTo>
                  <a:cubicBezTo>
                    <a:pt x="48" y="215"/>
                    <a:pt x="48" y="216"/>
                    <a:pt x="47" y="216"/>
                  </a:cubicBezTo>
                  <a:cubicBezTo>
                    <a:pt x="47" y="216"/>
                    <a:pt x="47" y="216"/>
                    <a:pt x="47" y="216"/>
                  </a:cubicBezTo>
                  <a:cubicBezTo>
                    <a:pt x="47" y="217"/>
                    <a:pt x="46" y="217"/>
                    <a:pt x="45" y="216"/>
                  </a:cubicBezTo>
                  <a:cubicBezTo>
                    <a:pt x="45" y="216"/>
                    <a:pt x="45" y="216"/>
                    <a:pt x="45" y="216"/>
                  </a:cubicBezTo>
                  <a:cubicBezTo>
                    <a:pt x="45" y="215"/>
                    <a:pt x="45" y="214"/>
                    <a:pt x="46" y="214"/>
                  </a:cubicBezTo>
                  <a:cubicBezTo>
                    <a:pt x="46" y="214"/>
                    <a:pt x="46" y="214"/>
                    <a:pt x="46" y="214"/>
                  </a:cubicBezTo>
                  <a:cubicBezTo>
                    <a:pt x="46" y="214"/>
                    <a:pt x="46" y="214"/>
                    <a:pt x="46" y="214"/>
                  </a:cubicBezTo>
                  <a:cubicBezTo>
                    <a:pt x="46" y="214"/>
                    <a:pt x="46" y="214"/>
                    <a:pt x="46" y="214"/>
                  </a:cubicBezTo>
                  <a:cubicBezTo>
                    <a:pt x="47" y="214"/>
                    <a:pt x="47" y="214"/>
                    <a:pt x="48" y="214"/>
                  </a:cubicBezTo>
                  <a:close/>
                  <a:moveTo>
                    <a:pt x="36" y="222"/>
                  </a:moveTo>
                  <a:cubicBezTo>
                    <a:pt x="37" y="222"/>
                    <a:pt x="37" y="223"/>
                    <a:pt x="36" y="224"/>
                  </a:cubicBezTo>
                  <a:cubicBezTo>
                    <a:pt x="36" y="224"/>
                    <a:pt x="36" y="224"/>
                    <a:pt x="36" y="224"/>
                  </a:cubicBezTo>
                  <a:cubicBezTo>
                    <a:pt x="35" y="224"/>
                    <a:pt x="34" y="224"/>
                    <a:pt x="34" y="223"/>
                  </a:cubicBezTo>
                  <a:cubicBezTo>
                    <a:pt x="34" y="223"/>
                    <a:pt x="34" y="223"/>
                    <a:pt x="34" y="223"/>
                  </a:cubicBezTo>
                  <a:cubicBezTo>
                    <a:pt x="34" y="223"/>
                    <a:pt x="34" y="222"/>
                    <a:pt x="34" y="221"/>
                  </a:cubicBezTo>
                  <a:cubicBezTo>
                    <a:pt x="34" y="221"/>
                    <a:pt x="34" y="221"/>
                    <a:pt x="34" y="221"/>
                  </a:cubicBezTo>
                  <a:cubicBezTo>
                    <a:pt x="35" y="221"/>
                    <a:pt x="35" y="221"/>
                    <a:pt x="35" y="221"/>
                  </a:cubicBezTo>
                  <a:cubicBezTo>
                    <a:pt x="35" y="221"/>
                    <a:pt x="35" y="221"/>
                    <a:pt x="35" y="221"/>
                  </a:cubicBezTo>
                  <a:cubicBezTo>
                    <a:pt x="36" y="221"/>
                    <a:pt x="36" y="221"/>
                    <a:pt x="36" y="222"/>
                  </a:cubicBezTo>
                  <a:close/>
                  <a:moveTo>
                    <a:pt x="25" y="229"/>
                  </a:moveTo>
                  <a:cubicBezTo>
                    <a:pt x="25" y="230"/>
                    <a:pt x="25" y="231"/>
                    <a:pt x="25" y="231"/>
                  </a:cubicBezTo>
                  <a:cubicBezTo>
                    <a:pt x="25" y="231"/>
                    <a:pt x="25" y="231"/>
                    <a:pt x="25" y="231"/>
                  </a:cubicBezTo>
                  <a:cubicBezTo>
                    <a:pt x="24" y="231"/>
                    <a:pt x="23" y="231"/>
                    <a:pt x="23" y="231"/>
                  </a:cubicBezTo>
                  <a:cubicBezTo>
                    <a:pt x="23" y="231"/>
                    <a:pt x="23" y="231"/>
                    <a:pt x="23" y="231"/>
                  </a:cubicBezTo>
                  <a:cubicBezTo>
                    <a:pt x="22" y="230"/>
                    <a:pt x="23" y="229"/>
                    <a:pt x="23" y="229"/>
                  </a:cubicBezTo>
                  <a:cubicBezTo>
                    <a:pt x="23" y="229"/>
                    <a:pt x="23" y="229"/>
                    <a:pt x="23" y="229"/>
                  </a:cubicBezTo>
                  <a:cubicBezTo>
                    <a:pt x="23" y="229"/>
                    <a:pt x="24" y="229"/>
                    <a:pt x="24" y="229"/>
                  </a:cubicBezTo>
                  <a:cubicBezTo>
                    <a:pt x="24" y="229"/>
                    <a:pt x="24" y="229"/>
                    <a:pt x="24" y="229"/>
                  </a:cubicBezTo>
                  <a:cubicBezTo>
                    <a:pt x="24" y="229"/>
                    <a:pt x="25" y="229"/>
                    <a:pt x="25" y="229"/>
                  </a:cubicBezTo>
                  <a:close/>
                  <a:moveTo>
                    <a:pt x="14" y="237"/>
                  </a:moveTo>
                  <a:cubicBezTo>
                    <a:pt x="14" y="237"/>
                    <a:pt x="14" y="238"/>
                    <a:pt x="13" y="238"/>
                  </a:cubicBezTo>
                  <a:cubicBezTo>
                    <a:pt x="13" y="238"/>
                    <a:pt x="13" y="238"/>
                    <a:pt x="13" y="238"/>
                  </a:cubicBezTo>
                  <a:cubicBezTo>
                    <a:pt x="13" y="239"/>
                    <a:pt x="12" y="239"/>
                    <a:pt x="11" y="238"/>
                  </a:cubicBezTo>
                  <a:cubicBezTo>
                    <a:pt x="11" y="238"/>
                    <a:pt x="11" y="238"/>
                    <a:pt x="11" y="238"/>
                  </a:cubicBezTo>
                  <a:cubicBezTo>
                    <a:pt x="11" y="237"/>
                    <a:pt x="11" y="237"/>
                    <a:pt x="12" y="236"/>
                  </a:cubicBezTo>
                  <a:cubicBezTo>
                    <a:pt x="12" y="236"/>
                    <a:pt x="12" y="236"/>
                    <a:pt x="12" y="236"/>
                  </a:cubicBezTo>
                  <a:cubicBezTo>
                    <a:pt x="12" y="236"/>
                    <a:pt x="12" y="236"/>
                    <a:pt x="13" y="236"/>
                  </a:cubicBezTo>
                  <a:cubicBezTo>
                    <a:pt x="13" y="236"/>
                    <a:pt x="13" y="236"/>
                    <a:pt x="13" y="236"/>
                  </a:cubicBezTo>
                  <a:cubicBezTo>
                    <a:pt x="13" y="236"/>
                    <a:pt x="13" y="236"/>
                    <a:pt x="14" y="237"/>
                  </a:cubicBezTo>
                  <a:close/>
                  <a:moveTo>
                    <a:pt x="2" y="244"/>
                  </a:moveTo>
                  <a:cubicBezTo>
                    <a:pt x="3" y="245"/>
                    <a:pt x="3" y="245"/>
                    <a:pt x="2" y="246"/>
                  </a:cubicBezTo>
                  <a:cubicBezTo>
                    <a:pt x="2" y="246"/>
                    <a:pt x="2" y="246"/>
                    <a:pt x="2" y="246"/>
                  </a:cubicBezTo>
                  <a:cubicBezTo>
                    <a:pt x="1" y="246"/>
                    <a:pt x="1" y="246"/>
                    <a:pt x="0" y="245"/>
                  </a:cubicBezTo>
                  <a:cubicBezTo>
                    <a:pt x="0" y="245"/>
                    <a:pt x="0" y="245"/>
                    <a:pt x="0" y="245"/>
                  </a:cubicBezTo>
                  <a:cubicBezTo>
                    <a:pt x="0" y="245"/>
                    <a:pt x="0" y="244"/>
                    <a:pt x="1" y="244"/>
                  </a:cubicBezTo>
                  <a:cubicBezTo>
                    <a:pt x="1" y="244"/>
                    <a:pt x="1" y="244"/>
                    <a:pt x="1" y="244"/>
                  </a:cubicBezTo>
                  <a:cubicBezTo>
                    <a:pt x="1" y="243"/>
                    <a:pt x="1" y="243"/>
                    <a:pt x="1" y="243"/>
                  </a:cubicBezTo>
                  <a:cubicBezTo>
                    <a:pt x="1" y="243"/>
                    <a:pt x="1" y="243"/>
                    <a:pt x="1" y="243"/>
                  </a:cubicBezTo>
                  <a:cubicBezTo>
                    <a:pt x="2" y="243"/>
                    <a:pt x="2" y="244"/>
                    <a:pt x="2"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 name="Google Shape;314;p6"/>
            <p:cNvSpPr/>
            <p:nvPr/>
          </p:nvSpPr>
          <p:spPr>
            <a:xfrm>
              <a:off x="14565754" y="-448701"/>
              <a:ext cx="19581" cy="19580"/>
            </a:xfrm>
            <a:custGeom>
              <a:avLst/>
              <a:gdLst/>
              <a:ahLst/>
              <a:cxnLst/>
              <a:rect l="l" t="t" r="r" b="b"/>
              <a:pathLst>
                <a:path w="3" h="3" extrusionOk="0">
                  <a:moveTo>
                    <a:pt x="2" y="0"/>
                  </a:moveTo>
                  <a:cubicBezTo>
                    <a:pt x="2" y="0"/>
                    <a:pt x="2" y="0"/>
                    <a:pt x="3" y="0"/>
                  </a:cubicBezTo>
                  <a:cubicBezTo>
                    <a:pt x="3" y="1"/>
                    <a:pt x="3" y="1"/>
                    <a:pt x="3" y="1"/>
                  </a:cubicBezTo>
                  <a:cubicBezTo>
                    <a:pt x="3" y="1"/>
                    <a:pt x="3" y="2"/>
                    <a:pt x="3" y="2"/>
                  </a:cubicBezTo>
                  <a:cubicBezTo>
                    <a:pt x="3" y="2"/>
                    <a:pt x="3" y="2"/>
                    <a:pt x="3" y="2"/>
                  </a:cubicBezTo>
                  <a:cubicBezTo>
                    <a:pt x="3" y="2"/>
                    <a:pt x="2" y="2"/>
                    <a:pt x="2" y="2"/>
                  </a:cubicBezTo>
                  <a:cubicBezTo>
                    <a:pt x="2" y="3"/>
                    <a:pt x="2" y="3"/>
                    <a:pt x="1" y="2"/>
                  </a:cubicBezTo>
                  <a:cubicBezTo>
                    <a:pt x="1" y="2"/>
                    <a:pt x="1" y="2"/>
                    <a:pt x="1" y="2"/>
                  </a:cubicBezTo>
                  <a:cubicBezTo>
                    <a:pt x="1" y="2"/>
                    <a:pt x="0" y="2"/>
                    <a:pt x="0" y="1"/>
                  </a:cubicBezTo>
                  <a:cubicBezTo>
                    <a:pt x="0" y="1"/>
                    <a:pt x="1" y="1"/>
                    <a:pt x="1" y="0"/>
                  </a:cubicBezTo>
                  <a:cubicBezTo>
                    <a:pt x="1" y="0"/>
                    <a:pt x="1" y="0"/>
                    <a:pt x="1" y="0"/>
                  </a:cubicBezTo>
                  <a:cubicBezTo>
                    <a:pt x="1" y="0"/>
                    <a:pt x="2"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 name="Google Shape;315;p6"/>
            <p:cNvSpPr/>
            <p:nvPr/>
          </p:nvSpPr>
          <p:spPr>
            <a:xfrm>
              <a:off x="11969372" y="1152983"/>
              <a:ext cx="19581" cy="11748"/>
            </a:xfrm>
            <a:custGeom>
              <a:avLst/>
              <a:gdLst/>
              <a:ahLst/>
              <a:cxnLst/>
              <a:rect l="l" t="t" r="r" b="b"/>
              <a:pathLst>
                <a:path w="3" h="2" extrusionOk="0">
                  <a:moveTo>
                    <a:pt x="2" y="0"/>
                  </a:moveTo>
                  <a:cubicBezTo>
                    <a:pt x="2" y="0"/>
                    <a:pt x="2" y="0"/>
                    <a:pt x="2" y="0"/>
                  </a:cubicBezTo>
                  <a:cubicBezTo>
                    <a:pt x="2" y="0"/>
                    <a:pt x="2" y="0"/>
                    <a:pt x="3" y="0"/>
                  </a:cubicBezTo>
                  <a:cubicBezTo>
                    <a:pt x="3" y="0"/>
                    <a:pt x="3" y="1"/>
                    <a:pt x="3" y="1"/>
                  </a:cubicBezTo>
                  <a:cubicBezTo>
                    <a:pt x="3" y="1"/>
                    <a:pt x="3" y="2"/>
                    <a:pt x="3" y="2"/>
                  </a:cubicBezTo>
                  <a:cubicBezTo>
                    <a:pt x="2" y="2"/>
                    <a:pt x="1" y="2"/>
                    <a:pt x="1" y="2"/>
                  </a:cubicBezTo>
                  <a:cubicBezTo>
                    <a:pt x="0" y="2"/>
                    <a:pt x="0" y="1"/>
                    <a:pt x="0" y="1"/>
                  </a:cubicBezTo>
                  <a:cubicBezTo>
                    <a:pt x="0" y="1"/>
                    <a:pt x="0" y="1"/>
                    <a:pt x="0" y="1"/>
                  </a:cubicBezTo>
                  <a:cubicBezTo>
                    <a:pt x="0" y="0"/>
                    <a:pt x="1" y="0"/>
                    <a:pt x="1" y="0"/>
                  </a:cubicBezTo>
                  <a:cubicBezTo>
                    <a:pt x="1" y="0"/>
                    <a:pt x="1" y="0"/>
                    <a:pt x="1" y="0"/>
                  </a:cubicBezTo>
                  <a:cubicBezTo>
                    <a:pt x="1" y="0"/>
                    <a:pt x="1"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 name="Google Shape;316;p6"/>
            <p:cNvSpPr/>
            <p:nvPr/>
          </p:nvSpPr>
          <p:spPr>
            <a:xfrm>
              <a:off x="12035946" y="-405624"/>
              <a:ext cx="2337917" cy="1527278"/>
            </a:xfrm>
            <a:custGeom>
              <a:avLst/>
              <a:gdLst/>
              <a:ahLst/>
              <a:cxnLst/>
              <a:rect l="l" t="t" r="r" b="b"/>
              <a:pathLst>
                <a:path w="377" h="246" extrusionOk="0">
                  <a:moveTo>
                    <a:pt x="376" y="1"/>
                  </a:moveTo>
                  <a:cubicBezTo>
                    <a:pt x="377" y="1"/>
                    <a:pt x="376" y="2"/>
                    <a:pt x="376" y="3"/>
                  </a:cubicBezTo>
                  <a:cubicBezTo>
                    <a:pt x="376" y="3"/>
                    <a:pt x="376" y="3"/>
                    <a:pt x="376" y="3"/>
                  </a:cubicBezTo>
                  <a:cubicBezTo>
                    <a:pt x="375" y="3"/>
                    <a:pt x="374" y="3"/>
                    <a:pt x="374" y="2"/>
                  </a:cubicBezTo>
                  <a:cubicBezTo>
                    <a:pt x="374" y="2"/>
                    <a:pt x="374" y="2"/>
                    <a:pt x="374" y="2"/>
                  </a:cubicBezTo>
                  <a:cubicBezTo>
                    <a:pt x="374" y="2"/>
                    <a:pt x="374" y="1"/>
                    <a:pt x="374" y="0"/>
                  </a:cubicBezTo>
                  <a:cubicBezTo>
                    <a:pt x="374" y="0"/>
                    <a:pt x="374" y="0"/>
                    <a:pt x="374" y="0"/>
                  </a:cubicBezTo>
                  <a:cubicBezTo>
                    <a:pt x="375" y="0"/>
                    <a:pt x="375" y="0"/>
                    <a:pt x="375" y="0"/>
                  </a:cubicBezTo>
                  <a:cubicBezTo>
                    <a:pt x="375" y="0"/>
                    <a:pt x="375" y="0"/>
                    <a:pt x="375" y="0"/>
                  </a:cubicBezTo>
                  <a:cubicBezTo>
                    <a:pt x="376" y="0"/>
                    <a:pt x="376" y="0"/>
                    <a:pt x="376" y="1"/>
                  </a:cubicBezTo>
                  <a:close/>
                  <a:moveTo>
                    <a:pt x="365" y="8"/>
                  </a:moveTo>
                  <a:cubicBezTo>
                    <a:pt x="365" y="9"/>
                    <a:pt x="365" y="10"/>
                    <a:pt x="365" y="10"/>
                  </a:cubicBezTo>
                  <a:cubicBezTo>
                    <a:pt x="365" y="10"/>
                    <a:pt x="365" y="10"/>
                    <a:pt x="365" y="10"/>
                  </a:cubicBezTo>
                  <a:cubicBezTo>
                    <a:pt x="364" y="10"/>
                    <a:pt x="363" y="10"/>
                    <a:pt x="363" y="10"/>
                  </a:cubicBezTo>
                  <a:cubicBezTo>
                    <a:pt x="363" y="10"/>
                    <a:pt x="363" y="10"/>
                    <a:pt x="363" y="10"/>
                  </a:cubicBezTo>
                  <a:cubicBezTo>
                    <a:pt x="362" y="9"/>
                    <a:pt x="362" y="8"/>
                    <a:pt x="363" y="8"/>
                  </a:cubicBezTo>
                  <a:cubicBezTo>
                    <a:pt x="363" y="8"/>
                    <a:pt x="363" y="8"/>
                    <a:pt x="363" y="8"/>
                  </a:cubicBezTo>
                  <a:cubicBezTo>
                    <a:pt x="363" y="8"/>
                    <a:pt x="364" y="8"/>
                    <a:pt x="364" y="8"/>
                  </a:cubicBezTo>
                  <a:cubicBezTo>
                    <a:pt x="364" y="8"/>
                    <a:pt x="364" y="8"/>
                    <a:pt x="364" y="8"/>
                  </a:cubicBezTo>
                  <a:cubicBezTo>
                    <a:pt x="364" y="8"/>
                    <a:pt x="365" y="8"/>
                    <a:pt x="365" y="8"/>
                  </a:cubicBezTo>
                  <a:close/>
                  <a:moveTo>
                    <a:pt x="354" y="16"/>
                  </a:moveTo>
                  <a:cubicBezTo>
                    <a:pt x="354" y="16"/>
                    <a:pt x="354" y="17"/>
                    <a:pt x="353" y="17"/>
                  </a:cubicBezTo>
                  <a:cubicBezTo>
                    <a:pt x="353" y="17"/>
                    <a:pt x="353" y="17"/>
                    <a:pt x="353" y="17"/>
                  </a:cubicBezTo>
                  <a:cubicBezTo>
                    <a:pt x="353" y="18"/>
                    <a:pt x="352" y="18"/>
                    <a:pt x="351" y="17"/>
                  </a:cubicBezTo>
                  <a:cubicBezTo>
                    <a:pt x="351" y="17"/>
                    <a:pt x="351" y="17"/>
                    <a:pt x="351" y="17"/>
                  </a:cubicBezTo>
                  <a:cubicBezTo>
                    <a:pt x="351" y="16"/>
                    <a:pt x="351" y="16"/>
                    <a:pt x="352" y="15"/>
                  </a:cubicBezTo>
                  <a:cubicBezTo>
                    <a:pt x="352" y="15"/>
                    <a:pt x="352" y="15"/>
                    <a:pt x="352" y="15"/>
                  </a:cubicBezTo>
                  <a:cubicBezTo>
                    <a:pt x="352" y="15"/>
                    <a:pt x="352" y="15"/>
                    <a:pt x="352" y="15"/>
                  </a:cubicBezTo>
                  <a:cubicBezTo>
                    <a:pt x="352" y="15"/>
                    <a:pt x="352" y="15"/>
                    <a:pt x="352" y="15"/>
                  </a:cubicBezTo>
                  <a:cubicBezTo>
                    <a:pt x="353" y="15"/>
                    <a:pt x="353" y="15"/>
                    <a:pt x="354" y="16"/>
                  </a:cubicBezTo>
                  <a:close/>
                  <a:moveTo>
                    <a:pt x="342" y="23"/>
                  </a:moveTo>
                  <a:cubicBezTo>
                    <a:pt x="343" y="24"/>
                    <a:pt x="343" y="24"/>
                    <a:pt x="342" y="25"/>
                  </a:cubicBezTo>
                  <a:cubicBezTo>
                    <a:pt x="342" y="25"/>
                    <a:pt x="342" y="25"/>
                    <a:pt x="342" y="25"/>
                  </a:cubicBezTo>
                  <a:cubicBezTo>
                    <a:pt x="341" y="25"/>
                    <a:pt x="340" y="25"/>
                    <a:pt x="340" y="24"/>
                  </a:cubicBezTo>
                  <a:cubicBezTo>
                    <a:pt x="340" y="24"/>
                    <a:pt x="340" y="24"/>
                    <a:pt x="340" y="24"/>
                  </a:cubicBezTo>
                  <a:cubicBezTo>
                    <a:pt x="340" y="24"/>
                    <a:pt x="340" y="23"/>
                    <a:pt x="340" y="23"/>
                  </a:cubicBezTo>
                  <a:cubicBezTo>
                    <a:pt x="340" y="23"/>
                    <a:pt x="340" y="23"/>
                    <a:pt x="340" y="23"/>
                  </a:cubicBezTo>
                  <a:cubicBezTo>
                    <a:pt x="341" y="22"/>
                    <a:pt x="341" y="22"/>
                    <a:pt x="341" y="22"/>
                  </a:cubicBezTo>
                  <a:cubicBezTo>
                    <a:pt x="341" y="22"/>
                    <a:pt x="341" y="22"/>
                    <a:pt x="341" y="22"/>
                  </a:cubicBezTo>
                  <a:cubicBezTo>
                    <a:pt x="342" y="22"/>
                    <a:pt x="342" y="23"/>
                    <a:pt x="342" y="23"/>
                  </a:cubicBezTo>
                  <a:close/>
                  <a:moveTo>
                    <a:pt x="331" y="30"/>
                  </a:moveTo>
                  <a:cubicBezTo>
                    <a:pt x="331" y="31"/>
                    <a:pt x="331" y="32"/>
                    <a:pt x="331" y="32"/>
                  </a:cubicBezTo>
                  <a:cubicBezTo>
                    <a:pt x="331" y="32"/>
                    <a:pt x="331" y="32"/>
                    <a:pt x="331" y="32"/>
                  </a:cubicBezTo>
                  <a:cubicBezTo>
                    <a:pt x="330" y="33"/>
                    <a:pt x="329" y="32"/>
                    <a:pt x="329" y="32"/>
                  </a:cubicBezTo>
                  <a:cubicBezTo>
                    <a:pt x="329" y="32"/>
                    <a:pt x="329" y="32"/>
                    <a:pt x="329" y="32"/>
                  </a:cubicBezTo>
                  <a:cubicBezTo>
                    <a:pt x="328" y="31"/>
                    <a:pt x="328" y="30"/>
                    <a:pt x="329" y="30"/>
                  </a:cubicBezTo>
                  <a:cubicBezTo>
                    <a:pt x="329" y="30"/>
                    <a:pt x="329" y="30"/>
                    <a:pt x="329" y="30"/>
                  </a:cubicBezTo>
                  <a:cubicBezTo>
                    <a:pt x="329" y="30"/>
                    <a:pt x="330" y="30"/>
                    <a:pt x="330" y="30"/>
                  </a:cubicBezTo>
                  <a:cubicBezTo>
                    <a:pt x="330" y="30"/>
                    <a:pt x="330" y="30"/>
                    <a:pt x="330" y="30"/>
                  </a:cubicBezTo>
                  <a:cubicBezTo>
                    <a:pt x="330" y="30"/>
                    <a:pt x="331" y="30"/>
                    <a:pt x="331" y="30"/>
                  </a:cubicBezTo>
                  <a:close/>
                  <a:moveTo>
                    <a:pt x="320" y="38"/>
                  </a:moveTo>
                  <a:cubicBezTo>
                    <a:pt x="320" y="38"/>
                    <a:pt x="320" y="39"/>
                    <a:pt x="319" y="40"/>
                  </a:cubicBezTo>
                  <a:cubicBezTo>
                    <a:pt x="319" y="40"/>
                    <a:pt x="319" y="40"/>
                    <a:pt x="319" y="40"/>
                  </a:cubicBezTo>
                  <a:cubicBezTo>
                    <a:pt x="319" y="40"/>
                    <a:pt x="318" y="40"/>
                    <a:pt x="317" y="39"/>
                  </a:cubicBezTo>
                  <a:cubicBezTo>
                    <a:pt x="317" y="39"/>
                    <a:pt x="317" y="39"/>
                    <a:pt x="317" y="39"/>
                  </a:cubicBezTo>
                  <a:cubicBezTo>
                    <a:pt x="317" y="39"/>
                    <a:pt x="317" y="38"/>
                    <a:pt x="318" y="37"/>
                  </a:cubicBezTo>
                  <a:cubicBezTo>
                    <a:pt x="318" y="37"/>
                    <a:pt x="318" y="37"/>
                    <a:pt x="318" y="37"/>
                  </a:cubicBezTo>
                  <a:cubicBezTo>
                    <a:pt x="318" y="37"/>
                    <a:pt x="318" y="37"/>
                    <a:pt x="319" y="37"/>
                  </a:cubicBezTo>
                  <a:cubicBezTo>
                    <a:pt x="319" y="37"/>
                    <a:pt x="319" y="37"/>
                    <a:pt x="319" y="37"/>
                  </a:cubicBezTo>
                  <a:cubicBezTo>
                    <a:pt x="319" y="37"/>
                    <a:pt x="319" y="37"/>
                    <a:pt x="320" y="38"/>
                  </a:cubicBezTo>
                  <a:close/>
                  <a:moveTo>
                    <a:pt x="308" y="45"/>
                  </a:moveTo>
                  <a:cubicBezTo>
                    <a:pt x="309" y="46"/>
                    <a:pt x="309" y="46"/>
                    <a:pt x="308" y="47"/>
                  </a:cubicBezTo>
                  <a:cubicBezTo>
                    <a:pt x="308" y="47"/>
                    <a:pt x="308" y="47"/>
                    <a:pt x="308" y="47"/>
                  </a:cubicBezTo>
                  <a:cubicBezTo>
                    <a:pt x="307" y="47"/>
                    <a:pt x="307" y="47"/>
                    <a:pt x="306" y="47"/>
                  </a:cubicBezTo>
                  <a:cubicBezTo>
                    <a:pt x="306" y="47"/>
                    <a:pt x="306" y="47"/>
                    <a:pt x="306" y="47"/>
                  </a:cubicBezTo>
                  <a:cubicBezTo>
                    <a:pt x="306" y="46"/>
                    <a:pt x="306" y="45"/>
                    <a:pt x="306" y="45"/>
                  </a:cubicBezTo>
                  <a:cubicBezTo>
                    <a:pt x="306" y="45"/>
                    <a:pt x="306" y="45"/>
                    <a:pt x="306" y="45"/>
                  </a:cubicBezTo>
                  <a:cubicBezTo>
                    <a:pt x="307" y="45"/>
                    <a:pt x="307" y="44"/>
                    <a:pt x="307" y="44"/>
                  </a:cubicBezTo>
                  <a:cubicBezTo>
                    <a:pt x="307" y="44"/>
                    <a:pt x="307" y="44"/>
                    <a:pt x="307" y="44"/>
                  </a:cubicBezTo>
                  <a:cubicBezTo>
                    <a:pt x="308" y="44"/>
                    <a:pt x="308" y="45"/>
                    <a:pt x="308" y="45"/>
                  </a:cubicBezTo>
                  <a:close/>
                  <a:moveTo>
                    <a:pt x="297" y="52"/>
                  </a:moveTo>
                  <a:cubicBezTo>
                    <a:pt x="297" y="53"/>
                    <a:pt x="297" y="54"/>
                    <a:pt x="297" y="54"/>
                  </a:cubicBezTo>
                  <a:cubicBezTo>
                    <a:pt x="297" y="54"/>
                    <a:pt x="297" y="54"/>
                    <a:pt x="297" y="54"/>
                  </a:cubicBezTo>
                  <a:cubicBezTo>
                    <a:pt x="296" y="55"/>
                    <a:pt x="295" y="54"/>
                    <a:pt x="295" y="54"/>
                  </a:cubicBezTo>
                  <a:cubicBezTo>
                    <a:pt x="295" y="54"/>
                    <a:pt x="295" y="54"/>
                    <a:pt x="295" y="54"/>
                  </a:cubicBezTo>
                  <a:cubicBezTo>
                    <a:pt x="294" y="53"/>
                    <a:pt x="295" y="52"/>
                    <a:pt x="295" y="52"/>
                  </a:cubicBezTo>
                  <a:cubicBezTo>
                    <a:pt x="295" y="52"/>
                    <a:pt x="295" y="52"/>
                    <a:pt x="295" y="52"/>
                  </a:cubicBezTo>
                  <a:cubicBezTo>
                    <a:pt x="295" y="52"/>
                    <a:pt x="296" y="52"/>
                    <a:pt x="296" y="52"/>
                  </a:cubicBezTo>
                  <a:cubicBezTo>
                    <a:pt x="296" y="52"/>
                    <a:pt x="296" y="52"/>
                    <a:pt x="296" y="52"/>
                  </a:cubicBezTo>
                  <a:cubicBezTo>
                    <a:pt x="296" y="52"/>
                    <a:pt x="297" y="52"/>
                    <a:pt x="297" y="52"/>
                  </a:cubicBezTo>
                  <a:close/>
                  <a:moveTo>
                    <a:pt x="286" y="60"/>
                  </a:moveTo>
                  <a:cubicBezTo>
                    <a:pt x="286" y="60"/>
                    <a:pt x="286" y="61"/>
                    <a:pt x="285" y="62"/>
                  </a:cubicBezTo>
                  <a:cubicBezTo>
                    <a:pt x="285" y="62"/>
                    <a:pt x="285" y="62"/>
                    <a:pt x="285" y="62"/>
                  </a:cubicBezTo>
                  <a:cubicBezTo>
                    <a:pt x="285" y="62"/>
                    <a:pt x="284" y="62"/>
                    <a:pt x="284" y="61"/>
                  </a:cubicBezTo>
                  <a:cubicBezTo>
                    <a:pt x="284" y="61"/>
                    <a:pt x="284" y="61"/>
                    <a:pt x="284" y="61"/>
                  </a:cubicBezTo>
                  <a:cubicBezTo>
                    <a:pt x="283" y="61"/>
                    <a:pt x="283" y="60"/>
                    <a:pt x="284" y="59"/>
                  </a:cubicBezTo>
                  <a:cubicBezTo>
                    <a:pt x="284" y="59"/>
                    <a:pt x="284" y="59"/>
                    <a:pt x="284" y="59"/>
                  </a:cubicBezTo>
                  <a:cubicBezTo>
                    <a:pt x="284" y="59"/>
                    <a:pt x="284" y="59"/>
                    <a:pt x="285" y="59"/>
                  </a:cubicBezTo>
                  <a:cubicBezTo>
                    <a:pt x="285" y="59"/>
                    <a:pt x="285" y="59"/>
                    <a:pt x="285" y="59"/>
                  </a:cubicBezTo>
                  <a:cubicBezTo>
                    <a:pt x="285" y="59"/>
                    <a:pt x="285" y="59"/>
                    <a:pt x="286" y="60"/>
                  </a:cubicBezTo>
                  <a:close/>
                  <a:moveTo>
                    <a:pt x="274" y="67"/>
                  </a:moveTo>
                  <a:cubicBezTo>
                    <a:pt x="275" y="68"/>
                    <a:pt x="275" y="69"/>
                    <a:pt x="274" y="69"/>
                  </a:cubicBezTo>
                  <a:cubicBezTo>
                    <a:pt x="274" y="69"/>
                    <a:pt x="274" y="69"/>
                    <a:pt x="274" y="69"/>
                  </a:cubicBezTo>
                  <a:cubicBezTo>
                    <a:pt x="273" y="69"/>
                    <a:pt x="273" y="69"/>
                    <a:pt x="272" y="69"/>
                  </a:cubicBezTo>
                  <a:cubicBezTo>
                    <a:pt x="272" y="69"/>
                    <a:pt x="272" y="69"/>
                    <a:pt x="272" y="69"/>
                  </a:cubicBezTo>
                  <a:cubicBezTo>
                    <a:pt x="272" y="68"/>
                    <a:pt x="272" y="67"/>
                    <a:pt x="273" y="67"/>
                  </a:cubicBezTo>
                  <a:cubicBezTo>
                    <a:pt x="273" y="67"/>
                    <a:pt x="273" y="67"/>
                    <a:pt x="273" y="67"/>
                  </a:cubicBezTo>
                  <a:cubicBezTo>
                    <a:pt x="273" y="67"/>
                    <a:pt x="273" y="67"/>
                    <a:pt x="273" y="67"/>
                  </a:cubicBezTo>
                  <a:cubicBezTo>
                    <a:pt x="273" y="67"/>
                    <a:pt x="273" y="67"/>
                    <a:pt x="273" y="67"/>
                  </a:cubicBezTo>
                  <a:cubicBezTo>
                    <a:pt x="274" y="67"/>
                    <a:pt x="274" y="67"/>
                    <a:pt x="274" y="67"/>
                  </a:cubicBezTo>
                  <a:close/>
                  <a:moveTo>
                    <a:pt x="263" y="75"/>
                  </a:moveTo>
                  <a:cubicBezTo>
                    <a:pt x="264" y="75"/>
                    <a:pt x="263" y="76"/>
                    <a:pt x="263" y="76"/>
                  </a:cubicBezTo>
                  <a:cubicBezTo>
                    <a:pt x="263" y="76"/>
                    <a:pt x="263" y="76"/>
                    <a:pt x="263" y="76"/>
                  </a:cubicBezTo>
                  <a:cubicBezTo>
                    <a:pt x="262" y="77"/>
                    <a:pt x="261" y="77"/>
                    <a:pt x="261" y="76"/>
                  </a:cubicBezTo>
                  <a:cubicBezTo>
                    <a:pt x="261" y="76"/>
                    <a:pt x="261" y="76"/>
                    <a:pt x="261" y="76"/>
                  </a:cubicBezTo>
                  <a:cubicBezTo>
                    <a:pt x="260" y="75"/>
                    <a:pt x="261" y="75"/>
                    <a:pt x="261" y="74"/>
                  </a:cubicBezTo>
                  <a:cubicBezTo>
                    <a:pt x="261" y="74"/>
                    <a:pt x="261" y="74"/>
                    <a:pt x="261" y="74"/>
                  </a:cubicBezTo>
                  <a:cubicBezTo>
                    <a:pt x="262" y="74"/>
                    <a:pt x="262" y="74"/>
                    <a:pt x="262" y="74"/>
                  </a:cubicBezTo>
                  <a:cubicBezTo>
                    <a:pt x="262" y="74"/>
                    <a:pt x="262" y="74"/>
                    <a:pt x="262" y="74"/>
                  </a:cubicBezTo>
                  <a:cubicBezTo>
                    <a:pt x="262" y="74"/>
                    <a:pt x="263" y="74"/>
                    <a:pt x="263" y="75"/>
                  </a:cubicBezTo>
                  <a:close/>
                  <a:moveTo>
                    <a:pt x="252" y="82"/>
                  </a:moveTo>
                  <a:cubicBezTo>
                    <a:pt x="252" y="83"/>
                    <a:pt x="252" y="83"/>
                    <a:pt x="251" y="84"/>
                  </a:cubicBezTo>
                  <a:cubicBezTo>
                    <a:pt x="251" y="84"/>
                    <a:pt x="251" y="84"/>
                    <a:pt x="251" y="84"/>
                  </a:cubicBezTo>
                  <a:cubicBezTo>
                    <a:pt x="251" y="84"/>
                    <a:pt x="250" y="84"/>
                    <a:pt x="250" y="83"/>
                  </a:cubicBezTo>
                  <a:cubicBezTo>
                    <a:pt x="250" y="83"/>
                    <a:pt x="250" y="83"/>
                    <a:pt x="250" y="83"/>
                  </a:cubicBezTo>
                  <a:cubicBezTo>
                    <a:pt x="249" y="83"/>
                    <a:pt x="249" y="82"/>
                    <a:pt x="250" y="81"/>
                  </a:cubicBezTo>
                  <a:cubicBezTo>
                    <a:pt x="250" y="81"/>
                    <a:pt x="250" y="81"/>
                    <a:pt x="250" y="81"/>
                  </a:cubicBezTo>
                  <a:cubicBezTo>
                    <a:pt x="250" y="81"/>
                    <a:pt x="250" y="81"/>
                    <a:pt x="251" y="81"/>
                  </a:cubicBezTo>
                  <a:cubicBezTo>
                    <a:pt x="251" y="81"/>
                    <a:pt x="251" y="81"/>
                    <a:pt x="251" y="81"/>
                  </a:cubicBezTo>
                  <a:cubicBezTo>
                    <a:pt x="251" y="81"/>
                    <a:pt x="252" y="81"/>
                    <a:pt x="252" y="82"/>
                  </a:cubicBezTo>
                  <a:close/>
                  <a:moveTo>
                    <a:pt x="240" y="89"/>
                  </a:moveTo>
                  <a:cubicBezTo>
                    <a:pt x="241" y="90"/>
                    <a:pt x="241" y="91"/>
                    <a:pt x="240" y="91"/>
                  </a:cubicBezTo>
                  <a:cubicBezTo>
                    <a:pt x="240" y="91"/>
                    <a:pt x="240" y="91"/>
                    <a:pt x="240" y="91"/>
                  </a:cubicBezTo>
                  <a:cubicBezTo>
                    <a:pt x="240" y="92"/>
                    <a:pt x="239" y="91"/>
                    <a:pt x="238" y="91"/>
                  </a:cubicBezTo>
                  <a:cubicBezTo>
                    <a:pt x="238" y="91"/>
                    <a:pt x="238" y="91"/>
                    <a:pt x="238" y="91"/>
                  </a:cubicBezTo>
                  <a:cubicBezTo>
                    <a:pt x="238" y="90"/>
                    <a:pt x="238" y="89"/>
                    <a:pt x="239" y="89"/>
                  </a:cubicBezTo>
                  <a:cubicBezTo>
                    <a:pt x="239" y="89"/>
                    <a:pt x="239" y="89"/>
                    <a:pt x="239" y="89"/>
                  </a:cubicBezTo>
                  <a:cubicBezTo>
                    <a:pt x="239" y="89"/>
                    <a:pt x="239" y="89"/>
                    <a:pt x="239" y="89"/>
                  </a:cubicBezTo>
                  <a:cubicBezTo>
                    <a:pt x="239" y="89"/>
                    <a:pt x="239" y="89"/>
                    <a:pt x="239" y="89"/>
                  </a:cubicBezTo>
                  <a:cubicBezTo>
                    <a:pt x="240" y="89"/>
                    <a:pt x="240" y="89"/>
                    <a:pt x="240" y="89"/>
                  </a:cubicBezTo>
                  <a:close/>
                  <a:moveTo>
                    <a:pt x="229" y="97"/>
                  </a:moveTo>
                  <a:cubicBezTo>
                    <a:pt x="230" y="97"/>
                    <a:pt x="229" y="98"/>
                    <a:pt x="229" y="98"/>
                  </a:cubicBezTo>
                  <a:cubicBezTo>
                    <a:pt x="229" y="98"/>
                    <a:pt x="229" y="98"/>
                    <a:pt x="229" y="98"/>
                  </a:cubicBezTo>
                  <a:cubicBezTo>
                    <a:pt x="228" y="99"/>
                    <a:pt x="227" y="99"/>
                    <a:pt x="227" y="98"/>
                  </a:cubicBezTo>
                  <a:cubicBezTo>
                    <a:pt x="227" y="98"/>
                    <a:pt x="227" y="98"/>
                    <a:pt x="227" y="98"/>
                  </a:cubicBezTo>
                  <a:cubicBezTo>
                    <a:pt x="227" y="97"/>
                    <a:pt x="227" y="97"/>
                    <a:pt x="227" y="96"/>
                  </a:cubicBezTo>
                  <a:cubicBezTo>
                    <a:pt x="227" y="96"/>
                    <a:pt x="227" y="96"/>
                    <a:pt x="227" y="96"/>
                  </a:cubicBezTo>
                  <a:cubicBezTo>
                    <a:pt x="228" y="96"/>
                    <a:pt x="228" y="96"/>
                    <a:pt x="228" y="96"/>
                  </a:cubicBezTo>
                  <a:cubicBezTo>
                    <a:pt x="228" y="96"/>
                    <a:pt x="228" y="96"/>
                    <a:pt x="228" y="96"/>
                  </a:cubicBezTo>
                  <a:cubicBezTo>
                    <a:pt x="229" y="96"/>
                    <a:pt x="229" y="96"/>
                    <a:pt x="229" y="97"/>
                  </a:cubicBezTo>
                  <a:close/>
                  <a:moveTo>
                    <a:pt x="218" y="104"/>
                  </a:moveTo>
                  <a:cubicBezTo>
                    <a:pt x="218" y="105"/>
                    <a:pt x="218" y="105"/>
                    <a:pt x="217" y="106"/>
                  </a:cubicBezTo>
                  <a:cubicBezTo>
                    <a:pt x="217" y="106"/>
                    <a:pt x="217" y="106"/>
                    <a:pt x="217" y="106"/>
                  </a:cubicBezTo>
                  <a:cubicBezTo>
                    <a:pt x="217" y="106"/>
                    <a:pt x="216" y="106"/>
                    <a:pt x="216" y="105"/>
                  </a:cubicBezTo>
                  <a:cubicBezTo>
                    <a:pt x="216" y="105"/>
                    <a:pt x="216" y="105"/>
                    <a:pt x="216" y="105"/>
                  </a:cubicBezTo>
                  <a:cubicBezTo>
                    <a:pt x="215" y="105"/>
                    <a:pt x="215" y="104"/>
                    <a:pt x="216" y="104"/>
                  </a:cubicBezTo>
                  <a:cubicBezTo>
                    <a:pt x="216" y="104"/>
                    <a:pt x="216" y="104"/>
                    <a:pt x="216" y="104"/>
                  </a:cubicBezTo>
                  <a:cubicBezTo>
                    <a:pt x="216" y="103"/>
                    <a:pt x="217" y="103"/>
                    <a:pt x="217" y="103"/>
                  </a:cubicBezTo>
                  <a:cubicBezTo>
                    <a:pt x="217" y="103"/>
                    <a:pt x="217" y="103"/>
                    <a:pt x="217" y="103"/>
                  </a:cubicBezTo>
                  <a:cubicBezTo>
                    <a:pt x="217" y="103"/>
                    <a:pt x="218" y="104"/>
                    <a:pt x="218" y="104"/>
                  </a:cubicBezTo>
                  <a:close/>
                  <a:moveTo>
                    <a:pt x="207" y="111"/>
                  </a:moveTo>
                  <a:cubicBezTo>
                    <a:pt x="207" y="112"/>
                    <a:pt x="207" y="113"/>
                    <a:pt x="206" y="113"/>
                  </a:cubicBezTo>
                  <a:cubicBezTo>
                    <a:pt x="206" y="113"/>
                    <a:pt x="206" y="113"/>
                    <a:pt x="206" y="113"/>
                  </a:cubicBezTo>
                  <a:cubicBezTo>
                    <a:pt x="206" y="114"/>
                    <a:pt x="205" y="113"/>
                    <a:pt x="204" y="113"/>
                  </a:cubicBezTo>
                  <a:cubicBezTo>
                    <a:pt x="204" y="113"/>
                    <a:pt x="204" y="113"/>
                    <a:pt x="204" y="113"/>
                  </a:cubicBezTo>
                  <a:cubicBezTo>
                    <a:pt x="204" y="112"/>
                    <a:pt x="204" y="111"/>
                    <a:pt x="205" y="111"/>
                  </a:cubicBezTo>
                  <a:cubicBezTo>
                    <a:pt x="205" y="111"/>
                    <a:pt x="205" y="111"/>
                    <a:pt x="205" y="111"/>
                  </a:cubicBezTo>
                  <a:cubicBezTo>
                    <a:pt x="205" y="111"/>
                    <a:pt x="205" y="111"/>
                    <a:pt x="205" y="111"/>
                  </a:cubicBezTo>
                  <a:cubicBezTo>
                    <a:pt x="205" y="111"/>
                    <a:pt x="205" y="111"/>
                    <a:pt x="205" y="111"/>
                  </a:cubicBezTo>
                  <a:cubicBezTo>
                    <a:pt x="206" y="111"/>
                    <a:pt x="206" y="111"/>
                    <a:pt x="207" y="111"/>
                  </a:cubicBezTo>
                  <a:close/>
                  <a:moveTo>
                    <a:pt x="195" y="119"/>
                  </a:moveTo>
                  <a:cubicBezTo>
                    <a:pt x="196" y="119"/>
                    <a:pt x="195" y="120"/>
                    <a:pt x="195" y="121"/>
                  </a:cubicBezTo>
                  <a:cubicBezTo>
                    <a:pt x="195" y="121"/>
                    <a:pt x="195" y="121"/>
                    <a:pt x="195" y="121"/>
                  </a:cubicBezTo>
                  <a:cubicBezTo>
                    <a:pt x="194" y="121"/>
                    <a:pt x="193" y="121"/>
                    <a:pt x="193" y="120"/>
                  </a:cubicBezTo>
                  <a:cubicBezTo>
                    <a:pt x="193" y="120"/>
                    <a:pt x="193" y="120"/>
                    <a:pt x="193" y="120"/>
                  </a:cubicBezTo>
                  <a:cubicBezTo>
                    <a:pt x="193" y="120"/>
                    <a:pt x="193" y="119"/>
                    <a:pt x="193" y="118"/>
                  </a:cubicBezTo>
                  <a:cubicBezTo>
                    <a:pt x="193" y="118"/>
                    <a:pt x="193" y="118"/>
                    <a:pt x="193" y="118"/>
                  </a:cubicBezTo>
                  <a:cubicBezTo>
                    <a:pt x="194" y="118"/>
                    <a:pt x="194" y="118"/>
                    <a:pt x="194" y="118"/>
                  </a:cubicBezTo>
                  <a:cubicBezTo>
                    <a:pt x="194" y="118"/>
                    <a:pt x="194" y="118"/>
                    <a:pt x="194" y="118"/>
                  </a:cubicBezTo>
                  <a:cubicBezTo>
                    <a:pt x="195" y="118"/>
                    <a:pt x="195" y="118"/>
                    <a:pt x="195" y="119"/>
                  </a:cubicBezTo>
                  <a:close/>
                  <a:moveTo>
                    <a:pt x="184" y="126"/>
                  </a:moveTo>
                  <a:cubicBezTo>
                    <a:pt x="184" y="127"/>
                    <a:pt x="184" y="128"/>
                    <a:pt x="184" y="128"/>
                  </a:cubicBezTo>
                  <a:cubicBezTo>
                    <a:pt x="184" y="128"/>
                    <a:pt x="184" y="128"/>
                    <a:pt x="184" y="128"/>
                  </a:cubicBezTo>
                  <a:cubicBezTo>
                    <a:pt x="183" y="128"/>
                    <a:pt x="182" y="128"/>
                    <a:pt x="182" y="128"/>
                  </a:cubicBezTo>
                  <a:cubicBezTo>
                    <a:pt x="182" y="128"/>
                    <a:pt x="182" y="128"/>
                    <a:pt x="182" y="128"/>
                  </a:cubicBezTo>
                  <a:cubicBezTo>
                    <a:pt x="181" y="127"/>
                    <a:pt x="181" y="126"/>
                    <a:pt x="182" y="126"/>
                  </a:cubicBezTo>
                  <a:cubicBezTo>
                    <a:pt x="182" y="126"/>
                    <a:pt x="182" y="126"/>
                    <a:pt x="182" y="126"/>
                  </a:cubicBezTo>
                  <a:cubicBezTo>
                    <a:pt x="182" y="126"/>
                    <a:pt x="183" y="125"/>
                    <a:pt x="183" y="125"/>
                  </a:cubicBezTo>
                  <a:cubicBezTo>
                    <a:pt x="183" y="125"/>
                    <a:pt x="183" y="125"/>
                    <a:pt x="183" y="125"/>
                  </a:cubicBezTo>
                  <a:cubicBezTo>
                    <a:pt x="183" y="125"/>
                    <a:pt x="184" y="126"/>
                    <a:pt x="184" y="126"/>
                  </a:cubicBezTo>
                  <a:close/>
                  <a:moveTo>
                    <a:pt x="173" y="133"/>
                  </a:moveTo>
                  <a:cubicBezTo>
                    <a:pt x="173" y="134"/>
                    <a:pt x="173" y="135"/>
                    <a:pt x="172" y="135"/>
                  </a:cubicBezTo>
                  <a:cubicBezTo>
                    <a:pt x="172" y="135"/>
                    <a:pt x="172" y="135"/>
                    <a:pt x="172" y="135"/>
                  </a:cubicBezTo>
                  <a:cubicBezTo>
                    <a:pt x="172" y="136"/>
                    <a:pt x="171" y="136"/>
                    <a:pt x="170" y="135"/>
                  </a:cubicBezTo>
                  <a:cubicBezTo>
                    <a:pt x="170" y="135"/>
                    <a:pt x="170" y="135"/>
                    <a:pt x="170" y="135"/>
                  </a:cubicBezTo>
                  <a:cubicBezTo>
                    <a:pt x="170" y="134"/>
                    <a:pt x="170" y="133"/>
                    <a:pt x="171" y="133"/>
                  </a:cubicBezTo>
                  <a:cubicBezTo>
                    <a:pt x="171" y="133"/>
                    <a:pt x="171" y="133"/>
                    <a:pt x="171" y="133"/>
                  </a:cubicBezTo>
                  <a:cubicBezTo>
                    <a:pt x="171" y="133"/>
                    <a:pt x="171" y="133"/>
                    <a:pt x="172" y="133"/>
                  </a:cubicBezTo>
                  <a:cubicBezTo>
                    <a:pt x="172" y="133"/>
                    <a:pt x="172" y="133"/>
                    <a:pt x="172" y="133"/>
                  </a:cubicBezTo>
                  <a:cubicBezTo>
                    <a:pt x="172" y="133"/>
                    <a:pt x="172" y="133"/>
                    <a:pt x="173" y="133"/>
                  </a:cubicBezTo>
                  <a:close/>
                  <a:moveTo>
                    <a:pt x="161" y="141"/>
                  </a:moveTo>
                  <a:cubicBezTo>
                    <a:pt x="162" y="141"/>
                    <a:pt x="162" y="142"/>
                    <a:pt x="161" y="143"/>
                  </a:cubicBezTo>
                  <a:cubicBezTo>
                    <a:pt x="161" y="143"/>
                    <a:pt x="161" y="143"/>
                    <a:pt x="161" y="143"/>
                  </a:cubicBezTo>
                  <a:cubicBezTo>
                    <a:pt x="160" y="143"/>
                    <a:pt x="160" y="143"/>
                    <a:pt x="159" y="142"/>
                  </a:cubicBezTo>
                  <a:cubicBezTo>
                    <a:pt x="159" y="142"/>
                    <a:pt x="159" y="142"/>
                    <a:pt x="159" y="142"/>
                  </a:cubicBezTo>
                  <a:cubicBezTo>
                    <a:pt x="159" y="142"/>
                    <a:pt x="159" y="141"/>
                    <a:pt x="159" y="140"/>
                  </a:cubicBezTo>
                  <a:cubicBezTo>
                    <a:pt x="159" y="140"/>
                    <a:pt x="159" y="140"/>
                    <a:pt x="159" y="140"/>
                  </a:cubicBezTo>
                  <a:cubicBezTo>
                    <a:pt x="160" y="140"/>
                    <a:pt x="160" y="140"/>
                    <a:pt x="160" y="140"/>
                  </a:cubicBezTo>
                  <a:cubicBezTo>
                    <a:pt x="160" y="140"/>
                    <a:pt x="160" y="140"/>
                    <a:pt x="160" y="140"/>
                  </a:cubicBezTo>
                  <a:cubicBezTo>
                    <a:pt x="161" y="140"/>
                    <a:pt x="161" y="140"/>
                    <a:pt x="161" y="141"/>
                  </a:cubicBezTo>
                  <a:close/>
                  <a:moveTo>
                    <a:pt x="150" y="148"/>
                  </a:moveTo>
                  <a:cubicBezTo>
                    <a:pt x="150" y="149"/>
                    <a:pt x="150" y="150"/>
                    <a:pt x="150" y="150"/>
                  </a:cubicBezTo>
                  <a:cubicBezTo>
                    <a:pt x="150" y="150"/>
                    <a:pt x="150" y="150"/>
                    <a:pt x="150" y="150"/>
                  </a:cubicBezTo>
                  <a:cubicBezTo>
                    <a:pt x="149" y="150"/>
                    <a:pt x="148" y="150"/>
                    <a:pt x="148" y="150"/>
                  </a:cubicBezTo>
                  <a:cubicBezTo>
                    <a:pt x="148" y="150"/>
                    <a:pt x="148" y="150"/>
                    <a:pt x="148" y="150"/>
                  </a:cubicBezTo>
                  <a:cubicBezTo>
                    <a:pt x="147" y="149"/>
                    <a:pt x="148" y="148"/>
                    <a:pt x="148" y="148"/>
                  </a:cubicBezTo>
                  <a:cubicBezTo>
                    <a:pt x="148" y="148"/>
                    <a:pt x="148" y="148"/>
                    <a:pt x="148" y="148"/>
                  </a:cubicBezTo>
                  <a:cubicBezTo>
                    <a:pt x="148" y="148"/>
                    <a:pt x="149" y="148"/>
                    <a:pt x="149" y="148"/>
                  </a:cubicBezTo>
                  <a:cubicBezTo>
                    <a:pt x="149" y="148"/>
                    <a:pt x="149" y="148"/>
                    <a:pt x="149" y="148"/>
                  </a:cubicBezTo>
                  <a:cubicBezTo>
                    <a:pt x="149" y="148"/>
                    <a:pt x="150" y="148"/>
                    <a:pt x="150" y="148"/>
                  </a:cubicBezTo>
                  <a:close/>
                  <a:moveTo>
                    <a:pt x="139" y="156"/>
                  </a:moveTo>
                  <a:cubicBezTo>
                    <a:pt x="139" y="156"/>
                    <a:pt x="139" y="157"/>
                    <a:pt x="138" y="157"/>
                  </a:cubicBezTo>
                  <a:cubicBezTo>
                    <a:pt x="138" y="157"/>
                    <a:pt x="138" y="157"/>
                    <a:pt x="138" y="157"/>
                  </a:cubicBezTo>
                  <a:cubicBezTo>
                    <a:pt x="138" y="158"/>
                    <a:pt x="137" y="158"/>
                    <a:pt x="136" y="157"/>
                  </a:cubicBezTo>
                  <a:cubicBezTo>
                    <a:pt x="136" y="157"/>
                    <a:pt x="136" y="157"/>
                    <a:pt x="136" y="157"/>
                  </a:cubicBezTo>
                  <a:cubicBezTo>
                    <a:pt x="136" y="156"/>
                    <a:pt x="136" y="156"/>
                    <a:pt x="137" y="155"/>
                  </a:cubicBezTo>
                  <a:cubicBezTo>
                    <a:pt x="137" y="155"/>
                    <a:pt x="137" y="155"/>
                    <a:pt x="137" y="155"/>
                  </a:cubicBezTo>
                  <a:cubicBezTo>
                    <a:pt x="137" y="155"/>
                    <a:pt x="137" y="155"/>
                    <a:pt x="138" y="155"/>
                  </a:cubicBezTo>
                  <a:cubicBezTo>
                    <a:pt x="138" y="155"/>
                    <a:pt x="138" y="155"/>
                    <a:pt x="138" y="155"/>
                  </a:cubicBezTo>
                  <a:cubicBezTo>
                    <a:pt x="138" y="155"/>
                    <a:pt x="138" y="155"/>
                    <a:pt x="139" y="156"/>
                  </a:cubicBezTo>
                  <a:close/>
                  <a:moveTo>
                    <a:pt x="127" y="163"/>
                  </a:moveTo>
                  <a:cubicBezTo>
                    <a:pt x="128" y="164"/>
                    <a:pt x="128" y="164"/>
                    <a:pt x="127" y="165"/>
                  </a:cubicBezTo>
                  <a:cubicBezTo>
                    <a:pt x="127" y="165"/>
                    <a:pt x="127" y="165"/>
                    <a:pt x="127" y="165"/>
                  </a:cubicBezTo>
                  <a:cubicBezTo>
                    <a:pt x="126" y="165"/>
                    <a:pt x="126" y="165"/>
                    <a:pt x="125" y="164"/>
                  </a:cubicBezTo>
                  <a:cubicBezTo>
                    <a:pt x="125" y="164"/>
                    <a:pt x="125" y="164"/>
                    <a:pt x="125" y="164"/>
                  </a:cubicBezTo>
                  <a:cubicBezTo>
                    <a:pt x="125" y="164"/>
                    <a:pt x="125" y="163"/>
                    <a:pt x="126" y="163"/>
                  </a:cubicBezTo>
                  <a:cubicBezTo>
                    <a:pt x="126" y="163"/>
                    <a:pt x="126" y="163"/>
                    <a:pt x="126" y="163"/>
                  </a:cubicBezTo>
                  <a:cubicBezTo>
                    <a:pt x="126" y="162"/>
                    <a:pt x="126" y="162"/>
                    <a:pt x="126" y="162"/>
                  </a:cubicBezTo>
                  <a:cubicBezTo>
                    <a:pt x="126" y="162"/>
                    <a:pt x="126" y="162"/>
                    <a:pt x="126" y="162"/>
                  </a:cubicBezTo>
                  <a:cubicBezTo>
                    <a:pt x="127" y="162"/>
                    <a:pt x="127" y="163"/>
                    <a:pt x="127" y="163"/>
                  </a:cubicBezTo>
                  <a:close/>
                  <a:moveTo>
                    <a:pt x="116" y="170"/>
                  </a:moveTo>
                  <a:cubicBezTo>
                    <a:pt x="117" y="171"/>
                    <a:pt x="116" y="172"/>
                    <a:pt x="116" y="172"/>
                  </a:cubicBezTo>
                  <a:cubicBezTo>
                    <a:pt x="116" y="172"/>
                    <a:pt x="116" y="172"/>
                    <a:pt x="116" y="172"/>
                  </a:cubicBezTo>
                  <a:cubicBezTo>
                    <a:pt x="115" y="173"/>
                    <a:pt x="114" y="172"/>
                    <a:pt x="114" y="172"/>
                  </a:cubicBezTo>
                  <a:cubicBezTo>
                    <a:pt x="114" y="172"/>
                    <a:pt x="114" y="172"/>
                    <a:pt x="114" y="172"/>
                  </a:cubicBezTo>
                  <a:cubicBezTo>
                    <a:pt x="113" y="171"/>
                    <a:pt x="114" y="170"/>
                    <a:pt x="114" y="170"/>
                  </a:cubicBezTo>
                  <a:cubicBezTo>
                    <a:pt x="114" y="170"/>
                    <a:pt x="114" y="170"/>
                    <a:pt x="114" y="170"/>
                  </a:cubicBezTo>
                  <a:cubicBezTo>
                    <a:pt x="114" y="170"/>
                    <a:pt x="115" y="170"/>
                    <a:pt x="115" y="170"/>
                  </a:cubicBezTo>
                  <a:cubicBezTo>
                    <a:pt x="115" y="170"/>
                    <a:pt x="115" y="170"/>
                    <a:pt x="115" y="170"/>
                  </a:cubicBezTo>
                  <a:cubicBezTo>
                    <a:pt x="115" y="170"/>
                    <a:pt x="116" y="170"/>
                    <a:pt x="116" y="170"/>
                  </a:cubicBezTo>
                  <a:close/>
                  <a:moveTo>
                    <a:pt x="105" y="178"/>
                  </a:moveTo>
                  <a:cubicBezTo>
                    <a:pt x="105" y="178"/>
                    <a:pt x="105" y="179"/>
                    <a:pt x="104" y="179"/>
                  </a:cubicBezTo>
                  <a:cubicBezTo>
                    <a:pt x="104" y="179"/>
                    <a:pt x="104" y="179"/>
                    <a:pt x="104" y="179"/>
                  </a:cubicBezTo>
                  <a:cubicBezTo>
                    <a:pt x="104" y="180"/>
                    <a:pt x="103" y="180"/>
                    <a:pt x="103" y="179"/>
                  </a:cubicBezTo>
                  <a:cubicBezTo>
                    <a:pt x="103" y="179"/>
                    <a:pt x="103" y="179"/>
                    <a:pt x="103" y="179"/>
                  </a:cubicBezTo>
                  <a:cubicBezTo>
                    <a:pt x="102" y="178"/>
                    <a:pt x="102" y="178"/>
                    <a:pt x="103" y="177"/>
                  </a:cubicBezTo>
                  <a:cubicBezTo>
                    <a:pt x="103" y="177"/>
                    <a:pt x="103" y="177"/>
                    <a:pt x="103" y="177"/>
                  </a:cubicBezTo>
                  <a:cubicBezTo>
                    <a:pt x="103" y="177"/>
                    <a:pt x="103" y="177"/>
                    <a:pt x="104" y="177"/>
                  </a:cubicBezTo>
                  <a:cubicBezTo>
                    <a:pt x="104" y="177"/>
                    <a:pt x="104" y="177"/>
                    <a:pt x="104" y="177"/>
                  </a:cubicBezTo>
                  <a:cubicBezTo>
                    <a:pt x="104" y="177"/>
                    <a:pt x="105" y="177"/>
                    <a:pt x="105" y="178"/>
                  </a:cubicBezTo>
                  <a:close/>
                  <a:moveTo>
                    <a:pt x="93" y="185"/>
                  </a:moveTo>
                  <a:cubicBezTo>
                    <a:pt x="94" y="186"/>
                    <a:pt x="94" y="186"/>
                    <a:pt x="93" y="187"/>
                  </a:cubicBezTo>
                  <a:cubicBezTo>
                    <a:pt x="93" y="187"/>
                    <a:pt x="93" y="187"/>
                    <a:pt x="93" y="187"/>
                  </a:cubicBezTo>
                  <a:cubicBezTo>
                    <a:pt x="92" y="187"/>
                    <a:pt x="92" y="187"/>
                    <a:pt x="91" y="186"/>
                  </a:cubicBezTo>
                  <a:cubicBezTo>
                    <a:pt x="91" y="186"/>
                    <a:pt x="91" y="186"/>
                    <a:pt x="91" y="186"/>
                  </a:cubicBezTo>
                  <a:cubicBezTo>
                    <a:pt x="91" y="186"/>
                    <a:pt x="91" y="185"/>
                    <a:pt x="92" y="185"/>
                  </a:cubicBezTo>
                  <a:cubicBezTo>
                    <a:pt x="92" y="185"/>
                    <a:pt x="92" y="185"/>
                    <a:pt x="92" y="185"/>
                  </a:cubicBezTo>
                  <a:cubicBezTo>
                    <a:pt x="92" y="184"/>
                    <a:pt x="92" y="184"/>
                    <a:pt x="92" y="184"/>
                  </a:cubicBezTo>
                  <a:cubicBezTo>
                    <a:pt x="92" y="184"/>
                    <a:pt x="92" y="184"/>
                    <a:pt x="92" y="184"/>
                  </a:cubicBezTo>
                  <a:cubicBezTo>
                    <a:pt x="93" y="184"/>
                    <a:pt x="93" y="185"/>
                    <a:pt x="93" y="185"/>
                  </a:cubicBezTo>
                  <a:close/>
                  <a:moveTo>
                    <a:pt x="82" y="192"/>
                  </a:moveTo>
                  <a:cubicBezTo>
                    <a:pt x="83" y="193"/>
                    <a:pt x="82" y="194"/>
                    <a:pt x="82" y="194"/>
                  </a:cubicBezTo>
                  <a:cubicBezTo>
                    <a:pt x="82" y="194"/>
                    <a:pt x="82" y="194"/>
                    <a:pt x="82" y="194"/>
                  </a:cubicBezTo>
                  <a:cubicBezTo>
                    <a:pt x="81" y="195"/>
                    <a:pt x="80" y="194"/>
                    <a:pt x="80" y="194"/>
                  </a:cubicBezTo>
                  <a:cubicBezTo>
                    <a:pt x="80" y="194"/>
                    <a:pt x="80" y="194"/>
                    <a:pt x="80" y="194"/>
                  </a:cubicBezTo>
                  <a:cubicBezTo>
                    <a:pt x="80" y="193"/>
                    <a:pt x="80" y="192"/>
                    <a:pt x="80" y="192"/>
                  </a:cubicBezTo>
                  <a:cubicBezTo>
                    <a:pt x="80" y="192"/>
                    <a:pt x="80" y="192"/>
                    <a:pt x="80" y="192"/>
                  </a:cubicBezTo>
                  <a:cubicBezTo>
                    <a:pt x="81" y="192"/>
                    <a:pt x="81" y="192"/>
                    <a:pt x="81" y="192"/>
                  </a:cubicBezTo>
                  <a:cubicBezTo>
                    <a:pt x="81" y="192"/>
                    <a:pt x="81" y="192"/>
                    <a:pt x="81" y="192"/>
                  </a:cubicBezTo>
                  <a:cubicBezTo>
                    <a:pt x="82" y="192"/>
                    <a:pt x="82" y="192"/>
                    <a:pt x="82" y="192"/>
                  </a:cubicBezTo>
                  <a:close/>
                  <a:moveTo>
                    <a:pt x="71" y="200"/>
                  </a:moveTo>
                  <a:cubicBezTo>
                    <a:pt x="71" y="200"/>
                    <a:pt x="71" y="201"/>
                    <a:pt x="70" y="202"/>
                  </a:cubicBezTo>
                  <a:cubicBezTo>
                    <a:pt x="70" y="202"/>
                    <a:pt x="70" y="202"/>
                    <a:pt x="70" y="202"/>
                  </a:cubicBezTo>
                  <a:cubicBezTo>
                    <a:pt x="70" y="202"/>
                    <a:pt x="69" y="202"/>
                    <a:pt x="69" y="201"/>
                  </a:cubicBezTo>
                  <a:cubicBezTo>
                    <a:pt x="69" y="201"/>
                    <a:pt x="69" y="201"/>
                    <a:pt x="69" y="201"/>
                  </a:cubicBezTo>
                  <a:cubicBezTo>
                    <a:pt x="68" y="201"/>
                    <a:pt x="68" y="200"/>
                    <a:pt x="69" y="199"/>
                  </a:cubicBezTo>
                  <a:cubicBezTo>
                    <a:pt x="69" y="199"/>
                    <a:pt x="69" y="199"/>
                    <a:pt x="69" y="199"/>
                  </a:cubicBezTo>
                  <a:cubicBezTo>
                    <a:pt x="69" y="199"/>
                    <a:pt x="69" y="199"/>
                    <a:pt x="70" y="199"/>
                  </a:cubicBezTo>
                  <a:cubicBezTo>
                    <a:pt x="70" y="199"/>
                    <a:pt x="70" y="199"/>
                    <a:pt x="70" y="199"/>
                  </a:cubicBezTo>
                  <a:cubicBezTo>
                    <a:pt x="70" y="199"/>
                    <a:pt x="71" y="199"/>
                    <a:pt x="71" y="200"/>
                  </a:cubicBezTo>
                  <a:close/>
                  <a:moveTo>
                    <a:pt x="60" y="207"/>
                  </a:moveTo>
                  <a:cubicBezTo>
                    <a:pt x="60" y="208"/>
                    <a:pt x="60" y="209"/>
                    <a:pt x="59" y="209"/>
                  </a:cubicBezTo>
                  <a:cubicBezTo>
                    <a:pt x="59" y="209"/>
                    <a:pt x="59" y="209"/>
                    <a:pt x="59" y="209"/>
                  </a:cubicBezTo>
                  <a:cubicBezTo>
                    <a:pt x="59" y="209"/>
                    <a:pt x="58" y="209"/>
                    <a:pt x="57" y="209"/>
                  </a:cubicBezTo>
                  <a:cubicBezTo>
                    <a:pt x="57" y="209"/>
                    <a:pt x="57" y="209"/>
                    <a:pt x="57" y="209"/>
                  </a:cubicBezTo>
                  <a:cubicBezTo>
                    <a:pt x="57" y="208"/>
                    <a:pt x="57" y="207"/>
                    <a:pt x="58" y="207"/>
                  </a:cubicBezTo>
                  <a:cubicBezTo>
                    <a:pt x="58" y="207"/>
                    <a:pt x="58" y="207"/>
                    <a:pt x="58" y="207"/>
                  </a:cubicBezTo>
                  <a:cubicBezTo>
                    <a:pt x="58" y="207"/>
                    <a:pt x="58" y="206"/>
                    <a:pt x="58" y="206"/>
                  </a:cubicBezTo>
                  <a:cubicBezTo>
                    <a:pt x="58" y="206"/>
                    <a:pt x="58" y="206"/>
                    <a:pt x="58" y="206"/>
                  </a:cubicBezTo>
                  <a:cubicBezTo>
                    <a:pt x="59" y="206"/>
                    <a:pt x="59" y="207"/>
                    <a:pt x="60" y="207"/>
                  </a:cubicBezTo>
                  <a:close/>
                  <a:moveTo>
                    <a:pt x="48" y="214"/>
                  </a:moveTo>
                  <a:cubicBezTo>
                    <a:pt x="49" y="215"/>
                    <a:pt x="48" y="216"/>
                    <a:pt x="48" y="216"/>
                  </a:cubicBezTo>
                  <a:cubicBezTo>
                    <a:pt x="48" y="216"/>
                    <a:pt x="48" y="216"/>
                    <a:pt x="48" y="216"/>
                  </a:cubicBezTo>
                  <a:cubicBezTo>
                    <a:pt x="47" y="217"/>
                    <a:pt x="46" y="217"/>
                    <a:pt x="46" y="216"/>
                  </a:cubicBezTo>
                  <a:cubicBezTo>
                    <a:pt x="46" y="216"/>
                    <a:pt x="46" y="216"/>
                    <a:pt x="46" y="216"/>
                  </a:cubicBezTo>
                  <a:cubicBezTo>
                    <a:pt x="46" y="215"/>
                    <a:pt x="46" y="214"/>
                    <a:pt x="46" y="214"/>
                  </a:cubicBezTo>
                  <a:cubicBezTo>
                    <a:pt x="46" y="214"/>
                    <a:pt x="46" y="214"/>
                    <a:pt x="46" y="214"/>
                  </a:cubicBezTo>
                  <a:cubicBezTo>
                    <a:pt x="47" y="214"/>
                    <a:pt x="47" y="214"/>
                    <a:pt x="47" y="214"/>
                  </a:cubicBezTo>
                  <a:cubicBezTo>
                    <a:pt x="47" y="214"/>
                    <a:pt x="47" y="214"/>
                    <a:pt x="47" y="214"/>
                  </a:cubicBezTo>
                  <a:cubicBezTo>
                    <a:pt x="48" y="214"/>
                    <a:pt x="48" y="214"/>
                    <a:pt x="48" y="214"/>
                  </a:cubicBezTo>
                  <a:close/>
                  <a:moveTo>
                    <a:pt x="37" y="222"/>
                  </a:moveTo>
                  <a:cubicBezTo>
                    <a:pt x="37" y="222"/>
                    <a:pt x="37" y="223"/>
                    <a:pt x="37" y="224"/>
                  </a:cubicBezTo>
                  <a:cubicBezTo>
                    <a:pt x="37" y="224"/>
                    <a:pt x="37" y="224"/>
                    <a:pt x="37" y="224"/>
                  </a:cubicBezTo>
                  <a:cubicBezTo>
                    <a:pt x="36" y="224"/>
                    <a:pt x="35" y="224"/>
                    <a:pt x="35" y="223"/>
                  </a:cubicBezTo>
                  <a:cubicBezTo>
                    <a:pt x="35" y="223"/>
                    <a:pt x="35" y="223"/>
                    <a:pt x="35" y="223"/>
                  </a:cubicBezTo>
                  <a:cubicBezTo>
                    <a:pt x="34" y="223"/>
                    <a:pt x="34" y="222"/>
                    <a:pt x="35" y="221"/>
                  </a:cubicBezTo>
                  <a:cubicBezTo>
                    <a:pt x="35" y="221"/>
                    <a:pt x="35" y="221"/>
                    <a:pt x="35" y="221"/>
                  </a:cubicBezTo>
                  <a:cubicBezTo>
                    <a:pt x="35" y="221"/>
                    <a:pt x="36" y="221"/>
                    <a:pt x="36" y="221"/>
                  </a:cubicBezTo>
                  <a:cubicBezTo>
                    <a:pt x="36" y="221"/>
                    <a:pt x="36" y="221"/>
                    <a:pt x="36" y="221"/>
                  </a:cubicBezTo>
                  <a:cubicBezTo>
                    <a:pt x="36" y="221"/>
                    <a:pt x="37" y="221"/>
                    <a:pt x="37" y="222"/>
                  </a:cubicBezTo>
                  <a:close/>
                  <a:moveTo>
                    <a:pt x="26" y="229"/>
                  </a:moveTo>
                  <a:cubicBezTo>
                    <a:pt x="26" y="230"/>
                    <a:pt x="26" y="231"/>
                    <a:pt x="25" y="231"/>
                  </a:cubicBezTo>
                  <a:cubicBezTo>
                    <a:pt x="25" y="231"/>
                    <a:pt x="25" y="231"/>
                    <a:pt x="25" y="231"/>
                  </a:cubicBezTo>
                  <a:cubicBezTo>
                    <a:pt x="25" y="231"/>
                    <a:pt x="24" y="231"/>
                    <a:pt x="23" y="231"/>
                  </a:cubicBezTo>
                  <a:cubicBezTo>
                    <a:pt x="23" y="231"/>
                    <a:pt x="23" y="231"/>
                    <a:pt x="23" y="231"/>
                  </a:cubicBezTo>
                  <a:cubicBezTo>
                    <a:pt x="23" y="230"/>
                    <a:pt x="23" y="229"/>
                    <a:pt x="24" y="229"/>
                  </a:cubicBezTo>
                  <a:cubicBezTo>
                    <a:pt x="24" y="229"/>
                    <a:pt x="24" y="229"/>
                    <a:pt x="24" y="229"/>
                  </a:cubicBezTo>
                  <a:cubicBezTo>
                    <a:pt x="24" y="229"/>
                    <a:pt x="24" y="229"/>
                    <a:pt x="25" y="229"/>
                  </a:cubicBezTo>
                  <a:cubicBezTo>
                    <a:pt x="25" y="229"/>
                    <a:pt x="25" y="229"/>
                    <a:pt x="25" y="229"/>
                  </a:cubicBezTo>
                  <a:cubicBezTo>
                    <a:pt x="25" y="229"/>
                    <a:pt x="25" y="229"/>
                    <a:pt x="26" y="229"/>
                  </a:cubicBezTo>
                  <a:close/>
                  <a:moveTo>
                    <a:pt x="14" y="237"/>
                  </a:moveTo>
                  <a:cubicBezTo>
                    <a:pt x="15" y="237"/>
                    <a:pt x="15" y="238"/>
                    <a:pt x="14" y="238"/>
                  </a:cubicBezTo>
                  <a:cubicBezTo>
                    <a:pt x="14" y="238"/>
                    <a:pt x="14" y="238"/>
                    <a:pt x="14" y="238"/>
                  </a:cubicBezTo>
                  <a:cubicBezTo>
                    <a:pt x="13" y="239"/>
                    <a:pt x="12" y="239"/>
                    <a:pt x="12" y="238"/>
                  </a:cubicBezTo>
                  <a:cubicBezTo>
                    <a:pt x="12" y="238"/>
                    <a:pt x="12" y="238"/>
                    <a:pt x="12" y="238"/>
                  </a:cubicBezTo>
                  <a:cubicBezTo>
                    <a:pt x="12" y="237"/>
                    <a:pt x="12" y="237"/>
                    <a:pt x="12" y="236"/>
                  </a:cubicBezTo>
                  <a:cubicBezTo>
                    <a:pt x="12" y="236"/>
                    <a:pt x="12" y="236"/>
                    <a:pt x="12" y="236"/>
                  </a:cubicBezTo>
                  <a:cubicBezTo>
                    <a:pt x="13" y="236"/>
                    <a:pt x="13" y="236"/>
                    <a:pt x="13" y="236"/>
                  </a:cubicBezTo>
                  <a:cubicBezTo>
                    <a:pt x="13" y="236"/>
                    <a:pt x="13" y="236"/>
                    <a:pt x="13" y="236"/>
                  </a:cubicBezTo>
                  <a:cubicBezTo>
                    <a:pt x="14" y="236"/>
                    <a:pt x="14" y="236"/>
                    <a:pt x="14" y="237"/>
                  </a:cubicBezTo>
                  <a:close/>
                  <a:moveTo>
                    <a:pt x="3" y="244"/>
                  </a:moveTo>
                  <a:cubicBezTo>
                    <a:pt x="3" y="245"/>
                    <a:pt x="3" y="245"/>
                    <a:pt x="3" y="246"/>
                  </a:cubicBezTo>
                  <a:cubicBezTo>
                    <a:pt x="3" y="246"/>
                    <a:pt x="3" y="246"/>
                    <a:pt x="3" y="246"/>
                  </a:cubicBezTo>
                  <a:cubicBezTo>
                    <a:pt x="2" y="246"/>
                    <a:pt x="1" y="246"/>
                    <a:pt x="1" y="245"/>
                  </a:cubicBezTo>
                  <a:cubicBezTo>
                    <a:pt x="1" y="245"/>
                    <a:pt x="1" y="245"/>
                    <a:pt x="1" y="245"/>
                  </a:cubicBezTo>
                  <a:cubicBezTo>
                    <a:pt x="0" y="245"/>
                    <a:pt x="1" y="244"/>
                    <a:pt x="1" y="244"/>
                  </a:cubicBezTo>
                  <a:cubicBezTo>
                    <a:pt x="1" y="244"/>
                    <a:pt x="1" y="244"/>
                    <a:pt x="1" y="244"/>
                  </a:cubicBezTo>
                  <a:cubicBezTo>
                    <a:pt x="1" y="243"/>
                    <a:pt x="2" y="243"/>
                    <a:pt x="2" y="243"/>
                  </a:cubicBezTo>
                  <a:cubicBezTo>
                    <a:pt x="2" y="243"/>
                    <a:pt x="2" y="243"/>
                    <a:pt x="2" y="243"/>
                  </a:cubicBezTo>
                  <a:cubicBezTo>
                    <a:pt x="2" y="243"/>
                    <a:pt x="3" y="244"/>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 name="Google Shape;317;p6"/>
            <p:cNvSpPr/>
            <p:nvPr/>
          </p:nvSpPr>
          <p:spPr>
            <a:xfrm>
              <a:off x="14424774" y="-448701"/>
              <a:ext cx="19581" cy="19580"/>
            </a:xfrm>
            <a:custGeom>
              <a:avLst/>
              <a:gdLst/>
              <a:ahLst/>
              <a:cxnLst/>
              <a:rect l="l" t="t" r="r" b="b"/>
              <a:pathLst>
                <a:path w="3" h="3" extrusionOk="0">
                  <a:moveTo>
                    <a:pt x="1" y="0"/>
                  </a:moveTo>
                  <a:cubicBezTo>
                    <a:pt x="2" y="0"/>
                    <a:pt x="2" y="0"/>
                    <a:pt x="2" y="0"/>
                  </a:cubicBezTo>
                  <a:cubicBezTo>
                    <a:pt x="3" y="1"/>
                    <a:pt x="3" y="1"/>
                    <a:pt x="3" y="1"/>
                  </a:cubicBezTo>
                  <a:cubicBezTo>
                    <a:pt x="3" y="2"/>
                    <a:pt x="3" y="2"/>
                    <a:pt x="2" y="2"/>
                  </a:cubicBezTo>
                  <a:cubicBezTo>
                    <a:pt x="2" y="2"/>
                    <a:pt x="2" y="2"/>
                    <a:pt x="2" y="2"/>
                  </a:cubicBezTo>
                  <a:cubicBezTo>
                    <a:pt x="2" y="3"/>
                    <a:pt x="1" y="3"/>
                    <a:pt x="1" y="2"/>
                  </a:cubicBezTo>
                  <a:cubicBezTo>
                    <a:pt x="1" y="2"/>
                    <a:pt x="1" y="2"/>
                    <a:pt x="0" y="2"/>
                  </a:cubicBezTo>
                  <a:cubicBezTo>
                    <a:pt x="0" y="2"/>
                    <a:pt x="0" y="2"/>
                    <a:pt x="0" y="2"/>
                  </a:cubicBezTo>
                  <a:cubicBezTo>
                    <a:pt x="0" y="2"/>
                    <a:pt x="0" y="1"/>
                    <a:pt x="0" y="1"/>
                  </a:cubicBezTo>
                  <a:cubicBezTo>
                    <a:pt x="0" y="1"/>
                    <a:pt x="0" y="1"/>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 name="Google Shape;318;p6"/>
            <p:cNvSpPr/>
            <p:nvPr/>
          </p:nvSpPr>
          <p:spPr>
            <a:xfrm>
              <a:off x="11828392" y="1152983"/>
              <a:ext cx="15664" cy="11748"/>
            </a:xfrm>
            <a:custGeom>
              <a:avLst/>
              <a:gdLst/>
              <a:ahLst/>
              <a:cxnLst/>
              <a:rect l="l" t="t" r="r" b="b"/>
              <a:pathLst>
                <a:path w="3" h="2" extrusionOk="0">
                  <a:moveTo>
                    <a:pt x="1" y="0"/>
                  </a:moveTo>
                  <a:cubicBezTo>
                    <a:pt x="2" y="0"/>
                    <a:pt x="2" y="0"/>
                    <a:pt x="2" y="0"/>
                  </a:cubicBezTo>
                  <a:cubicBezTo>
                    <a:pt x="2" y="0"/>
                    <a:pt x="3" y="1"/>
                    <a:pt x="3" y="1"/>
                  </a:cubicBezTo>
                  <a:cubicBezTo>
                    <a:pt x="3" y="1"/>
                    <a:pt x="2" y="2"/>
                    <a:pt x="2" y="2"/>
                  </a:cubicBezTo>
                  <a:cubicBezTo>
                    <a:pt x="2" y="2"/>
                    <a:pt x="2" y="2"/>
                    <a:pt x="2" y="2"/>
                  </a:cubicBezTo>
                  <a:cubicBezTo>
                    <a:pt x="1" y="2"/>
                    <a:pt x="1" y="2"/>
                    <a:pt x="0" y="2"/>
                  </a:cubicBezTo>
                  <a:cubicBezTo>
                    <a:pt x="0" y="2"/>
                    <a:pt x="0" y="1"/>
                    <a:pt x="0" y="1"/>
                  </a:cubicBezTo>
                  <a:cubicBezTo>
                    <a:pt x="0" y="1"/>
                    <a:pt x="0" y="0"/>
                    <a:pt x="0" y="0"/>
                  </a:cubicBezTo>
                  <a:cubicBezTo>
                    <a:pt x="0" y="0"/>
                    <a:pt x="1" y="0"/>
                    <a:pt x="1"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 name="Google Shape;319;p6"/>
            <p:cNvSpPr/>
            <p:nvPr/>
          </p:nvSpPr>
          <p:spPr>
            <a:xfrm>
              <a:off x="11894966" y="-405624"/>
              <a:ext cx="2330087" cy="1527278"/>
            </a:xfrm>
            <a:custGeom>
              <a:avLst/>
              <a:gdLst/>
              <a:ahLst/>
              <a:cxnLst/>
              <a:rect l="l" t="t" r="r" b="b"/>
              <a:pathLst>
                <a:path w="376" h="246" extrusionOk="0">
                  <a:moveTo>
                    <a:pt x="376" y="1"/>
                  </a:moveTo>
                  <a:cubicBezTo>
                    <a:pt x="376" y="1"/>
                    <a:pt x="376" y="2"/>
                    <a:pt x="375" y="3"/>
                  </a:cubicBezTo>
                  <a:cubicBezTo>
                    <a:pt x="375" y="3"/>
                    <a:pt x="375" y="3"/>
                    <a:pt x="375" y="3"/>
                  </a:cubicBezTo>
                  <a:cubicBezTo>
                    <a:pt x="375" y="3"/>
                    <a:pt x="374" y="3"/>
                    <a:pt x="374" y="2"/>
                  </a:cubicBezTo>
                  <a:cubicBezTo>
                    <a:pt x="374" y="2"/>
                    <a:pt x="374" y="2"/>
                    <a:pt x="374" y="2"/>
                  </a:cubicBezTo>
                  <a:cubicBezTo>
                    <a:pt x="373" y="2"/>
                    <a:pt x="373" y="1"/>
                    <a:pt x="374" y="0"/>
                  </a:cubicBezTo>
                  <a:cubicBezTo>
                    <a:pt x="374" y="0"/>
                    <a:pt x="374" y="0"/>
                    <a:pt x="374" y="0"/>
                  </a:cubicBezTo>
                  <a:cubicBezTo>
                    <a:pt x="374" y="0"/>
                    <a:pt x="374" y="0"/>
                    <a:pt x="375" y="0"/>
                  </a:cubicBezTo>
                  <a:cubicBezTo>
                    <a:pt x="375" y="0"/>
                    <a:pt x="375" y="0"/>
                    <a:pt x="375" y="0"/>
                  </a:cubicBezTo>
                  <a:cubicBezTo>
                    <a:pt x="375" y="0"/>
                    <a:pt x="376" y="0"/>
                    <a:pt x="376" y="1"/>
                  </a:cubicBezTo>
                  <a:close/>
                  <a:moveTo>
                    <a:pt x="365" y="8"/>
                  </a:moveTo>
                  <a:cubicBezTo>
                    <a:pt x="365" y="9"/>
                    <a:pt x="365" y="10"/>
                    <a:pt x="364" y="10"/>
                  </a:cubicBezTo>
                  <a:cubicBezTo>
                    <a:pt x="364" y="10"/>
                    <a:pt x="364" y="10"/>
                    <a:pt x="364" y="10"/>
                  </a:cubicBezTo>
                  <a:cubicBezTo>
                    <a:pt x="364" y="10"/>
                    <a:pt x="363" y="10"/>
                    <a:pt x="362" y="10"/>
                  </a:cubicBezTo>
                  <a:cubicBezTo>
                    <a:pt x="362" y="10"/>
                    <a:pt x="362" y="10"/>
                    <a:pt x="362" y="10"/>
                  </a:cubicBezTo>
                  <a:cubicBezTo>
                    <a:pt x="362" y="9"/>
                    <a:pt x="362" y="8"/>
                    <a:pt x="363" y="8"/>
                  </a:cubicBezTo>
                  <a:cubicBezTo>
                    <a:pt x="363" y="8"/>
                    <a:pt x="363" y="8"/>
                    <a:pt x="363" y="8"/>
                  </a:cubicBezTo>
                  <a:cubicBezTo>
                    <a:pt x="363" y="8"/>
                    <a:pt x="363" y="8"/>
                    <a:pt x="363" y="8"/>
                  </a:cubicBezTo>
                  <a:cubicBezTo>
                    <a:pt x="363" y="8"/>
                    <a:pt x="363" y="8"/>
                    <a:pt x="363" y="8"/>
                  </a:cubicBezTo>
                  <a:cubicBezTo>
                    <a:pt x="364" y="8"/>
                    <a:pt x="364" y="8"/>
                    <a:pt x="365" y="8"/>
                  </a:cubicBezTo>
                  <a:close/>
                  <a:moveTo>
                    <a:pt x="353" y="16"/>
                  </a:moveTo>
                  <a:cubicBezTo>
                    <a:pt x="354" y="16"/>
                    <a:pt x="353" y="17"/>
                    <a:pt x="353" y="17"/>
                  </a:cubicBezTo>
                  <a:cubicBezTo>
                    <a:pt x="353" y="17"/>
                    <a:pt x="353" y="17"/>
                    <a:pt x="353" y="17"/>
                  </a:cubicBezTo>
                  <a:cubicBezTo>
                    <a:pt x="352" y="18"/>
                    <a:pt x="351" y="18"/>
                    <a:pt x="351" y="17"/>
                  </a:cubicBezTo>
                  <a:cubicBezTo>
                    <a:pt x="351" y="17"/>
                    <a:pt x="351" y="17"/>
                    <a:pt x="351" y="17"/>
                  </a:cubicBezTo>
                  <a:cubicBezTo>
                    <a:pt x="351" y="16"/>
                    <a:pt x="351" y="16"/>
                    <a:pt x="351" y="15"/>
                  </a:cubicBezTo>
                  <a:cubicBezTo>
                    <a:pt x="351" y="15"/>
                    <a:pt x="351" y="15"/>
                    <a:pt x="351" y="15"/>
                  </a:cubicBezTo>
                  <a:cubicBezTo>
                    <a:pt x="352" y="15"/>
                    <a:pt x="352" y="15"/>
                    <a:pt x="352" y="15"/>
                  </a:cubicBezTo>
                  <a:cubicBezTo>
                    <a:pt x="352" y="15"/>
                    <a:pt x="352" y="15"/>
                    <a:pt x="352" y="15"/>
                  </a:cubicBezTo>
                  <a:cubicBezTo>
                    <a:pt x="353" y="15"/>
                    <a:pt x="353" y="15"/>
                    <a:pt x="353" y="16"/>
                  </a:cubicBezTo>
                  <a:close/>
                  <a:moveTo>
                    <a:pt x="342" y="23"/>
                  </a:moveTo>
                  <a:cubicBezTo>
                    <a:pt x="342" y="24"/>
                    <a:pt x="342" y="24"/>
                    <a:pt x="342" y="25"/>
                  </a:cubicBezTo>
                  <a:cubicBezTo>
                    <a:pt x="342" y="25"/>
                    <a:pt x="342" y="25"/>
                    <a:pt x="342" y="25"/>
                  </a:cubicBezTo>
                  <a:cubicBezTo>
                    <a:pt x="341" y="25"/>
                    <a:pt x="340" y="25"/>
                    <a:pt x="340" y="24"/>
                  </a:cubicBezTo>
                  <a:cubicBezTo>
                    <a:pt x="340" y="24"/>
                    <a:pt x="340" y="24"/>
                    <a:pt x="340" y="24"/>
                  </a:cubicBezTo>
                  <a:cubicBezTo>
                    <a:pt x="339" y="24"/>
                    <a:pt x="339" y="23"/>
                    <a:pt x="340" y="23"/>
                  </a:cubicBezTo>
                  <a:cubicBezTo>
                    <a:pt x="340" y="23"/>
                    <a:pt x="340" y="23"/>
                    <a:pt x="340" y="23"/>
                  </a:cubicBezTo>
                  <a:cubicBezTo>
                    <a:pt x="340" y="22"/>
                    <a:pt x="341" y="22"/>
                    <a:pt x="341" y="22"/>
                  </a:cubicBezTo>
                  <a:cubicBezTo>
                    <a:pt x="341" y="22"/>
                    <a:pt x="341" y="22"/>
                    <a:pt x="341" y="22"/>
                  </a:cubicBezTo>
                  <a:cubicBezTo>
                    <a:pt x="341" y="22"/>
                    <a:pt x="342" y="23"/>
                    <a:pt x="342" y="23"/>
                  </a:cubicBezTo>
                  <a:close/>
                  <a:moveTo>
                    <a:pt x="331" y="30"/>
                  </a:moveTo>
                  <a:cubicBezTo>
                    <a:pt x="331" y="31"/>
                    <a:pt x="331" y="32"/>
                    <a:pt x="330" y="32"/>
                  </a:cubicBezTo>
                  <a:cubicBezTo>
                    <a:pt x="330" y="32"/>
                    <a:pt x="330" y="32"/>
                    <a:pt x="330" y="32"/>
                  </a:cubicBezTo>
                  <a:cubicBezTo>
                    <a:pt x="330" y="33"/>
                    <a:pt x="329" y="32"/>
                    <a:pt x="328" y="32"/>
                  </a:cubicBezTo>
                  <a:cubicBezTo>
                    <a:pt x="328" y="32"/>
                    <a:pt x="328" y="32"/>
                    <a:pt x="328" y="32"/>
                  </a:cubicBezTo>
                  <a:cubicBezTo>
                    <a:pt x="328" y="31"/>
                    <a:pt x="328" y="30"/>
                    <a:pt x="329" y="30"/>
                  </a:cubicBezTo>
                  <a:cubicBezTo>
                    <a:pt x="329" y="30"/>
                    <a:pt x="329" y="30"/>
                    <a:pt x="329" y="30"/>
                  </a:cubicBezTo>
                  <a:cubicBezTo>
                    <a:pt x="329" y="30"/>
                    <a:pt x="329" y="30"/>
                    <a:pt x="329" y="30"/>
                  </a:cubicBezTo>
                  <a:cubicBezTo>
                    <a:pt x="329" y="30"/>
                    <a:pt x="329" y="30"/>
                    <a:pt x="329" y="30"/>
                  </a:cubicBezTo>
                  <a:cubicBezTo>
                    <a:pt x="330" y="30"/>
                    <a:pt x="330" y="30"/>
                    <a:pt x="331" y="30"/>
                  </a:cubicBezTo>
                  <a:close/>
                  <a:moveTo>
                    <a:pt x="319" y="38"/>
                  </a:moveTo>
                  <a:cubicBezTo>
                    <a:pt x="320" y="38"/>
                    <a:pt x="320" y="39"/>
                    <a:pt x="319" y="40"/>
                  </a:cubicBezTo>
                  <a:cubicBezTo>
                    <a:pt x="319" y="40"/>
                    <a:pt x="319" y="40"/>
                    <a:pt x="319" y="40"/>
                  </a:cubicBezTo>
                  <a:cubicBezTo>
                    <a:pt x="318" y="40"/>
                    <a:pt x="317" y="40"/>
                    <a:pt x="317" y="39"/>
                  </a:cubicBezTo>
                  <a:cubicBezTo>
                    <a:pt x="317" y="39"/>
                    <a:pt x="317" y="39"/>
                    <a:pt x="317" y="39"/>
                  </a:cubicBezTo>
                  <a:cubicBezTo>
                    <a:pt x="317" y="39"/>
                    <a:pt x="317" y="38"/>
                    <a:pt x="317" y="37"/>
                  </a:cubicBezTo>
                  <a:cubicBezTo>
                    <a:pt x="317" y="37"/>
                    <a:pt x="317" y="37"/>
                    <a:pt x="317" y="37"/>
                  </a:cubicBezTo>
                  <a:cubicBezTo>
                    <a:pt x="318" y="37"/>
                    <a:pt x="318" y="37"/>
                    <a:pt x="318" y="37"/>
                  </a:cubicBezTo>
                  <a:cubicBezTo>
                    <a:pt x="318" y="37"/>
                    <a:pt x="318" y="37"/>
                    <a:pt x="318" y="37"/>
                  </a:cubicBezTo>
                  <a:cubicBezTo>
                    <a:pt x="319" y="37"/>
                    <a:pt x="319" y="37"/>
                    <a:pt x="319" y="38"/>
                  </a:cubicBezTo>
                  <a:close/>
                  <a:moveTo>
                    <a:pt x="308" y="45"/>
                  </a:moveTo>
                  <a:cubicBezTo>
                    <a:pt x="308" y="46"/>
                    <a:pt x="308" y="46"/>
                    <a:pt x="308" y="47"/>
                  </a:cubicBezTo>
                  <a:cubicBezTo>
                    <a:pt x="308" y="47"/>
                    <a:pt x="308" y="47"/>
                    <a:pt x="308" y="47"/>
                  </a:cubicBezTo>
                  <a:cubicBezTo>
                    <a:pt x="307" y="47"/>
                    <a:pt x="306" y="47"/>
                    <a:pt x="306" y="47"/>
                  </a:cubicBezTo>
                  <a:cubicBezTo>
                    <a:pt x="306" y="47"/>
                    <a:pt x="306" y="47"/>
                    <a:pt x="306" y="47"/>
                  </a:cubicBezTo>
                  <a:cubicBezTo>
                    <a:pt x="305" y="46"/>
                    <a:pt x="306" y="45"/>
                    <a:pt x="306" y="45"/>
                  </a:cubicBezTo>
                  <a:cubicBezTo>
                    <a:pt x="306" y="45"/>
                    <a:pt x="306" y="45"/>
                    <a:pt x="306" y="45"/>
                  </a:cubicBezTo>
                  <a:cubicBezTo>
                    <a:pt x="306" y="45"/>
                    <a:pt x="307" y="44"/>
                    <a:pt x="307" y="44"/>
                  </a:cubicBezTo>
                  <a:cubicBezTo>
                    <a:pt x="307" y="44"/>
                    <a:pt x="307" y="44"/>
                    <a:pt x="307" y="44"/>
                  </a:cubicBezTo>
                  <a:cubicBezTo>
                    <a:pt x="307" y="44"/>
                    <a:pt x="308" y="45"/>
                    <a:pt x="308" y="45"/>
                  </a:cubicBezTo>
                  <a:close/>
                  <a:moveTo>
                    <a:pt x="297" y="52"/>
                  </a:moveTo>
                  <a:cubicBezTo>
                    <a:pt x="297" y="53"/>
                    <a:pt x="297" y="54"/>
                    <a:pt x="296" y="54"/>
                  </a:cubicBezTo>
                  <a:cubicBezTo>
                    <a:pt x="296" y="54"/>
                    <a:pt x="296" y="54"/>
                    <a:pt x="296" y="54"/>
                  </a:cubicBezTo>
                  <a:cubicBezTo>
                    <a:pt x="296" y="55"/>
                    <a:pt x="295" y="54"/>
                    <a:pt x="294" y="54"/>
                  </a:cubicBezTo>
                  <a:cubicBezTo>
                    <a:pt x="294" y="54"/>
                    <a:pt x="294" y="54"/>
                    <a:pt x="294" y="54"/>
                  </a:cubicBezTo>
                  <a:cubicBezTo>
                    <a:pt x="294" y="53"/>
                    <a:pt x="294" y="52"/>
                    <a:pt x="295" y="52"/>
                  </a:cubicBezTo>
                  <a:cubicBezTo>
                    <a:pt x="295" y="52"/>
                    <a:pt x="295" y="52"/>
                    <a:pt x="295" y="52"/>
                  </a:cubicBezTo>
                  <a:cubicBezTo>
                    <a:pt x="295" y="52"/>
                    <a:pt x="295" y="52"/>
                    <a:pt x="296" y="52"/>
                  </a:cubicBezTo>
                  <a:cubicBezTo>
                    <a:pt x="296" y="52"/>
                    <a:pt x="296" y="52"/>
                    <a:pt x="296" y="52"/>
                  </a:cubicBezTo>
                  <a:cubicBezTo>
                    <a:pt x="296" y="52"/>
                    <a:pt x="296" y="52"/>
                    <a:pt x="297" y="52"/>
                  </a:cubicBezTo>
                  <a:close/>
                  <a:moveTo>
                    <a:pt x="285" y="60"/>
                  </a:moveTo>
                  <a:cubicBezTo>
                    <a:pt x="286" y="60"/>
                    <a:pt x="286" y="61"/>
                    <a:pt x="285" y="62"/>
                  </a:cubicBezTo>
                  <a:cubicBezTo>
                    <a:pt x="285" y="62"/>
                    <a:pt x="285" y="62"/>
                    <a:pt x="285" y="62"/>
                  </a:cubicBezTo>
                  <a:cubicBezTo>
                    <a:pt x="284" y="62"/>
                    <a:pt x="284" y="62"/>
                    <a:pt x="283" y="61"/>
                  </a:cubicBezTo>
                  <a:cubicBezTo>
                    <a:pt x="283" y="61"/>
                    <a:pt x="283" y="61"/>
                    <a:pt x="283" y="61"/>
                  </a:cubicBezTo>
                  <a:cubicBezTo>
                    <a:pt x="283" y="61"/>
                    <a:pt x="283" y="60"/>
                    <a:pt x="284" y="59"/>
                  </a:cubicBezTo>
                  <a:cubicBezTo>
                    <a:pt x="284" y="59"/>
                    <a:pt x="284" y="59"/>
                    <a:pt x="284" y="59"/>
                  </a:cubicBezTo>
                  <a:cubicBezTo>
                    <a:pt x="284" y="59"/>
                    <a:pt x="284" y="59"/>
                    <a:pt x="284" y="59"/>
                  </a:cubicBezTo>
                  <a:cubicBezTo>
                    <a:pt x="284" y="59"/>
                    <a:pt x="284" y="59"/>
                    <a:pt x="284" y="59"/>
                  </a:cubicBezTo>
                  <a:cubicBezTo>
                    <a:pt x="285" y="59"/>
                    <a:pt x="285" y="59"/>
                    <a:pt x="285" y="60"/>
                  </a:cubicBezTo>
                  <a:close/>
                  <a:moveTo>
                    <a:pt x="274" y="67"/>
                  </a:moveTo>
                  <a:cubicBezTo>
                    <a:pt x="274" y="68"/>
                    <a:pt x="274" y="69"/>
                    <a:pt x="274" y="69"/>
                  </a:cubicBezTo>
                  <a:cubicBezTo>
                    <a:pt x="274" y="69"/>
                    <a:pt x="274" y="69"/>
                    <a:pt x="274" y="69"/>
                  </a:cubicBezTo>
                  <a:cubicBezTo>
                    <a:pt x="273" y="69"/>
                    <a:pt x="272" y="69"/>
                    <a:pt x="272" y="69"/>
                  </a:cubicBezTo>
                  <a:cubicBezTo>
                    <a:pt x="272" y="69"/>
                    <a:pt x="272" y="69"/>
                    <a:pt x="272" y="69"/>
                  </a:cubicBezTo>
                  <a:cubicBezTo>
                    <a:pt x="271" y="68"/>
                    <a:pt x="272" y="67"/>
                    <a:pt x="272" y="67"/>
                  </a:cubicBezTo>
                  <a:cubicBezTo>
                    <a:pt x="272" y="67"/>
                    <a:pt x="272" y="67"/>
                    <a:pt x="272" y="67"/>
                  </a:cubicBezTo>
                  <a:cubicBezTo>
                    <a:pt x="272" y="67"/>
                    <a:pt x="273" y="67"/>
                    <a:pt x="273" y="67"/>
                  </a:cubicBezTo>
                  <a:cubicBezTo>
                    <a:pt x="273" y="67"/>
                    <a:pt x="273" y="67"/>
                    <a:pt x="273" y="67"/>
                  </a:cubicBezTo>
                  <a:cubicBezTo>
                    <a:pt x="273" y="67"/>
                    <a:pt x="274" y="67"/>
                    <a:pt x="274" y="67"/>
                  </a:cubicBezTo>
                  <a:close/>
                  <a:moveTo>
                    <a:pt x="263" y="75"/>
                  </a:moveTo>
                  <a:cubicBezTo>
                    <a:pt x="263" y="75"/>
                    <a:pt x="263" y="76"/>
                    <a:pt x="262" y="76"/>
                  </a:cubicBezTo>
                  <a:cubicBezTo>
                    <a:pt x="262" y="76"/>
                    <a:pt x="262" y="76"/>
                    <a:pt x="262" y="76"/>
                  </a:cubicBezTo>
                  <a:cubicBezTo>
                    <a:pt x="262" y="77"/>
                    <a:pt x="261" y="77"/>
                    <a:pt x="261" y="76"/>
                  </a:cubicBezTo>
                  <a:cubicBezTo>
                    <a:pt x="261" y="76"/>
                    <a:pt x="261" y="76"/>
                    <a:pt x="261" y="76"/>
                  </a:cubicBezTo>
                  <a:cubicBezTo>
                    <a:pt x="260" y="75"/>
                    <a:pt x="260" y="75"/>
                    <a:pt x="261" y="74"/>
                  </a:cubicBezTo>
                  <a:cubicBezTo>
                    <a:pt x="261" y="74"/>
                    <a:pt x="261" y="74"/>
                    <a:pt x="261" y="74"/>
                  </a:cubicBezTo>
                  <a:cubicBezTo>
                    <a:pt x="261" y="74"/>
                    <a:pt x="261" y="74"/>
                    <a:pt x="262" y="74"/>
                  </a:cubicBezTo>
                  <a:cubicBezTo>
                    <a:pt x="262" y="74"/>
                    <a:pt x="262" y="74"/>
                    <a:pt x="262" y="74"/>
                  </a:cubicBezTo>
                  <a:cubicBezTo>
                    <a:pt x="262" y="74"/>
                    <a:pt x="263" y="74"/>
                    <a:pt x="263" y="75"/>
                  </a:cubicBezTo>
                  <a:close/>
                  <a:moveTo>
                    <a:pt x="251" y="82"/>
                  </a:moveTo>
                  <a:cubicBezTo>
                    <a:pt x="252" y="83"/>
                    <a:pt x="252" y="83"/>
                    <a:pt x="251" y="84"/>
                  </a:cubicBezTo>
                  <a:cubicBezTo>
                    <a:pt x="251" y="84"/>
                    <a:pt x="251" y="84"/>
                    <a:pt x="251" y="84"/>
                  </a:cubicBezTo>
                  <a:cubicBezTo>
                    <a:pt x="250" y="84"/>
                    <a:pt x="250" y="84"/>
                    <a:pt x="249" y="83"/>
                  </a:cubicBezTo>
                  <a:cubicBezTo>
                    <a:pt x="249" y="83"/>
                    <a:pt x="249" y="83"/>
                    <a:pt x="249" y="83"/>
                  </a:cubicBezTo>
                  <a:cubicBezTo>
                    <a:pt x="249" y="83"/>
                    <a:pt x="249" y="82"/>
                    <a:pt x="250" y="81"/>
                  </a:cubicBezTo>
                  <a:cubicBezTo>
                    <a:pt x="250" y="81"/>
                    <a:pt x="250" y="81"/>
                    <a:pt x="250" y="81"/>
                  </a:cubicBezTo>
                  <a:cubicBezTo>
                    <a:pt x="250" y="81"/>
                    <a:pt x="250" y="81"/>
                    <a:pt x="250" y="81"/>
                  </a:cubicBezTo>
                  <a:cubicBezTo>
                    <a:pt x="250" y="81"/>
                    <a:pt x="250" y="81"/>
                    <a:pt x="250" y="81"/>
                  </a:cubicBezTo>
                  <a:cubicBezTo>
                    <a:pt x="251" y="81"/>
                    <a:pt x="251" y="81"/>
                    <a:pt x="251" y="82"/>
                  </a:cubicBezTo>
                  <a:close/>
                  <a:moveTo>
                    <a:pt x="240" y="89"/>
                  </a:moveTo>
                  <a:cubicBezTo>
                    <a:pt x="241" y="90"/>
                    <a:pt x="240" y="91"/>
                    <a:pt x="240" y="91"/>
                  </a:cubicBezTo>
                  <a:cubicBezTo>
                    <a:pt x="240" y="91"/>
                    <a:pt x="240" y="91"/>
                    <a:pt x="240" y="91"/>
                  </a:cubicBezTo>
                  <a:cubicBezTo>
                    <a:pt x="239" y="92"/>
                    <a:pt x="238" y="91"/>
                    <a:pt x="238" y="91"/>
                  </a:cubicBezTo>
                  <a:cubicBezTo>
                    <a:pt x="238" y="91"/>
                    <a:pt x="238" y="91"/>
                    <a:pt x="238" y="91"/>
                  </a:cubicBezTo>
                  <a:cubicBezTo>
                    <a:pt x="238" y="90"/>
                    <a:pt x="238" y="89"/>
                    <a:pt x="238" y="89"/>
                  </a:cubicBezTo>
                  <a:cubicBezTo>
                    <a:pt x="238" y="89"/>
                    <a:pt x="238" y="89"/>
                    <a:pt x="238" y="89"/>
                  </a:cubicBezTo>
                  <a:cubicBezTo>
                    <a:pt x="239" y="89"/>
                    <a:pt x="239" y="89"/>
                    <a:pt x="239" y="89"/>
                  </a:cubicBezTo>
                  <a:cubicBezTo>
                    <a:pt x="239" y="89"/>
                    <a:pt x="239" y="89"/>
                    <a:pt x="239" y="89"/>
                  </a:cubicBezTo>
                  <a:cubicBezTo>
                    <a:pt x="239" y="89"/>
                    <a:pt x="240" y="89"/>
                    <a:pt x="240" y="89"/>
                  </a:cubicBezTo>
                  <a:close/>
                  <a:moveTo>
                    <a:pt x="229" y="97"/>
                  </a:moveTo>
                  <a:cubicBezTo>
                    <a:pt x="229" y="97"/>
                    <a:pt x="229" y="98"/>
                    <a:pt x="228" y="98"/>
                  </a:cubicBezTo>
                  <a:cubicBezTo>
                    <a:pt x="228" y="98"/>
                    <a:pt x="228" y="98"/>
                    <a:pt x="228" y="98"/>
                  </a:cubicBezTo>
                  <a:cubicBezTo>
                    <a:pt x="228" y="99"/>
                    <a:pt x="227" y="99"/>
                    <a:pt x="227" y="98"/>
                  </a:cubicBezTo>
                  <a:cubicBezTo>
                    <a:pt x="227" y="98"/>
                    <a:pt x="227" y="98"/>
                    <a:pt x="227" y="98"/>
                  </a:cubicBezTo>
                  <a:cubicBezTo>
                    <a:pt x="226" y="97"/>
                    <a:pt x="226" y="97"/>
                    <a:pt x="227" y="96"/>
                  </a:cubicBezTo>
                  <a:cubicBezTo>
                    <a:pt x="227" y="96"/>
                    <a:pt x="227" y="96"/>
                    <a:pt x="227" y="96"/>
                  </a:cubicBezTo>
                  <a:cubicBezTo>
                    <a:pt x="227" y="96"/>
                    <a:pt x="227" y="96"/>
                    <a:pt x="228" y="96"/>
                  </a:cubicBezTo>
                  <a:cubicBezTo>
                    <a:pt x="228" y="96"/>
                    <a:pt x="228" y="96"/>
                    <a:pt x="228" y="96"/>
                  </a:cubicBezTo>
                  <a:cubicBezTo>
                    <a:pt x="228" y="96"/>
                    <a:pt x="229" y="96"/>
                    <a:pt x="229" y="97"/>
                  </a:cubicBezTo>
                  <a:close/>
                  <a:moveTo>
                    <a:pt x="218" y="104"/>
                  </a:moveTo>
                  <a:cubicBezTo>
                    <a:pt x="218" y="105"/>
                    <a:pt x="218" y="105"/>
                    <a:pt x="217" y="106"/>
                  </a:cubicBezTo>
                  <a:cubicBezTo>
                    <a:pt x="217" y="106"/>
                    <a:pt x="217" y="106"/>
                    <a:pt x="217" y="106"/>
                  </a:cubicBezTo>
                  <a:cubicBezTo>
                    <a:pt x="217" y="106"/>
                    <a:pt x="216" y="106"/>
                    <a:pt x="215" y="105"/>
                  </a:cubicBezTo>
                  <a:cubicBezTo>
                    <a:pt x="215" y="105"/>
                    <a:pt x="215" y="105"/>
                    <a:pt x="215" y="105"/>
                  </a:cubicBezTo>
                  <a:cubicBezTo>
                    <a:pt x="215" y="105"/>
                    <a:pt x="215" y="104"/>
                    <a:pt x="216" y="104"/>
                  </a:cubicBezTo>
                  <a:cubicBezTo>
                    <a:pt x="216" y="104"/>
                    <a:pt x="216" y="104"/>
                    <a:pt x="216" y="104"/>
                  </a:cubicBezTo>
                  <a:cubicBezTo>
                    <a:pt x="216" y="103"/>
                    <a:pt x="216" y="103"/>
                    <a:pt x="216" y="103"/>
                  </a:cubicBezTo>
                  <a:cubicBezTo>
                    <a:pt x="216" y="103"/>
                    <a:pt x="216" y="103"/>
                    <a:pt x="216" y="103"/>
                  </a:cubicBezTo>
                  <a:cubicBezTo>
                    <a:pt x="217" y="103"/>
                    <a:pt x="217" y="104"/>
                    <a:pt x="218" y="104"/>
                  </a:cubicBezTo>
                  <a:close/>
                  <a:moveTo>
                    <a:pt x="206" y="111"/>
                  </a:moveTo>
                  <a:cubicBezTo>
                    <a:pt x="207" y="112"/>
                    <a:pt x="206" y="113"/>
                    <a:pt x="206" y="113"/>
                  </a:cubicBezTo>
                  <a:cubicBezTo>
                    <a:pt x="206" y="113"/>
                    <a:pt x="206" y="113"/>
                    <a:pt x="206" y="113"/>
                  </a:cubicBezTo>
                  <a:cubicBezTo>
                    <a:pt x="205" y="114"/>
                    <a:pt x="204" y="113"/>
                    <a:pt x="204" y="113"/>
                  </a:cubicBezTo>
                  <a:cubicBezTo>
                    <a:pt x="204" y="113"/>
                    <a:pt x="204" y="113"/>
                    <a:pt x="204" y="113"/>
                  </a:cubicBezTo>
                  <a:cubicBezTo>
                    <a:pt x="204" y="112"/>
                    <a:pt x="204" y="111"/>
                    <a:pt x="204" y="111"/>
                  </a:cubicBezTo>
                  <a:cubicBezTo>
                    <a:pt x="204" y="111"/>
                    <a:pt x="204" y="111"/>
                    <a:pt x="204" y="111"/>
                  </a:cubicBezTo>
                  <a:cubicBezTo>
                    <a:pt x="205" y="111"/>
                    <a:pt x="205" y="111"/>
                    <a:pt x="205" y="111"/>
                  </a:cubicBezTo>
                  <a:cubicBezTo>
                    <a:pt x="205" y="111"/>
                    <a:pt x="205" y="111"/>
                    <a:pt x="205" y="111"/>
                  </a:cubicBezTo>
                  <a:cubicBezTo>
                    <a:pt x="206" y="111"/>
                    <a:pt x="206" y="111"/>
                    <a:pt x="206" y="111"/>
                  </a:cubicBezTo>
                  <a:close/>
                  <a:moveTo>
                    <a:pt x="195" y="119"/>
                  </a:moveTo>
                  <a:cubicBezTo>
                    <a:pt x="195" y="119"/>
                    <a:pt x="195" y="120"/>
                    <a:pt x="195" y="121"/>
                  </a:cubicBezTo>
                  <a:cubicBezTo>
                    <a:pt x="195" y="121"/>
                    <a:pt x="195" y="121"/>
                    <a:pt x="195" y="121"/>
                  </a:cubicBezTo>
                  <a:cubicBezTo>
                    <a:pt x="194" y="121"/>
                    <a:pt x="193" y="121"/>
                    <a:pt x="193" y="120"/>
                  </a:cubicBezTo>
                  <a:cubicBezTo>
                    <a:pt x="193" y="120"/>
                    <a:pt x="193" y="120"/>
                    <a:pt x="193" y="120"/>
                  </a:cubicBezTo>
                  <a:cubicBezTo>
                    <a:pt x="192" y="120"/>
                    <a:pt x="192" y="119"/>
                    <a:pt x="193" y="118"/>
                  </a:cubicBezTo>
                  <a:cubicBezTo>
                    <a:pt x="193" y="118"/>
                    <a:pt x="193" y="118"/>
                    <a:pt x="193" y="118"/>
                  </a:cubicBezTo>
                  <a:cubicBezTo>
                    <a:pt x="193" y="118"/>
                    <a:pt x="194" y="118"/>
                    <a:pt x="194" y="118"/>
                  </a:cubicBezTo>
                  <a:cubicBezTo>
                    <a:pt x="194" y="118"/>
                    <a:pt x="194" y="118"/>
                    <a:pt x="194" y="118"/>
                  </a:cubicBezTo>
                  <a:cubicBezTo>
                    <a:pt x="194" y="118"/>
                    <a:pt x="195" y="118"/>
                    <a:pt x="195" y="119"/>
                  </a:cubicBezTo>
                  <a:close/>
                  <a:moveTo>
                    <a:pt x="184" y="126"/>
                  </a:moveTo>
                  <a:cubicBezTo>
                    <a:pt x="184" y="127"/>
                    <a:pt x="184" y="128"/>
                    <a:pt x="183" y="128"/>
                  </a:cubicBezTo>
                  <a:cubicBezTo>
                    <a:pt x="183" y="128"/>
                    <a:pt x="183" y="128"/>
                    <a:pt x="183" y="128"/>
                  </a:cubicBezTo>
                  <a:cubicBezTo>
                    <a:pt x="183" y="128"/>
                    <a:pt x="182" y="128"/>
                    <a:pt x="181" y="128"/>
                  </a:cubicBezTo>
                  <a:cubicBezTo>
                    <a:pt x="181" y="128"/>
                    <a:pt x="181" y="128"/>
                    <a:pt x="181" y="128"/>
                  </a:cubicBezTo>
                  <a:cubicBezTo>
                    <a:pt x="181" y="127"/>
                    <a:pt x="181" y="126"/>
                    <a:pt x="182" y="126"/>
                  </a:cubicBezTo>
                  <a:cubicBezTo>
                    <a:pt x="182" y="126"/>
                    <a:pt x="182" y="126"/>
                    <a:pt x="182" y="126"/>
                  </a:cubicBezTo>
                  <a:cubicBezTo>
                    <a:pt x="182" y="126"/>
                    <a:pt x="182" y="125"/>
                    <a:pt x="182" y="125"/>
                  </a:cubicBezTo>
                  <a:cubicBezTo>
                    <a:pt x="182" y="125"/>
                    <a:pt x="182" y="125"/>
                    <a:pt x="182" y="125"/>
                  </a:cubicBezTo>
                  <a:cubicBezTo>
                    <a:pt x="183" y="125"/>
                    <a:pt x="183" y="126"/>
                    <a:pt x="184" y="126"/>
                  </a:cubicBezTo>
                  <a:close/>
                  <a:moveTo>
                    <a:pt x="172" y="133"/>
                  </a:moveTo>
                  <a:cubicBezTo>
                    <a:pt x="173" y="134"/>
                    <a:pt x="173" y="135"/>
                    <a:pt x="172" y="135"/>
                  </a:cubicBezTo>
                  <a:cubicBezTo>
                    <a:pt x="172" y="135"/>
                    <a:pt x="172" y="135"/>
                    <a:pt x="172" y="135"/>
                  </a:cubicBezTo>
                  <a:cubicBezTo>
                    <a:pt x="171" y="136"/>
                    <a:pt x="170" y="136"/>
                    <a:pt x="170" y="135"/>
                  </a:cubicBezTo>
                  <a:cubicBezTo>
                    <a:pt x="170" y="135"/>
                    <a:pt x="170" y="135"/>
                    <a:pt x="170" y="135"/>
                  </a:cubicBezTo>
                  <a:cubicBezTo>
                    <a:pt x="170" y="134"/>
                    <a:pt x="170" y="133"/>
                    <a:pt x="170" y="133"/>
                  </a:cubicBezTo>
                  <a:cubicBezTo>
                    <a:pt x="170" y="133"/>
                    <a:pt x="170" y="133"/>
                    <a:pt x="170" y="133"/>
                  </a:cubicBezTo>
                  <a:cubicBezTo>
                    <a:pt x="171" y="133"/>
                    <a:pt x="171" y="133"/>
                    <a:pt x="171" y="133"/>
                  </a:cubicBezTo>
                  <a:cubicBezTo>
                    <a:pt x="171" y="133"/>
                    <a:pt x="171" y="133"/>
                    <a:pt x="171" y="133"/>
                  </a:cubicBezTo>
                  <a:cubicBezTo>
                    <a:pt x="172" y="133"/>
                    <a:pt x="172" y="133"/>
                    <a:pt x="172" y="133"/>
                  </a:cubicBezTo>
                  <a:close/>
                  <a:moveTo>
                    <a:pt x="161" y="141"/>
                  </a:moveTo>
                  <a:cubicBezTo>
                    <a:pt x="161" y="141"/>
                    <a:pt x="161" y="142"/>
                    <a:pt x="161" y="143"/>
                  </a:cubicBezTo>
                  <a:cubicBezTo>
                    <a:pt x="161" y="143"/>
                    <a:pt x="161" y="143"/>
                    <a:pt x="161" y="143"/>
                  </a:cubicBezTo>
                  <a:cubicBezTo>
                    <a:pt x="160" y="143"/>
                    <a:pt x="159" y="143"/>
                    <a:pt x="159" y="142"/>
                  </a:cubicBezTo>
                  <a:cubicBezTo>
                    <a:pt x="159" y="142"/>
                    <a:pt x="159" y="142"/>
                    <a:pt x="159" y="142"/>
                  </a:cubicBezTo>
                  <a:cubicBezTo>
                    <a:pt x="158" y="142"/>
                    <a:pt x="159" y="141"/>
                    <a:pt x="159" y="140"/>
                  </a:cubicBezTo>
                  <a:cubicBezTo>
                    <a:pt x="159" y="140"/>
                    <a:pt x="159" y="140"/>
                    <a:pt x="159" y="140"/>
                  </a:cubicBezTo>
                  <a:cubicBezTo>
                    <a:pt x="159" y="140"/>
                    <a:pt x="160" y="140"/>
                    <a:pt x="160" y="140"/>
                  </a:cubicBezTo>
                  <a:cubicBezTo>
                    <a:pt x="160" y="140"/>
                    <a:pt x="160" y="140"/>
                    <a:pt x="160" y="140"/>
                  </a:cubicBezTo>
                  <a:cubicBezTo>
                    <a:pt x="160" y="140"/>
                    <a:pt x="161" y="140"/>
                    <a:pt x="161" y="141"/>
                  </a:cubicBezTo>
                  <a:close/>
                  <a:moveTo>
                    <a:pt x="150" y="148"/>
                  </a:moveTo>
                  <a:cubicBezTo>
                    <a:pt x="150" y="149"/>
                    <a:pt x="150" y="150"/>
                    <a:pt x="149" y="150"/>
                  </a:cubicBezTo>
                  <a:cubicBezTo>
                    <a:pt x="149" y="150"/>
                    <a:pt x="149" y="150"/>
                    <a:pt x="149" y="150"/>
                  </a:cubicBezTo>
                  <a:cubicBezTo>
                    <a:pt x="149" y="150"/>
                    <a:pt x="148" y="150"/>
                    <a:pt x="147" y="150"/>
                  </a:cubicBezTo>
                  <a:cubicBezTo>
                    <a:pt x="147" y="150"/>
                    <a:pt x="147" y="150"/>
                    <a:pt x="147" y="150"/>
                  </a:cubicBezTo>
                  <a:cubicBezTo>
                    <a:pt x="147" y="149"/>
                    <a:pt x="147" y="148"/>
                    <a:pt x="148" y="148"/>
                  </a:cubicBezTo>
                  <a:cubicBezTo>
                    <a:pt x="148" y="148"/>
                    <a:pt x="148" y="148"/>
                    <a:pt x="148" y="148"/>
                  </a:cubicBezTo>
                  <a:cubicBezTo>
                    <a:pt x="148" y="148"/>
                    <a:pt x="148" y="148"/>
                    <a:pt x="149" y="148"/>
                  </a:cubicBezTo>
                  <a:cubicBezTo>
                    <a:pt x="149" y="148"/>
                    <a:pt x="149" y="148"/>
                    <a:pt x="149" y="148"/>
                  </a:cubicBezTo>
                  <a:cubicBezTo>
                    <a:pt x="149" y="148"/>
                    <a:pt x="149" y="148"/>
                    <a:pt x="150" y="148"/>
                  </a:cubicBezTo>
                  <a:close/>
                  <a:moveTo>
                    <a:pt x="138" y="156"/>
                  </a:moveTo>
                  <a:cubicBezTo>
                    <a:pt x="139" y="156"/>
                    <a:pt x="139" y="157"/>
                    <a:pt x="138" y="157"/>
                  </a:cubicBezTo>
                  <a:cubicBezTo>
                    <a:pt x="138" y="157"/>
                    <a:pt x="138" y="157"/>
                    <a:pt x="138" y="157"/>
                  </a:cubicBezTo>
                  <a:cubicBezTo>
                    <a:pt x="137" y="158"/>
                    <a:pt x="137" y="158"/>
                    <a:pt x="136" y="157"/>
                  </a:cubicBezTo>
                  <a:cubicBezTo>
                    <a:pt x="136" y="157"/>
                    <a:pt x="136" y="157"/>
                    <a:pt x="136" y="157"/>
                  </a:cubicBezTo>
                  <a:cubicBezTo>
                    <a:pt x="136" y="156"/>
                    <a:pt x="136" y="156"/>
                    <a:pt x="137" y="155"/>
                  </a:cubicBezTo>
                  <a:cubicBezTo>
                    <a:pt x="137" y="155"/>
                    <a:pt x="137" y="155"/>
                    <a:pt x="137" y="155"/>
                  </a:cubicBezTo>
                  <a:cubicBezTo>
                    <a:pt x="137" y="155"/>
                    <a:pt x="137" y="155"/>
                    <a:pt x="137" y="155"/>
                  </a:cubicBezTo>
                  <a:cubicBezTo>
                    <a:pt x="137" y="155"/>
                    <a:pt x="137" y="155"/>
                    <a:pt x="137" y="155"/>
                  </a:cubicBezTo>
                  <a:cubicBezTo>
                    <a:pt x="138" y="155"/>
                    <a:pt x="138" y="155"/>
                    <a:pt x="138" y="156"/>
                  </a:cubicBezTo>
                  <a:close/>
                  <a:moveTo>
                    <a:pt x="127" y="163"/>
                  </a:moveTo>
                  <a:cubicBezTo>
                    <a:pt x="127" y="164"/>
                    <a:pt x="127" y="164"/>
                    <a:pt x="127" y="165"/>
                  </a:cubicBezTo>
                  <a:cubicBezTo>
                    <a:pt x="127" y="165"/>
                    <a:pt x="127" y="165"/>
                    <a:pt x="127" y="165"/>
                  </a:cubicBezTo>
                  <a:cubicBezTo>
                    <a:pt x="126" y="165"/>
                    <a:pt x="125" y="165"/>
                    <a:pt x="125" y="164"/>
                  </a:cubicBezTo>
                  <a:cubicBezTo>
                    <a:pt x="125" y="164"/>
                    <a:pt x="125" y="164"/>
                    <a:pt x="125" y="164"/>
                  </a:cubicBezTo>
                  <a:cubicBezTo>
                    <a:pt x="124" y="164"/>
                    <a:pt x="125" y="163"/>
                    <a:pt x="125" y="163"/>
                  </a:cubicBezTo>
                  <a:cubicBezTo>
                    <a:pt x="125" y="163"/>
                    <a:pt x="125" y="163"/>
                    <a:pt x="125" y="163"/>
                  </a:cubicBezTo>
                  <a:cubicBezTo>
                    <a:pt x="125" y="162"/>
                    <a:pt x="126" y="162"/>
                    <a:pt x="126" y="162"/>
                  </a:cubicBezTo>
                  <a:cubicBezTo>
                    <a:pt x="126" y="162"/>
                    <a:pt x="126" y="162"/>
                    <a:pt x="126" y="162"/>
                  </a:cubicBezTo>
                  <a:cubicBezTo>
                    <a:pt x="126" y="162"/>
                    <a:pt x="127" y="163"/>
                    <a:pt x="127" y="163"/>
                  </a:cubicBezTo>
                  <a:close/>
                  <a:moveTo>
                    <a:pt x="116" y="170"/>
                  </a:moveTo>
                  <a:cubicBezTo>
                    <a:pt x="116" y="171"/>
                    <a:pt x="116" y="172"/>
                    <a:pt x="115" y="172"/>
                  </a:cubicBezTo>
                  <a:cubicBezTo>
                    <a:pt x="115" y="172"/>
                    <a:pt x="115" y="172"/>
                    <a:pt x="115" y="172"/>
                  </a:cubicBezTo>
                  <a:cubicBezTo>
                    <a:pt x="115" y="173"/>
                    <a:pt x="114" y="172"/>
                    <a:pt x="114" y="172"/>
                  </a:cubicBezTo>
                  <a:cubicBezTo>
                    <a:pt x="114" y="172"/>
                    <a:pt x="114" y="172"/>
                    <a:pt x="114" y="172"/>
                  </a:cubicBezTo>
                  <a:cubicBezTo>
                    <a:pt x="113" y="171"/>
                    <a:pt x="113" y="170"/>
                    <a:pt x="114" y="170"/>
                  </a:cubicBezTo>
                  <a:cubicBezTo>
                    <a:pt x="114" y="170"/>
                    <a:pt x="114" y="170"/>
                    <a:pt x="114" y="170"/>
                  </a:cubicBezTo>
                  <a:cubicBezTo>
                    <a:pt x="114" y="170"/>
                    <a:pt x="114" y="170"/>
                    <a:pt x="115" y="170"/>
                  </a:cubicBezTo>
                  <a:cubicBezTo>
                    <a:pt x="115" y="170"/>
                    <a:pt x="115" y="170"/>
                    <a:pt x="115" y="170"/>
                  </a:cubicBezTo>
                  <a:cubicBezTo>
                    <a:pt x="115" y="170"/>
                    <a:pt x="116" y="170"/>
                    <a:pt x="116" y="170"/>
                  </a:cubicBezTo>
                  <a:close/>
                  <a:moveTo>
                    <a:pt x="104" y="178"/>
                  </a:moveTo>
                  <a:cubicBezTo>
                    <a:pt x="105" y="178"/>
                    <a:pt x="105" y="179"/>
                    <a:pt x="104" y="179"/>
                  </a:cubicBezTo>
                  <a:cubicBezTo>
                    <a:pt x="104" y="179"/>
                    <a:pt x="104" y="179"/>
                    <a:pt x="104" y="179"/>
                  </a:cubicBezTo>
                  <a:cubicBezTo>
                    <a:pt x="103" y="180"/>
                    <a:pt x="103" y="180"/>
                    <a:pt x="102" y="179"/>
                  </a:cubicBezTo>
                  <a:cubicBezTo>
                    <a:pt x="102" y="179"/>
                    <a:pt x="102" y="179"/>
                    <a:pt x="102" y="179"/>
                  </a:cubicBezTo>
                  <a:cubicBezTo>
                    <a:pt x="102" y="178"/>
                    <a:pt x="102" y="178"/>
                    <a:pt x="103" y="177"/>
                  </a:cubicBezTo>
                  <a:cubicBezTo>
                    <a:pt x="103" y="177"/>
                    <a:pt x="103" y="177"/>
                    <a:pt x="103" y="177"/>
                  </a:cubicBezTo>
                  <a:cubicBezTo>
                    <a:pt x="103" y="177"/>
                    <a:pt x="103" y="177"/>
                    <a:pt x="103" y="177"/>
                  </a:cubicBezTo>
                  <a:cubicBezTo>
                    <a:pt x="103" y="177"/>
                    <a:pt x="103" y="177"/>
                    <a:pt x="103" y="177"/>
                  </a:cubicBezTo>
                  <a:cubicBezTo>
                    <a:pt x="104" y="177"/>
                    <a:pt x="104" y="177"/>
                    <a:pt x="104" y="178"/>
                  </a:cubicBezTo>
                  <a:close/>
                  <a:moveTo>
                    <a:pt x="93" y="185"/>
                  </a:moveTo>
                  <a:cubicBezTo>
                    <a:pt x="94" y="186"/>
                    <a:pt x="93" y="186"/>
                    <a:pt x="93" y="187"/>
                  </a:cubicBezTo>
                  <a:cubicBezTo>
                    <a:pt x="93" y="187"/>
                    <a:pt x="93" y="187"/>
                    <a:pt x="93" y="187"/>
                  </a:cubicBezTo>
                  <a:cubicBezTo>
                    <a:pt x="92" y="187"/>
                    <a:pt x="91" y="187"/>
                    <a:pt x="91" y="186"/>
                  </a:cubicBezTo>
                  <a:cubicBezTo>
                    <a:pt x="91" y="186"/>
                    <a:pt x="91" y="186"/>
                    <a:pt x="91" y="186"/>
                  </a:cubicBezTo>
                  <a:cubicBezTo>
                    <a:pt x="91" y="186"/>
                    <a:pt x="91" y="185"/>
                    <a:pt x="91" y="185"/>
                  </a:cubicBezTo>
                  <a:cubicBezTo>
                    <a:pt x="91" y="185"/>
                    <a:pt x="91" y="185"/>
                    <a:pt x="91" y="185"/>
                  </a:cubicBezTo>
                  <a:cubicBezTo>
                    <a:pt x="92" y="184"/>
                    <a:pt x="92" y="184"/>
                    <a:pt x="92" y="184"/>
                  </a:cubicBezTo>
                  <a:cubicBezTo>
                    <a:pt x="92" y="184"/>
                    <a:pt x="92" y="184"/>
                    <a:pt x="92" y="184"/>
                  </a:cubicBezTo>
                  <a:cubicBezTo>
                    <a:pt x="92" y="184"/>
                    <a:pt x="93" y="185"/>
                    <a:pt x="93" y="185"/>
                  </a:cubicBezTo>
                  <a:close/>
                  <a:moveTo>
                    <a:pt x="82" y="192"/>
                  </a:moveTo>
                  <a:cubicBezTo>
                    <a:pt x="82" y="193"/>
                    <a:pt x="82" y="194"/>
                    <a:pt x="81" y="194"/>
                  </a:cubicBezTo>
                  <a:cubicBezTo>
                    <a:pt x="81" y="194"/>
                    <a:pt x="81" y="194"/>
                    <a:pt x="81" y="194"/>
                  </a:cubicBezTo>
                  <a:cubicBezTo>
                    <a:pt x="81" y="195"/>
                    <a:pt x="80" y="194"/>
                    <a:pt x="80" y="194"/>
                  </a:cubicBezTo>
                  <a:cubicBezTo>
                    <a:pt x="80" y="194"/>
                    <a:pt x="80" y="194"/>
                    <a:pt x="80" y="194"/>
                  </a:cubicBezTo>
                  <a:cubicBezTo>
                    <a:pt x="79" y="193"/>
                    <a:pt x="79" y="192"/>
                    <a:pt x="80" y="192"/>
                  </a:cubicBezTo>
                  <a:cubicBezTo>
                    <a:pt x="80" y="192"/>
                    <a:pt x="80" y="192"/>
                    <a:pt x="80" y="192"/>
                  </a:cubicBezTo>
                  <a:cubicBezTo>
                    <a:pt x="80" y="192"/>
                    <a:pt x="80" y="192"/>
                    <a:pt x="81" y="192"/>
                  </a:cubicBezTo>
                  <a:cubicBezTo>
                    <a:pt x="81" y="192"/>
                    <a:pt x="81" y="192"/>
                    <a:pt x="81" y="192"/>
                  </a:cubicBezTo>
                  <a:cubicBezTo>
                    <a:pt x="81" y="192"/>
                    <a:pt x="82" y="192"/>
                    <a:pt x="82" y="192"/>
                  </a:cubicBezTo>
                  <a:close/>
                  <a:moveTo>
                    <a:pt x="71" y="200"/>
                  </a:moveTo>
                  <a:cubicBezTo>
                    <a:pt x="71" y="200"/>
                    <a:pt x="71" y="201"/>
                    <a:pt x="70" y="202"/>
                  </a:cubicBezTo>
                  <a:cubicBezTo>
                    <a:pt x="70" y="202"/>
                    <a:pt x="70" y="202"/>
                    <a:pt x="70" y="202"/>
                  </a:cubicBezTo>
                  <a:cubicBezTo>
                    <a:pt x="70" y="202"/>
                    <a:pt x="69" y="202"/>
                    <a:pt x="68" y="201"/>
                  </a:cubicBezTo>
                  <a:cubicBezTo>
                    <a:pt x="68" y="201"/>
                    <a:pt x="68" y="201"/>
                    <a:pt x="68" y="201"/>
                  </a:cubicBezTo>
                  <a:cubicBezTo>
                    <a:pt x="68" y="201"/>
                    <a:pt x="68" y="200"/>
                    <a:pt x="69" y="199"/>
                  </a:cubicBezTo>
                  <a:cubicBezTo>
                    <a:pt x="69" y="199"/>
                    <a:pt x="69" y="199"/>
                    <a:pt x="69" y="199"/>
                  </a:cubicBezTo>
                  <a:cubicBezTo>
                    <a:pt x="69" y="199"/>
                    <a:pt x="69" y="199"/>
                    <a:pt x="69" y="199"/>
                  </a:cubicBezTo>
                  <a:cubicBezTo>
                    <a:pt x="69" y="199"/>
                    <a:pt x="69" y="199"/>
                    <a:pt x="69" y="199"/>
                  </a:cubicBezTo>
                  <a:cubicBezTo>
                    <a:pt x="70" y="199"/>
                    <a:pt x="70" y="199"/>
                    <a:pt x="71" y="200"/>
                  </a:cubicBezTo>
                  <a:close/>
                  <a:moveTo>
                    <a:pt x="59" y="207"/>
                  </a:moveTo>
                  <a:cubicBezTo>
                    <a:pt x="60" y="208"/>
                    <a:pt x="59" y="209"/>
                    <a:pt x="59" y="209"/>
                  </a:cubicBezTo>
                  <a:cubicBezTo>
                    <a:pt x="59" y="209"/>
                    <a:pt x="59" y="209"/>
                    <a:pt x="59" y="209"/>
                  </a:cubicBezTo>
                  <a:cubicBezTo>
                    <a:pt x="58" y="209"/>
                    <a:pt x="57" y="209"/>
                    <a:pt x="57" y="209"/>
                  </a:cubicBezTo>
                  <a:cubicBezTo>
                    <a:pt x="57" y="209"/>
                    <a:pt x="57" y="209"/>
                    <a:pt x="57" y="209"/>
                  </a:cubicBezTo>
                  <a:cubicBezTo>
                    <a:pt x="57" y="208"/>
                    <a:pt x="57" y="207"/>
                    <a:pt x="57" y="207"/>
                  </a:cubicBezTo>
                  <a:cubicBezTo>
                    <a:pt x="57" y="207"/>
                    <a:pt x="57" y="207"/>
                    <a:pt x="57" y="207"/>
                  </a:cubicBezTo>
                  <a:cubicBezTo>
                    <a:pt x="58" y="207"/>
                    <a:pt x="58" y="206"/>
                    <a:pt x="58" y="206"/>
                  </a:cubicBezTo>
                  <a:cubicBezTo>
                    <a:pt x="58" y="206"/>
                    <a:pt x="58" y="206"/>
                    <a:pt x="58" y="206"/>
                  </a:cubicBezTo>
                  <a:cubicBezTo>
                    <a:pt x="59" y="206"/>
                    <a:pt x="59" y="207"/>
                    <a:pt x="59" y="207"/>
                  </a:cubicBezTo>
                  <a:close/>
                  <a:moveTo>
                    <a:pt x="48" y="214"/>
                  </a:moveTo>
                  <a:cubicBezTo>
                    <a:pt x="48" y="215"/>
                    <a:pt x="48" y="216"/>
                    <a:pt x="48" y="216"/>
                  </a:cubicBezTo>
                  <a:cubicBezTo>
                    <a:pt x="48" y="216"/>
                    <a:pt x="48" y="216"/>
                    <a:pt x="48" y="216"/>
                  </a:cubicBezTo>
                  <a:cubicBezTo>
                    <a:pt x="47" y="217"/>
                    <a:pt x="46" y="217"/>
                    <a:pt x="46" y="216"/>
                  </a:cubicBezTo>
                  <a:cubicBezTo>
                    <a:pt x="46" y="216"/>
                    <a:pt x="46" y="216"/>
                    <a:pt x="46" y="216"/>
                  </a:cubicBezTo>
                  <a:cubicBezTo>
                    <a:pt x="45" y="215"/>
                    <a:pt x="45" y="214"/>
                    <a:pt x="46" y="214"/>
                  </a:cubicBezTo>
                  <a:cubicBezTo>
                    <a:pt x="46" y="214"/>
                    <a:pt x="46" y="214"/>
                    <a:pt x="46" y="214"/>
                  </a:cubicBezTo>
                  <a:cubicBezTo>
                    <a:pt x="46" y="214"/>
                    <a:pt x="47" y="214"/>
                    <a:pt x="47" y="214"/>
                  </a:cubicBezTo>
                  <a:cubicBezTo>
                    <a:pt x="47" y="214"/>
                    <a:pt x="47" y="214"/>
                    <a:pt x="47" y="214"/>
                  </a:cubicBezTo>
                  <a:cubicBezTo>
                    <a:pt x="47" y="214"/>
                    <a:pt x="48" y="214"/>
                    <a:pt x="48" y="214"/>
                  </a:cubicBezTo>
                  <a:close/>
                  <a:moveTo>
                    <a:pt x="37" y="222"/>
                  </a:moveTo>
                  <a:cubicBezTo>
                    <a:pt x="37" y="222"/>
                    <a:pt x="37" y="223"/>
                    <a:pt x="36" y="224"/>
                  </a:cubicBezTo>
                  <a:cubicBezTo>
                    <a:pt x="36" y="224"/>
                    <a:pt x="36" y="224"/>
                    <a:pt x="36" y="224"/>
                  </a:cubicBezTo>
                  <a:cubicBezTo>
                    <a:pt x="36" y="224"/>
                    <a:pt x="35" y="224"/>
                    <a:pt x="34" y="223"/>
                  </a:cubicBezTo>
                  <a:cubicBezTo>
                    <a:pt x="34" y="223"/>
                    <a:pt x="34" y="223"/>
                    <a:pt x="34" y="223"/>
                  </a:cubicBezTo>
                  <a:cubicBezTo>
                    <a:pt x="34" y="223"/>
                    <a:pt x="34" y="222"/>
                    <a:pt x="35" y="221"/>
                  </a:cubicBezTo>
                  <a:cubicBezTo>
                    <a:pt x="35" y="221"/>
                    <a:pt x="35" y="221"/>
                    <a:pt x="35" y="221"/>
                  </a:cubicBezTo>
                  <a:cubicBezTo>
                    <a:pt x="35" y="221"/>
                    <a:pt x="35" y="221"/>
                    <a:pt x="35" y="221"/>
                  </a:cubicBezTo>
                  <a:cubicBezTo>
                    <a:pt x="35" y="221"/>
                    <a:pt x="35" y="221"/>
                    <a:pt x="35" y="221"/>
                  </a:cubicBezTo>
                  <a:cubicBezTo>
                    <a:pt x="36" y="221"/>
                    <a:pt x="36" y="221"/>
                    <a:pt x="37" y="222"/>
                  </a:cubicBezTo>
                  <a:close/>
                  <a:moveTo>
                    <a:pt x="25" y="229"/>
                  </a:moveTo>
                  <a:cubicBezTo>
                    <a:pt x="26" y="230"/>
                    <a:pt x="26" y="231"/>
                    <a:pt x="25" y="231"/>
                  </a:cubicBezTo>
                  <a:cubicBezTo>
                    <a:pt x="25" y="231"/>
                    <a:pt x="25" y="231"/>
                    <a:pt x="25" y="231"/>
                  </a:cubicBezTo>
                  <a:cubicBezTo>
                    <a:pt x="24" y="231"/>
                    <a:pt x="23" y="231"/>
                    <a:pt x="23" y="231"/>
                  </a:cubicBezTo>
                  <a:cubicBezTo>
                    <a:pt x="23" y="231"/>
                    <a:pt x="23" y="231"/>
                    <a:pt x="23" y="231"/>
                  </a:cubicBezTo>
                  <a:cubicBezTo>
                    <a:pt x="23" y="230"/>
                    <a:pt x="23" y="229"/>
                    <a:pt x="23" y="229"/>
                  </a:cubicBezTo>
                  <a:cubicBezTo>
                    <a:pt x="23" y="229"/>
                    <a:pt x="23" y="229"/>
                    <a:pt x="23" y="229"/>
                  </a:cubicBezTo>
                  <a:cubicBezTo>
                    <a:pt x="24" y="229"/>
                    <a:pt x="24" y="229"/>
                    <a:pt x="24" y="229"/>
                  </a:cubicBezTo>
                  <a:cubicBezTo>
                    <a:pt x="24" y="229"/>
                    <a:pt x="24" y="229"/>
                    <a:pt x="24" y="229"/>
                  </a:cubicBezTo>
                  <a:cubicBezTo>
                    <a:pt x="25" y="229"/>
                    <a:pt x="25" y="229"/>
                    <a:pt x="25" y="229"/>
                  </a:cubicBezTo>
                  <a:close/>
                  <a:moveTo>
                    <a:pt x="14" y="237"/>
                  </a:moveTo>
                  <a:cubicBezTo>
                    <a:pt x="14" y="237"/>
                    <a:pt x="14" y="238"/>
                    <a:pt x="14" y="238"/>
                  </a:cubicBezTo>
                  <a:cubicBezTo>
                    <a:pt x="14" y="238"/>
                    <a:pt x="14" y="238"/>
                    <a:pt x="14" y="238"/>
                  </a:cubicBezTo>
                  <a:cubicBezTo>
                    <a:pt x="13" y="239"/>
                    <a:pt x="12" y="239"/>
                    <a:pt x="12" y="238"/>
                  </a:cubicBezTo>
                  <a:cubicBezTo>
                    <a:pt x="12" y="238"/>
                    <a:pt x="12" y="238"/>
                    <a:pt x="12" y="238"/>
                  </a:cubicBezTo>
                  <a:cubicBezTo>
                    <a:pt x="11" y="237"/>
                    <a:pt x="12" y="237"/>
                    <a:pt x="12" y="236"/>
                  </a:cubicBezTo>
                  <a:cubicBezTo>
                    <a:pt x="12" y="236"/>
                    <a:pt x="12" y="236"/>
                    <a:pt x="12" y="236"/>
                  </a:cubicBezTo>
                  <a:cubicBezTo>
                    <a:pt x="12" y="236"/>
                    <a:pt x="13" y="236"/>
                    <a:pt x="13" y="236"/>
                  </a:cubicBezTo>
                  <a:cubicBezTo>
                    <a:pt x="13" y="236"/>
                    <a:pt x="13" y="236"/>
                    <a:pt x="13" y="236"/>
                  </a:cubicBezTo>
                  <a:cubicBezTo>
                    <a:pt x="13" y="236"/>
                    <a:pt x="14" y="236"/>
                    <a:pt x="14" y="237"/>
                  </a:cubicBezTo>
                  <a:close/>
                  <a:moveTo>
                    <a:pt x="3" y="244"/>
                  </a:moveTo>
                  <a:cubicBezTo>
                    <a:pt x="3" y="245"/>
                    <a:pt x="3" y="245"/>
                    <a:pt x="2" y="246"/>
                  </a:cubicBezTo>
                  <a:cubicBezTo>
                    <a:pt x="2" y="246"/>
                    <a:pt x="2" y="246"/>
                    <a:pt x="2" y="246"/>
                  </a:cubicBezTo>
                  <a:cubicBezTo>
                    <a:pt x="2" y="246"/>
                    <a:pt x="1" y="246"/>
                    <a:pt x="0" y="245"/>
                  </a:cubicBezTo>
                  <a:cubicBezTo>
                    <a:pt x="0" y="245"/>
                    <a:pt x="0" y="245"/>
                    <a:pt x="0" y="245"/>
                  </a:cubicBezTo>
                  <a:cubicBezTo>
                    <a:pt x="0" y="245"/>
                    <a:pt x="0" y="244"/>
                    <a:pt x="1" y="244"/>
                  </a:cubicBezTo>
                  <a:cubicBezTo>
                    <a:pt x="1" y="244"/>
                    <a:pt x="1" y="244"/>
                    <a:pt x="1" y="244"/>
                  </a:cubicBezTo>
                  <a:cubicBezTo>
                    <a:pt x="1" y="243"/>
                    <a:pt x="1" y="243"/>
                    <a:pt x="2" y="243"/>
                  </a:cubicBezTo>
                  <a:cubicBezTo>
                    <a:pt x="2" y="243"/>
                    <a:pt x="2" y="243"/>
                    <a:pt x="2" y="243"/>
                  </a:cubicBezTo>
                  <a:cubicBezTo>
                    <a:pt x="2" y="243"/>
                    <a:pt x="2" y="244"/>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 name="Google Shape;320;p6"/>
            <p:cNvSpPr/>
            <p:nvPr/>
          </p:nvSpPr>
          <p:spPr>
            <a:xfrm>
              <a:off x="14283794" y="-448701"/>
              <a:ext cx="11748" cy="19580"/>
            </a:xfrm>
            <a:custGeom>
              <a:avLst/>
              <a:gdLst/>
              <a:ahLst/>
              <a:cxnLst/>
              <a:rect l="l" t="t" r="r" b="b"/>
              <a:pathLst>
                <a:path w="2" h="3" extrusionOk="0">
                  <a:moveTo>
                    <a:pt x="1" y="0"/>
                  </a:moveTo>
                  <a:cubicBezTo>
                    <a:pt x="1" y="0"/>
                    <a:pt x="1" y="0"/>
                    <a:pt x="2" y="0"/>
                  </a:cubicBezTo>
                  <a:cubicBezTo>
                    <a:pt x="2" y="0"/>
                    <a:pt x="2" y="0"/>
                    <a:pt x="2" y="0"/>
                  </a:cubicBezTo>
                  <a:cubicBezTo>
                    <a:pt x="2" y="1"/>
                    <a:pt x="2" y="1"/>
                    <a:pt x="2" y="1"/>
                  </a:cubicBezTo>
                  <a:cubicBezTo>
                    <a:pt x="2" y="1"/>
                    <a:pt x="2" y="2"/>
                    <a:pt x="2" y="2"/>
                  </a:cubicBezTo>
                  <a:cubicBezTo>
                    <a:pt x="2" y="2"/>
                    <a:pt x="2" y="2"/>
                    <a:pt x="2" y="2"/>
                  </a:cubicBezTo>
                  <a:cubicBezTo>
                    <a:pt x="2" y="3"/>
                    <a:pt x="1" y="3"/>
                    <a:pt x="1" y="2"/>
                  </a:cubicBezTo>
                  <a:cubicBezTo>
                    <a:pt x="0" y="2"/>
                    <a:pt x="0" y="2"/>
                    <a:pt x="0" y="2"/>
                  </a:cubicBezTo>
                  <a:cubicBezTo>
                    <a:pt x="0" y="2"/>
                    <a:pt x="0" y="2"/>
                    <a:pt x="0" y="2"/>
                  </a:cubicBezTo>
                  <a:cubicBezTo>
                    <a:pt x="0" y="2"/>
                    <a:pt x="0" y="1"/>
                    <a:pt x="0" y="1"/>
                  </a:cubicBezTo>
                  <a:cubicBezTo>
                    <a:pt x="0" y="1"/>
                    <a:pt x="0" y="1"/>
                    <a:pt x="0" y="0"/>
                  </a:cubicBezTo>
                  <a:cubicBezTo>
                    <a:pt x="0"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1" name="Google Shape;321;p6"/>
          <p:cNvGrpSpPr/>
          <p:nvPr/>
        </p:nvGrpSpPr>
        <p:grpSpPr>
          <a:xfrm>
            <a:off x="-984170" y="-3000359"/>
            <a:ext cx="11853883" cy="8118886"/>
            <a:chOff x="-984170" y="-3000359"/>
            <a:chExt cx="11853883" cy="8118886"/>
          </a:xfrm>
        </p:grpSpPr>
        <p:grpSp>
          <p:nvGrpSpPr>
            <p:cNvPr id="322" name="Google Shape;322;p6"/>
            <p:cNvGrpSpPr/>
            <p:nvPr/>
          </p:nvGrpSpPr>
          <p:grpSpPr>
            <a:xfrm>
              <a:off x="-984170" y="-3000359"/>
              <a:ext cx="3093729" cy="4362535"/>
              <a:chOff x="-984170" y="-3000359"/>
              <a:chExt cx="3093729" cy="4362535"/>
            </a:xfrm>
          </p:grpSpPr>
          <p:sp>
            <p:nvSpPr>
              <p:cNvPr id="323" name="Google Shape;323;p6"/>
              <p:cNvSpPr/>
              <p:nvPr/>
            </p:nvSpPr>
            <p:spPr>
              <a:xfrm>
                <a:off x="-917596" y="-2922037"/>
                <a:ext cx="3027155" cy="4284213"/>
              </a:xfrm>
              <a:custGeom>
                <a:avLst/>
                <a:gdLst/>
                <a:ahLst/>
                <a:cxnLst/>
                <a:rect l="l" t="t" r="r" b="b"/>
                <a:pathLst>
                  <a:path w="773" h="1094" extrusionOk="0">
                    <a:moveTo>
                      <a:pt x="146" y="409"/>
                    </a:moveTo>
                    <a:lnTo>
                      <a:pt x="773" y="0"/>
                    </a:lnTo>
                    <a:lnTo>
                      <a:pt x="627" y="686"/>
                    </a:lnTo>
                    <a:lnTo>
                      <a:pt x="0" y="1094"/>
                    </a:lnTo>
                    <a:lnTo>
                      <a:pt x="146" y="409"/>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 name="Google Shape;324;p6"/>
              <p:cNvSpPr/>
              <p:nvPr/>
            </p:nvSpPr>
            <p:spPr>
              <a:xfrm>
                <a:off x="-984170" y="-3000359"/>
                <a:ext cx="3031071" cy="4299878"/>
              </a:xfrm>
              <a:custGeom>
                <a:avLst/>
                <a:gdLst/>
                <a:ahLst/>
                <a:cxnLst/>
                <a:rect l="l" t="t" r="r" b="b"/>
                <a:pathLst>
                  <a:path w="774" h="1098" extrusionOk="0">
                    <a:moveTo>
                      <a:pt x="0" y="1098"/>
                    </a:moveTo>
                    <a:lnTo>
                      <a:pt x="0" y="1095"/>
                    </a:lnTo>
                    <a:lnTo>
                      <a:pt x="144" y="410"/>
                    </a:lnTo>
                    <a:lnTo>
                      <a:pt x="146" y="410"/>
                    </a:lnTo>
                    <a:lnTo>
                      <a:pt x="774" y="0"/>
                    </a:lnTo>
                    <a:lnTo>
                      <a:pt x="773" y="1"/>
                    </a:lnTo>
                    <a:lnTo>
                      <a:pt x="628" y="688"/>
                    </a:lnTo>
                    <a:lnTo>
                      <a:pt x="628" y="688"/>
                    </a:lnTo>
                    <a:lnTo>
                      <a:pt x="0" y="1098"/>
                    </a:lnTo>
                    <a:close/>
                    <a:moveTo>
                      <a:pt x="147" y="411"/>
                    </a:moveTo>
                    <a:lnTo>
                      <a:pt x="1" y="1093"/>
                    </a:lnTo>
                    <a:lnTo>
                      <a:pt x="627" y="687"/>
                    </a:lnTo>
                    <a:lnTo>
                      <a:pt x="771" y="5"/>
                    </a:lnTo>
                    <a:lnTo>
                      <a:pt x="147" y="41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25" name="Google Shape;325;p6"/>
            <p:cNvSpPr/>
            <p:nvPr/>
          </p:nvSpPr>
          <p:spPr>
            <a:xfrm rot="10800000">
              <a:off x="8552701" y="1812924"/>
              <a:ext cx="2317013" cy="3283428"/>
            </a:xfrm>
            <a:custGeom>
              <a:avLst/>
              <a:gdLst/>
              <a:ahLst/>
              <a:cxnLst/>
              <a:rect l="l" t="t" r="r" b="b"/>
              <a:pathLst>
                <a:path w="772" h="1094" extrusionOk="0">
                  <a:moveTo>
                    <a:pt x="627" y="685"/>
                  </a:moveTo>
                  <a:lnTo>
                    <a:pt x="0" y="1094"/>
                  </a:lnTo>
                  <a:lnTo>
                    <a:pt x="145" y="407"/>
                  </a:lnTo>
                  <a:lnTo>
                    <a:pt x="772" y="0"/>
                  </a:lnTo>
                  <a:lnTo>
                    <a:pt x="627" y="68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 name="Google Shape;326;p6"/>
            <p:cNvSpPr/>
            <p:nvPr/>
          </p:nvSpPr>
          <p:spPr>
            <a:xfrm rot="10800000">
              <a:off x="8187198" y="3587861"/>
              <a:ext cx="1944851" cy="1530666"/>
            </a:xfrm>
            <a:custGeom>
              <a:avLst/>
              <a:gdLst/>
              <a:ahLst/>
              <a:cxnLst/>
              <a:rect l="l" t="t" r="r" b="b"/>
              <a:pathLst>
                <a:path w="648" h="510" extrusionOk="0">
                  <a:moveTo>
                    <a:pt x="627" y="103"/>
                  </a:moveTo>
                  <a:lnTo>
                    <a:pt x="0" y="510"/>
                  </a:lnTo>
                  <a:lnTo>
                    <a:pt x="21" y="408"/>
                  </a:lnTo>
                  <a:lnTo>
                    <a:pt x="648" y="0"/>
                  </a:lnTo>
                  <a:lnTo>
                    <a:pt x="627" y="10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27" name="Google Shape;327;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9"/>
        <p:cNvGrpSpPr/>
        <p:nvPr/>
      </p:nvGrpSpPr>
      <p:grpSpPr>
        <a:xfrm>
          <a:off x="0" y="0"/>
          <a:ext cx="0" cy="0"/>
          <a:chOff x="0" y="0"/>
          <a:chExt cx="0" cy="0"/>
        </a:xfrm>
      </p:grpSpPr>
      <p:grpSp>
        <p:nvGrpSpPr>
          <p:cNvPr id="400" name="Google Shape;400;p8"/>
          <p:cNvGrpSpPr/>
          <p:nvPr/>
        </p:nvGrpSpPr>
        <p:grpSpPr>
          <a:xfrm>
            <a:off x="4298463" y="-1082360"/>
            <a:ext cx="5393953" cy="6920685"/>
            <a:chOff x="4298463" y="-1082360"/>
            <a:chExt cx="5393953" cy="6920685"/>
          </a:xfrm>
        </p:grpSpPr>
        <p:grpSp>
          <p:nvGrpSpPr>
            <p:cNvPr id="401" name="Google Shape;401;p8"/>
            <p:cNvGrpSpPr/>
            <p:nvPr/>
          </p:nvGrpSpPr>
          <p:grpSpPr>
            <a:xfrm>
              <a:off x="5263295" y="-1082360"/>
              <a:ext cx="4429121" cy="1617349"/>
              <a:chOff x="9431732" y="3526140"/>
              <a:chExt cx="4429121" cy="1617349"/>
            </a:xfrm>
          </p:grpSpPr>
          <p:sp>
            <p:nvSpPr>
              <p:cNvPr id="402" name="Google Shape;402;p8"/>
              <p:cNvSpPr/>
              <p:nvPr/>
            </p:nvSpPr>
            <p:spPr>
              <a:xfrm>
                <a:off x="11812728" y="3526140"/>
                <a:ext cx="19581" cy="15664"/>
              </a:xfrm>
              <a:custGeom>
                <a:avLst/>
                <a:gdLst/>
                <a:ahLst/>
                <a:cxnLst/>
                <a:rect l="l" t="t" r="r" b="b"/>
                <a:pathLst>
                  <a:path w="3" h="3" extrusionOk="0">
                    <a:moveTo>
                      <a:pt x="2" y="3"/>
                    </a:moveTo>
                    <a:cubicBezTo>
                      <a:pt x="1" y="3"/>
                      <a:pt x="1" y="3"/>
                      <a:pt x="1" y="3"/>
                    </a:cubicBezTo>
                    <a:cubicBezTo>
                      <a:pt x="1" y="3"/>
                      <a:pt x="0" y="2"/>
                      <a:pt x="0" y="2"/>
                    </a:cubicBezTo>
                    <a:cubicBezTo>
                      <a:pt x="0" y="1"/>
                      <a:pt x="1" y="1"/>
                      <a:pt x="1" y="1"/>
                    </a:cubicBezTo>
                    <a:cubicBezTo>
                      <a:pt x="1" y="1"/>
                      <a:pt x="1" y="1"/>
                      <a:pt x="1" y="1"/>
                    </a:cubicBezTo>
                    <a:cubicBezTo>
                      <a:pt x="2" y="0"/>
                      <a:pt x="2" y="0"/>
                      <a:pt x="3" y="1"/>
                    </a:cubicBezTo>
                    <a:cubicBezTo>
                      <a:pt x="3" y="1"/>
                      <a:pt x="3" y="1"/>
                      <a:pt x="3" y="2"/>
                    </a:cubicBezTo>
                    <a:cubicBezTo>
                      <a:pt x="3" y="2"/>
                      <a:pt x="3" y="3"/>
                      <a:pt x="3" y="3"/>
                    </a:cubicBezTo>
                    <a:cubicBezTo>
                      <a:pt x="3"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3" name="Google Shape;403;p8"/>
              <p:cNvSpPr/>
              <p:nvPr/>
            </p:nvSpPr>
            <p:spPr>
              <a:xfrm>
                <a:off x="9431732" y="3573133"/>
                <a:ext cx="2334003"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2" y="244"/>
                    </a:cubicBezTo>
                    <a:cubicBezTo>
                      <a:pt x="2" y="244"/>
                      <a:pt x="2" y="244"/>
                      <a:pt x="2"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0"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2" y="230"/>
                      <a:pt x="23" y="229"/>
                      <a:pt x="23" y="228"/>
                    </a:cubicBezTo>
                    <a:cubicBezTo>
                      <a:pt x="23" y="228"/>
                      <a:pt x="23" y="228"/>
                      <a:pt x="23" y="228"/>
                    </a:cubicBezTo>
                    <a:cubicBezTo>
                      <a:pt x="24" y="228"/>
                      <a:pt x="25" y="228"/>
                      <a:pt x="25" y="229"/>
                    </a:cubicBezTo>
                    <a:cubicBezTo>
                      <a:pt x="25" y="229"/>
                      <a:pt x="25" y="229"/>
                      <a:pt x="25" y="229"/>
                    </a:cubicBezTo>
                    <a:cubicBezTo>
                      <a:pt x="25" y="229"/>
                      <a:pt x="25" y="230"/>
                      <a:pt x="25" y="231"/>
                    </a:cubicBezTo>
                    <a:cubicBezTo>
                      <a:pt x="25" y="231"/>
                      <a:pt x="25" y="231"/>
                      <a:pt x="25" y="231"/>
                    </a:cubicBezTo>
                    <a:cubicBezTo>
                      <a:pt x="24"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5"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59" y="207"/>
                      <a:pt x="59" y="208"/>
                      <a:pt x="59" y="209"/>
                    </a:cubicBezTo>
                    <a:cubicBezTo>
                      <a:pt x="59" y="209"/>
                      <a:pt x="59" y="209"/>
                      <a:pt x="59" y="209"/>
                    </a:cubicBezTo>
                    <a:cubicBezTo>
                      <a:pt x="58" y="209"/>
                      <a:pt x="58" y="209"/>
                      <a:pt x="58" y="209"/>
                    </a:cubicBezTo>
                    <a:cubicBezTo>
                      <a:pt x="58" y="209"/>
                      <a:pt x="58" y="209"/>
                      <a:pt x="58" y="209"/>
                    </a:cubicBezTo>
                    <a:cubicBezTo>
                      <a:pt x="57" y="209"/>
                      <a:pt x="57" y="209"/>
                      <a:pt x="57" y="208"/>
                    </a:cubicBezTo>
                    <a:close/>
                    <a:moveTo>
                      <a:pt x="68" y="201"/>
                    </a:moveTo>
                    <a:cubicBezTo>
                      <a:pt x="68" y="200"/>
                      <a:pt x="68" y="199"/>
                      <a:pt x="68" y="199"/>
                    </a:cubicBezTo>
                    <a:cubicBezTo>
                      <a:pt x="68" y="199"/>
                      <a:pt x="68" y="199"/>
                      <a:pt x="68"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79" y="193"/>
                    </a:cubicBezTo>
                    <a:close/>
                    <a:moveTo>
                      <a:pt x="91" y="186"/>
                    </a:moveTo>
                    <a:cubicBezTo>
                      <a:pt x="90" y="185"/>
                      <a:pt x="90"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4"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4" y="172"/>
                    </a:cubicBezTo>
                    <a:cubicBezTo>
                      <a:pt x="114" y="172"/>
                      <a:pt x="114" y="172"/>
                      <a:pt x="114"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8"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49" y="148"/>
                    </a:cubicBezTo>
                    <a:cubicBezTo>
                      <a:pt x="149" y="148"/>
                      <a:pt x="149" y="148"/>
                      <a:pt x="149"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7"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60" y="142"/>
                    </a:cubicBezTo>
                    <a:cubicBezTo>
                      <a:pt x="160" y="142"/>
                      <a:pt x="160" y="142"/>
                      <a:pt x="160" y="142"/>
                    </a:cubicBezTo>
                    <a:cubicBezTo>
                      <a:pt x="159" y="142"/>
                      <a:pt x="159" y="142"/>
                      <a:pt x="159" y="142"/>
                    </a:cubicBezTo>
                    <a:close/>
                    <a:moveTo>
                      <a:pt x="170" y="134"/>
                    </a:moveTo>
                    <a:cubicBezTo>
                      <a:pt x="169" y="134"/>
                      <a:pt x="170" y="133"/>
                      <a:pt x="170" y="133"/>
                    </a:cubicBezTo>
                    <a:cubicBezTo>
                      <a:pt x="170" y="133"/>
                      <a:pt x="170" y="133"/>
                      <a:pt x="170" y="133"/>
                    </a:cubicBezTo>
                    <a:cubicBezTo>
                      <a:pt x="171" y="132"/>
                      <a:pt x="172" y="132"/>
                      <a:pt x="172" y="133"/>
                    </a:cubicBezTo>
                    <a:cubicBezTo>
                      <a:pt x="172" y="133"/>
                      <a:pt x="172" y="133"/>
                      <a:pt x="172" y="133"/>
                    </a:cubicBezTo>
                    <a:cubicBezTo>
                      <a:pt x="172" y="134"/>
                      <a:pt x="172" y="134"/>
                      <a:pt x="172" y="135"/>
                    </a:cubicBezTo>
                    <a:cubicBezTo>
                      <a:pt x="172" y="135"/>
                      <a:pt x="172" y="135"/>
                      <a:pt x="172" y="135"/>
                    </a:cubicBezTo>
                    <a:cubicBezTo>
                      <a:pt x="171"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2"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6" y="112"/>
                      <a:pt x="206" y="112"/>
                      <a:pt x="206" y="113"/>
                    </a:cubicBezTo>
                    <a:cubicBezTo>
                      <a:pt x="206" y="113"/>
                      <a:pt x="206" y="113"/>
                      <a:pt x="206" y="113"/>
                    </a:cubicBezTo>
                    <a:cubicBezTo>
                      <a:pt x="205" y="113"/>
                      <a:pt x="205" y="113"/>
                      <a:pt x="205" y="113"/>
                    </a:cubicBezTo>
                    <a:cubicBezTo>
                      <a:pt x="205" y="113"/>
                      <a:pt x="205" y="113"/>
                      <a:pt x="205" y="113"/>
                    </a:cubicBezTo>
                    <a:cubicBezTo>
                      <a:pt x="204" y="113"/>
                      <a:pt x="204" y="113"/>
                      <a:pt x="204" y="112"/>
                    </a:cubicBezTo>
                    <a:close/>
                    <a:moveTo>
                      <a:pt x="215" y="105"/>
                    </a:moveTo>
                    <a:cubicBezTo>
                      <a:pt x="215" y="104"/>
                      <a:pt x="215" y="104"/>
                      <a:pt x="215" y="103"/>
                    </a:cubicBezTo>
                    <a:cubicBezTo>
                      <a:pt x="215" y="103"/>
                      <a:pt x="215" y="103"/>
                      <a:pt x="215"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6" y="98"/>
                    </a:cubicBezTo>
                    <a:close/>
                    <a:moveTo>
                      <a:pt x="238" y="90"/>
                    </a:moveTo>
                    <a:cubicBezTo>
                      <a:pt x="237" y="90"/>
                      <a:pt x="237"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49" y="81"/>
                    </a:cubicBezTo>
                    <a:cubicBezTo>
                      <a:pt x="249" y="81"/>
                      <a:pt x="249" y="81"/>
                      <a:pt x="249" y="81"/>
                    </a:cubicBezTo>
                    <a:cubicBezTo>
                      <a:pt x="250" y="81"/>
                      <a:pt x="251" y="81"/>
                      <a:pt x="251" y="81"/>
                    </a:cubicBezTo>
                    <a:cubicBezTo>
                      <a:pt x="251" y="81"/>
                      <a:pt x="251" y="81"/>
                      <a:pt x="251" y="81"/>
                    </a:cubicBezTo>
                    <a:cubicBezTo>
                      <a:pt x="252" y="82"/>
                      <a:pt x="251"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1" y="76"/>
                    </a:cubicBezTo>
                    <a:cubicBezTo>
                      <a:pt x="261" y="76"/>
                      <a:pt x="261" y="76"/>
                      <a:pt x="261" y="76"/>
                    </a:cubicBezTo>
                    <a:cubicBezTo>
                      <a:pt x="261" y="76"/>
                      <a:pt x="261" y="76"/>
                      <a:pt x="260" y="76"/>
                    </a:cubicBezTo>
                    <a:close/>
                    <a:moveTo>
                      <a:pt x="272" y="68"/>
                    </a:moveTo>
                    <a:cubicBezTo>
                      <a:pt x="271" y="68"/>
                      <a:pt x="271" y="67"/>
                      <a:pt x="272" y="66"/>
                    </a:cubicBezTo>
                    <a:cubicBezTo>
                      <a:pt x="272" y="66"/>
                      <a:pt x="272" y="66"/>
                      <a:pt x="272" y="66"/>
                    </a:cubicBezTo>
                    <a:cubicBezTo>
                      <a:pt x="273"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5"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6" y="52"/>
                    </a:cubicBezTo>
                    <a:cubicBezTo>
                      <a:pt x="296" y="52"/>
                      <a:pt x="296" y="52"/>
                      <a:pt x="296"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4"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6" y="46"/>
                    </a:cubicBezTo>
                    <a:close/>
                    <a:moveTo>
                      <a:pt x="317" y="39"/>
                    </a:moveTo>
                    <a:cubicBezTo>
                      <a:pt x="316"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8"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0" y="30"/>
                    </a:cubicBezTo>
                    <a:cubicBezTo>
                      <a:pt x="330" y="30"/>
                      <a:pt x="330" y="30"/>
                      <a:pt x="330"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39"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3" y="16"/>
                      <a:pt x="353" y="17"/>
                      <a:pt x="353" y="17"/>
                    </a:cubicBezTo>
                    <a:cubicBezTo>
                      <a:pt x="353" y="17"/>
                      <a:pt x="353" y="17"/>
                      <a:pt x="353" y="17"/>
                    </a:cubicBezTo>
                    <a:cubicBezTo>
                      <a:pt x="352" y="17"/>
                      <a:pt x="352" y="17"/>
                      <a:pt x="352" y="17"/>
                    </a:cubicBezTo>
                    <a:cubicBezTo>
                      <a:pt x="352" y="17"/>
                      <a:pt x="352" y="17"/>
                      <a:pt x="352" y="17"/>
                    </a:cubicBezTo>
                    <a:cubicBezTo>
                      <a:pt x="351" y="17"/>
                      <a:pt x="351" y="17"/>
                      <a:pt x="351" y="17"/>
                    </a:cubicBezTo>
                    <a:close/>
                    <a:moveTo>
                      <a:pt x="362" y="9"/>
                    </a:moveTo>
                    <a:cubicBezTo>
                      <a:pt x="362" y="9"/>
                      <a:pt x="362" y="8"/>
                      <a:pt x="362" y="7"/>
                    </a:cubicBezTo>
                    <a:cubicBezTo>
                      <a:pt x="362" y="7"/>
                      <a:pt x="362" y="7"/>
                      <a:pt x="362"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4" name="Google Shape;404;p8"/>
              <p:cNvSpPr/>
              <p:nvPr/>
            </p:nvSpPr>
            <p:spPr>
              <a:xfrm>
                <a:off x="11961540" y="3526140"/>
                <a:ext cx="15664" cy="15664"/>
              </a:xfrm>
              <a:custGeom>
                <a:avLst/>
                <a:gdLst/>
                <a:ahLst/>
                <a:cxnLst/>
                <a:rect l="l" t="t" r="r" b="b"/>
                <a:pathLst>
                  <a:path w="2" h="3" extrusionOk="0">
                    <a:moveTo>
                      <a:pt x="1" y="3"/>
                    </a:moveTo>
                    <a:cubicBezTo>
                      <a:pt x="1" y="3"/>
                      <a:pt x="1" y="3"/>
                      <a:pt x="1" y="3"/>
                    </a:cubicBezTo>
                    <a:cubicBezTo>
                      <a:pt x="0" y="3"/>
                      <a:pt x="0" y="3"/>
                      <a:pt x="0" y="3"/>
                    </a:cubicBezTo>
                    <a:cubicBezTo>
                      <a:pt x="0" y="3"/>
                      <a:pt x="0" y="2"/>
                      <a:pt x="0" y="2"/>
                    </a:cubicBezTo>
                    <a:cubicBezTo>
                      <a:pt x="0" y="1"/>
                      <a:pt x="0" y="1"/>
                      <a:pt x="0" y="1"/>
                    </a:cubicBezTo>
                    <a:cubicBezTo>
                      <a:pt x="1" y="0"/>
                      <a:pt x="1" y="0"/>
                      <a:pt x="2" y="1"/>
                    </a:cubicBezTo>
                    <a:cubicBezTo>
                      <a:pt x="2" y="1"/>
                      <a:pt x="2" y="1"/>
                      <a:pt x="2" y="1"/>
                    </a:cubicBezTo>
                    <a:cubicBezTo>
                      <a:pt x="2" y="1"/>
                      <a:pt x="2" y="1"/>
                      <a:pt x="2"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5" name="Google Shape;405;p8"/>
              <p:cNvSpPr/>
              <p:nvPr/>
            </p:nvSpPr>
            <p:spPr>
              <a:xfrm>
                <a:off x="9576628" y="3573133"/>
                <a:ext cx="2330087"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2" y="243"/>
                      <a:pt x="3" y="244"/>
                    </a:cubicBezTo>
                    <a:cubicBezTo>
                      <a:pt x="3" y="244"/>
                      <a:pt x="3" y="244"/>
                      <a:pt x="3" y="244"/>
                    </a:cubicBezTo>
                    <a:cubicBezTo>
                      <a:pt x="3" y="244"/>
                      <a:pt x="3" y="245"/>
                      <a:pt x="2" y="245"/>
                    </a:cubicBezTo>
                    <a:cubicBezTo>
                      <a:pt x="2" y="245"/>
                      <a:pt x="2" y="245"/>
                      <a:pt x="2" y="245"/>
                    </a:cubicBezTo>
                    <a:cubicBezTo>
                      <a:pt x="2" y="246"/>
                      <a:pt x="2" y="246"/>
                      <a:pt x="2" y="246"/>
                    </a:cubicBezTo>
                    <a:cubicBezTo>
                      <a:pt x="2" y="246"/>
                      <a:pt x="2" y="246"/>
                      <a:pt x="2" y="246"/>
                    </a:cubicBezTo>
                    <a:cubicBezTo>
                      <a:pt x="1" y="246"/>
                      <a:pt x="1" y="245"/>
                      <a:pt x="1" y="245"/>
                    </a:cubicBezTo>
                    <a:close/>
                    <a:moveTo>
                      <a:pt x="12" y="238"/>
                    </a:moveTo>
                    <a:cubicBezTo>
                      <a:pt x="11"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5" y="229"/>
                    </a:cubicBezTo>
                    <a:cubicBezTo>
                      <a:pt x="25" y="229"/>
                      <a:pt x="25" y="229"/>
                      <a:pt x="25"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4" y="223"/>
                    </a:cubicBezTo>
                    <a:close/>
                    <a:moveTo>
                      <a:pt x="46" y="216"/>
                    </a:moveTo>
                    <a:cubicBezTo>
                      <a:pt x="45" y="215"/>
                      <a:pt x="46" y="214"/>
                      <a:pt x="46" y="214"/>
                    </a:cubicBezTo>
                    <a:cubicBezTo>
                      <a:pt x="46" y="214"/>
                      <a:pt x="46" y="214"/>
                      <a:pt x="46" y="214"/>
                    </a:cubicBezTo>
                    <a:cubicBezTo>
                      <a:pt x="47" y="213"/>
                      <a:pt x="48" y="213"/>
                      <a:pt x="48" y="214"/>
                    </a:cubicBezTo>
                    <a:cubicBezTo>
                      <a:pt x="48" y="214"/>
                      <a:pt x="48" y="214"/>
                      <a:pt x="48" y="214"/>
                    </a:cubicBezTo>
                    <a:cubicBezTo>
                      <a:pt x="48" y="215"/>
                      <a:pt x="48" y="215"/>
                      <a:pt x="48" y="216"/>
                    </a:cubicBezTo>
                    <a:cubicBezTo>
                      <a:pt x="48" y="216"/>
                      <a:pt x="48" y="216"/>
                      <a:pt x="48" y="216"/>
                    </a:cubicBezTo>
                    <a:cubicBezTo>
                      <a:pt x="47" y="216"/>
                      <a:pt x="47" y="216"/>
                      <a:pt x="47" y="216"/>
                    </a:cubicBezTo>
                    <a:cubicBezTo>
                      <a:pt x="47" y="216"/>
                      <a:pt x="47" y="216"/>
                      <a:pt x="47" y="216"/>
                    </a:cubicBezTo>
                    <a:cubicBezTo>
                      <a:pt x="46"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8"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0" y="194"/>
                      <a:pt x="80" y="194"/>
                      <a:pt x="80" y="193"/>
                    </a:cubicBezTo>
                    <a:close/>
                    <a:moveTo>
                      <a:pt x="91" y="186"/>
                    </a:moveTo>
                    <a:cubicBezTo>
                      <a:pt x="91" y="185"/>
                      <a:pt x="91" y="185"/>
                      <a:pt x="91" y="184"/>
                    </a:cubicBezTo>
                    <a:cubicBezTo>
                      <a:pt x="91" y="184"/>
                      <a:pt x="91" y="184"/>
                      <a:pt x="91" y="184"/>
                    </a:cubicBezTo>
                    <a:cubicBezTo>
                      <a:pt x="92" y="184"/>
                      <a:pt x="93" y="184"/>
                      <a:pt x="93" y="185"/>
                    </a:cubicBezTo>
                    <a:cubicBezTo>
                      <a:pt x="93" y="185"/>
                      <a:pt x="93" y="185"/>
                      <a:pt x="93" y="185"/>
                    </a:cubicBezTo>
                    <a:cubicBezTo>
                      <a:pt x="94" y="185"/>
                      <a:pt x="93" y="186"/>
                      <a:pt x="93" y="186"/>
                    </a:cubicBezTo>
                    <a:cubicBezTo>
                      <a:pt x="93" y="186"/>
                      <a:pt x="93" y="186"/>
                      <a:pt x="93" y="186"/>
                    </a:cubicBezTo>
                    <a:cubicBezTo>
                      <a:pt x="93"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3" y="179"/>
                    </a:cubicBezTo>
                    <a:cubicBezTo>
                      <a:pt x="103" y="179"/>
                      <a:pt x="103" y="179"/>
                      <a:pt x="103" y="179"/>
                    </a:cubicBezTo>
                    <a:cubicBezTo>
                      <a:pt x="103" y="179"/>
                      <a:pt x="103" y="179"/>
                      <a:pt x="102" y="179"/>
                    </a:cubicBezTo>
                    <a:close/>
                    <a:moveTo>
                      <a:pt x="114" y="171"/>
                    </a:moveTo>
                    <a:cubicBezTo>
                      <a:pt x="113" y="171"/>
                      <a:pt x="113" y="170"/>
                      <a:pt x="114" y="169"/>
                    </a:cubicBezTo>
                    <a:cubicBezTo>
                      <a:pt x="114" y="169"/>
                      <a:pt x="114" y="169"/>
                      <a:pt x="114" y="169"/>
                    </a:cubicBezTo>
                    <a:cubicBezTo>
                      <a:pt x="115"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7"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7" y="157"/>
                    </a:cubicBezTo>
                    <a:cubicBezTo>
                      <a:pt x="137" y="157"/>
                      <a:pt x="137" y="157"/>
                      <a:pt x="137"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9" y="150"/>
                    </a:cubicBezTo>
                    <a:cubicBezTo>
                      <a:pt x="149" y="150"/>
                      <a:pt x="149" y="150"/>
                      <a:pt x="149" y="150"/>
                    </a:cubicBezTo>
                    <a:cubicBezTo>
                      <a:pt x="148" y="150"/>
                      <a:pt x="148" y="150"/>
                      <a:pt x="148" y="149"/>
                    </a:cubicBezTo>
                    <a:close/>
                    <a:moveTo>
                      <a:pt x="159" y="142"/>
                    </a:moveTo>
                    <a:cubicBezTo>
                      <a:pt x="158"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2" y="133"/>
                    </a:cubicBezTo>
                    <a:cubicBezTo>
                      <a:pt x="172" y="133"/>
                      <a:pt x="172" y="133"/>
                      <a:pt x="172"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1" y="127"/>
                    </a:cubicBezTo>
                    <a:close/>
                    <a:moveTo>
                      <a:pt x="193" y="120"/>
                    </a:moveTo>
                    <a:cubicBezTo>
                      <a:pt x="192" y="119"/>
                      <a:pt x="193" y="118"/>
                      <a:pt x="193" y="118"/>
                    </a:cubicBezTo>
                    <a:cubicBezTo>
                      <a:pt x="193" y="118"/>
                      <a:pt x="193" y="118"/>
                      <a:pt x="193" y="118"/>
                    </a:cubicBezTo>
                    <a:cubicBezTo>
                      <a:pt x="194" y="118"/>
                      <a:pt x="195" y="118"/>
                      <a:pt x="195" y="118"/>
                    </a:cubicBezTo>
                    <a:cubicBezTo>
                      <a:pt x="195" y="118"/>
                      <a:pt x="195" y="118"/>
                      <a:pt x="195" y="118"/>
                    </a:cubicBezTo>
                    <a:cubicBezTo>
                      <a:pt x="195" y="119"/>
                      <a:pt x="195" y="120"/>
                      <a:pt x="195" y="120"/>
                    </a:cubicBezTo>
                    <a:cubicBezTo>
                      <a:pt x="195" y="120"/>
                      <a:pt x="195" y="120"/>
                      <a:pt x="195" y="120"/>
                    </a:cubicBezTo>
                    <a:cubicBezTo>
                      <a:pt x="194"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5"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7" y="98"/>
                      <a:pt x="227" y="98"/>
                      <a:pt x="227" y="98"/>
                    </a:cubicBezTo>
                    <a:close/>
                    <a:moveTo>
                      <a:pt x="238" y="90"/>
                    </a:moveTo>
                    <a:cubicBezTo>
                      <a:pt x="238" y="90"/>
                      <a:pt x="238" y="89"/>
                      <a:pt x="238" y="88"/>
                    </a:cubicBezTo>
                    <a:cubicBezTo>
                      <a:pt x="238" y="88"/>
                      <a:pt x="238" y="88"/>
                      <a:pt x="238"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0" y="84"/>
                    </a:cubicBezTo>
                    <a:cubicBezTo>
                      <a:pt x="250" y="84"/>
                      <a:pt x="250" y="84"/>
                      <a:pt x="250" y="84"/>
                    </a:cubicBezTo>
                    <a:cubicBezTo>
                      <a:pt x="250" y="84"/>
                      <a:pt x="250" y="83"/>
                      <a:pt x="249" y="83"/>
                    </a:cubicBezTo>
                    <a:close/>
                    <a:moveTo>
                      <a:pt x="261" y="76"/>
                    </a:moveTo>
                    <a:cubicBezTo>
                      <a:pt x="260" y="75"/>
                      <a:pt x="260" y="74"/>
                      <a:pt x="261" y="74"/>
                    </a:cubicBezTo>
                    <a:cubicBezTo>
                      <a:pt x="261" y="74"/>
                      <a:pt x="261" y="74"/>
                      <a:pt x="261" y="74"/>
                    </a:cubicBezTo>
                    <a:cubicBezTo>
                      <a:pt x="262" y="73"/>
                      <a:pt x="262"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4"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4" y="61"/>
                    </a:cubicBezTo>
                    <a:cubicBezTo>
                      <a:pt x="284" y="61"/>
                      <a:pt x="284" y="61"/>
                      <a:pt x="284" y="61"/>
                    </a:cubicBezTo>
                    <a:cubicBezTo>
                      <a:pt x="284" y="61"/>
                      <a:pt x="284" y="61"/>
                      <a:pt x="283" y="61"/>
                    </a:cubicBezTo>
                    <a:close/>
                    <a:moveTo>
                      <a:pt x="295" y="53"/>
                    </a:moveTo>
                    <a:cubicBezTo>
                      <a:pt x="294" y="53"/>
                      <a:pt x="294" y="52"/>
                      <a:pt x="295" y="52"/>
                    </a:cubicBezTo>
                    <a:cubicBezTo>
                      <a:pt x="295" y="52"/>
                      <a:pt x="295" y="52"/>
                      <a:pt x="295" y="52"/>
                    </a:cubicBezTo>
                    <a:cubicBezTo>
                      <a:pt x="296" y="51"/>
                      <a:pt x="296" y="51"/>
                      <a:pt x="297" y="52"/>
                    </a:cubicBezTo>
                    <a:cubicBezTo>
                      <a:pt x="297" y="52"/>
                      <a:pt x="297" y="52"/>
                      <a:pt x="297" y="52"/>
                    </a:cubicBezTo>
                    <a:cubicBezTo>
                      <a:pt x="297" y="53"/>
                      <a:pt x="297" y="53"/>
                      <a:pt x="296" y="54"/>
                    </a:cubicBezTo>
                    <a:cubicBezTo>
                      <a:pt x="296" y="54"/>
                      <a:pt x="296" y="54"/>
                      <a:pt x="296" y="54"/>
                    </a:cubicBezTo>
                    <a:cubicBezTo>
                      <a:pt x="296" y="54"/>
                      <a:pt x="296" y="54"/>
                      <a:pt x="296" y="54"/>
                    </a:cubicBezTo>
                    <a:cubicBezTo>
                      <a:pt x="296" y="54"/>
                      <a:pt x="296" y="54"/>
                      <a:pt x="296" y="54"/>
                    </a:cubicBezTo>
                    <a:cubicBezTo>
                      <a:pt x="295" y="54"/>
                      <a:pt x="295" y="54"/>
                      <a:pt x="295" y="53"/>
                    </a:cubicBezTo>
                    <a:close/>
                    <a:moveTo>
                      <a:pt x="306" y="46"/>
                    </a:moveTo>
                    <a:cubicBezTo>
                      <a:pt x="305"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19" y="37"/>
                    </a:cubicBezTo>
                    <a:cubicBezTo>
                      <a:pt x="319" y="37"/>
                      <a:pt x="319" y="37"/>
                      <a:pt x="319"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7"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39" y="23"/>
                      <a:pt x="340" y="23"/>
                      <a:pt x="340" y="22"/>
                    </a:cubicBezTo>
                    <a:cubicBezTo>
                      <a:pt x="340" y="22"/>
                      <a:pt x="340" y="22"/>
                      <a:pt x="340" y="22"/>
                    </a:cubicBezTo>
                    <a:cubicBezTo>
                      <a:pt x="341" y="22"/>
                      <a:pt x="342" y="22"/>
                      <a:pt x="342" y="23"/>
                    </a:cubicBezTo>
                    <a:cubicBezTo>
                      <a:pt x="342" y="23"/>
                      <a:pt x="342" y="23"/>
                      <a:pt x="342" y="23"/>
                    </a:cubicBezTo>
                    <a:cubicBezTo>
                      <a:pt x="342" y="23"/>
                      <a:pt x="342" y="24"/>
                      <a:pt x="342" y="24"/>
                    </a:cubicBezTo>
                    <a:cubicBezTo>
                      <a:pt x="342" y="24"/>
                      <a:pt x="342" y="24"/>
                      <a:pt x="342" y="24"/>
                    </a:cubicBezTo>
                    <a:cubicBezTo>
                      <a:pt x="341"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2"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6" name="Google Shape;406;p8"/>
              <p:cNvSpPr/>
              <p:nvPr/>
            </p:nvSpPr>
            <p:spPr>
              <a:xfrm>
                <a:off x="9506138" y="5123909"/>
                <a:ext cx="19581" cy="19580"/>
              </a:xfrm>
              <a:custGeom>
                <a:avLst/>
                <a:gdLst/>
                <a:ahLst/>
                <a:cxnLst/>
                <a:rect l="l" t="t" r="r" b="b"/>
                <a:pathLst>
                  <a:path w="3" h="3" extrusionOk="0">
                    <a:moveTo>
                      <a:pt x="1" y="3"/>
                    </a:moveTo>
                    <a:cubicBezTo>
                      <a:pt x="1" y="3"/>
                      <a:pt x="1" y="3"/>
                      <a:pt x="0" y="3"/>
                    </a:cubicBezTo>
                    <a:cubicBezTo>
                      <a:pt x="0" y="2"/>
                      <a:pt x="0" y="2"/>
                      <a:pt x="0" y="2"/>
                    </a:cubicBezTo>
                    <a:cubicBezTo>
                      <a:pt x="0" y="1"/>
                      <a:pt x="0" y="1"/>
                      <a:pt x="0" y="1"/>
                    </a:cubicBezTo>
                    <a:cubicBezTo>
                      <a:pt x="0" y="1"/>
                      <a:pt x="0" y="1"/>
                      <a:pt x="0" y="1"/>
                    </a:cubicBezTo>
                    <a:cubicBezTo>
                      <a:pt x="1" y="1"/>
                      <a:pt x="1" y="0"/>
                      <a:pt x="1" y="0"/>
                    </a:cubicBezTo>
                    <a:cubicBezTo>
                      <a:pt x="1" y="0"/>
                      <a:pt x="2" y="0"/>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7" name="Google Shape;407;p8"/>
              <p:cNvSpPr/>
              <p:nvPr/>
            </p:nvSpPr>
            <p:spPr>
              <a:xfrm>
                <a:off x="12106436" y="3526140"/>
                <a:ext cx="19581" cy="15664"/>
              </a:xfrm>
              <a:custGeom>
                <a:avLst/>
                <a:gdLst/>
                <a:ahLst/>
                <a:cxnLst/>
                <a:rect l="l" t="t" r="r" b="b"/>
                <a:pathLst>
                  <a:path w="3" h="3" extrusionOk="0">
                    <a:moveTo>
                      <a:pt x="2" y="3"/>
                    </a:moveTo>
                    <a:cubicBezTo>
                      <a:pt x="1" y="3"/>
                      <a:pt x="1" y="3"/>
                      <a:pt x="1" y="3"/>
                    </a:cubicBezTo>
                    <a:cubicBezTo>
                      <a:pt x="1" y="3"/>
                      <a:pt x="1" y="3"/>
                      <a:pt x="1" y="3"/>
                    </a:cubicBezTo>
                    <a:cubicBezTo>
                      <a:pt x="0" y="3"/>
                      <a:pt x="0" y="2"/>
                      <a:pt x="0" y="2"/>
                    </a:cubicBezTo>
                    <a:cubicBezTo>
                      <a:pt x="0" y="1"/>
                      <a:pt x="0" y="1"/>
                      <a:pt x="1" y="1"/>
                    </a:cubicBezTo>
                    <a:cubicBezTo>
                      <a:pt x="1" y="0"/>
                      <a:pt x="2" y="0"/>
                      <a:pt x="2" y="1"/>
                    </a:cubicBezTo>
                    <a:cubicBezTo>
                      <a:pt x="3" y="1"/>
                      <a:pt x="3" y="1"/>
                      <a:pt x="3" y="2"/>
                    </a:cubicBezTo>
                    <a:cubicBezTo>
                      <a:pt x="3" y="2"/>
                      <a:pt x="3" y="2"/>
                      <a:pt x="3" y="2"/>
                    </a:cubicBezTo>
                    <a:cubicBezTo>
                      <a:pt x="3" y="2"/>
                      <a:pt x="3" y="3"/>
                      <a:pt x="2"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8" name="Google Shape;408;p8"/>
              <p:cNvSpPr/>
              <p:nvPr/>
            </p:nvSpPr>
            <p:spPr>
              <a:xfrm>
                <a:off x="9725441" y="3573133"/>
                <a:ext cx="2330087"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3" y="236"/>
                    </a:cubicBezTo>
                    <a:cubicBezTo>
                      <a:pt x="13" y="236"/>
                      <a:pt x="13" y="236"/>
                      <a:pt x="13"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1"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3" y="222"/>
                      <a:pt x="34" y="221"/>
                      <a:pt x="34" y="221"/>
                    </a:cubicBezTo>
                    <a:cubicBezTo>
                      <a:pt x="34" y="221"/>
                      <a:pt x="34" y="221"/>
                      <a:pt x="34" y="221"/>
                    </a:cubicBezTo>
                    <a:cubicBezTo>
                      <a:pt x="35" y="221"/>
                      <a:pt x="36" y="221"/>
                      <a:pt x="36" y="221"/>
                    </a:cubicBezTo>
                    <a:cubicBezTo>
                      <a:pt x="36" y="221"/>
                      <a:pt x="36" y="221"/>
                      <a:pt x="36" y="221"/>
                    </a:cubicBezTo>
                    <a:cubicBezTo>
                      <a:pt x="36" y="222"/>
                      <a:pt x="36" y="223"/>
                      <a:pt x="36" y="223"/>
                    </a:cubicBezTo>
                    <a:cubicBezTo>
                      <a:pt x="36" y="223"/>
                      <a:pt x="36" y="223"/>
                      <a:pt x="36" y="223"/>
                    </a:cubicBezTo>
                    <a:cubicBezTo>
                      <a:pt x="35"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5" y="216"/>
                      <a:pt x="45" y="216"/>
                    </a:cubicBezTo>
                    <a:close/>
                    <a:moveTo>
                      <a:pt x="56" y="208"/>
                    </a:moveTo>
                    <a:cubicBezTo>
                      <a:pt x="56" y="208"/>
                      <a:pt x="56" y="207"/>
                      <a:pt x="57" y="206"/>
                    </a:cubicBezTo>
                    <a:cubicBezTo>
                      <a:pt x="57" y="206"/>
                      <a:pt x="57" y="206"/>
                      <a:pt x="57" y="206"/>
                    </a:cubicBezTo>
                    <a:cubicBezTo>
                      <a:pt x="57"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6"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8" y="201"/>
                      <a:pt x="68" y="201"/>
                      <a:pt x="68" y="201"/>
                    </a:cubicBezTo>
                    <a:close/>
                    <a:moveTo>
                      <a:pt x="79" y="193"/>
                    </a:moveTo>
                    <a:cubicBezTo>
                      <a:pt x="79" y="193"/>
                      <a:pt x="79" y="192"/>
                      <a:pt x="79" y="192"/>
                    </a:cubicBezTo>
                    <a:cubicBezTo>
                      <a:pt x="79" y="192"/>
                      <a:pt x="79" y="192"/>
                      <a:pt x="79"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0"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1" y="187"/>
                    </a:cubicBezTo>
                    <a:cubicBezTo>
                      <a:pt x="91" y="187"/>
                      <a:pt x="91" y="187"/>
                      <a:pt x="91" y="187"/>
                    </a:cubicBezTo>
                    <a:cubicBezTo>
                      <a:pt x="91" y="187"/>
                      <a:pt x="91" y="186"/>
                      <a:pt x="90" y="186"/>
                    </a:cubicBezTo>
                    <a:close/>
                    <a:moveTo>
                      <a:pt x="102" y="179"/>
                    </a:moveTo>
                    <a:cubicBezTo>
                      <a:pt x="101" y="178"/>
                      <a:pt x="101"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3" y="169"/>
                    </a:cubicBezTo>
                    <a:cubicBezTo>
                      <a:pt x="113" y="169"/>
                      <a:pt x="113" y="169"/>
                      <a:pt x="113" y="169"/>
                    </a:cubicBezTo>
                    <a:cubicBezTo>
                      <a:pt x="114" y="169"/>
                      <a:pt x="115" y="169"/>
                      <a:pt x="115" y="170"/>
                    </a:cubicBezTo>
                    <a:cubicBezTo>
                      <a:pt x="115" y="170"/>
                      <a:pt x="115" y="170"/>
                      <a:pt x="115" y="170"/>
                    </a:cubicBezTo>
                    <a:cubicBezTo>
                      <a:pt x="116" y="170"/>
                      <a:pt x="115"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5" y="165"/>
                    </a:cubicBezTo>
                    <a:cubicBezTo>
                      <a:pt x="125" y="165"/>
                      <a:pt x="125" y="165"/>
                      <a:pt x="125" y="165"/>
                    </a:cubicBezTo>
                    <a:cubicBezTo>
                      <a:pt x="125" y="165"/>
                      <a:pt x="125" y="164"/>
                      <a:pt x="124" y="164"/>
                    </a:cubicBezTo>
                    <a:close/>
                    <a:moveTo>
                      <a:pt x="136" y="157"/>
                    </a:moveTo>
                    <a:cubicBezTo>
                      <a:pt x="135" y="156"/>
                      <a:pt x="135" y="155"/>
                      <a:pt x="136" y="155"/>
                    </a:cubicBezTo>
                    <a:cubicBezTo>
                      <a:pt x="136" y="155"/>
                      <a:pt x="136" y="155"/>
                      <a:pt x="136" y="155"/>
                    </a:cubicBezTo>
                    <a:cubicBezTo>
                      <a:pt x="137" y="154"/>
                      <a:pt x="137" y="155"/>
                      <a:pt x="138" y="155"/>
                    </a:cubicBezTo>
                    <a:cubicBezTo>
                      <a:pt x="138" y="155"/>
                      <a:pt x="138" y="155"/>
                      <a:pt x="138" y="155"/>
                    </a:cubicBezTo>
                    <a:cubicBezTo>
                      <a:pt x="138" y="156"/>
                      <a:pt x="138" y="157"/>
                      <a:pt x="137" y="157"/>
                    </a:cubicBezTo>
                    <a:cubicBezTo>
                      <a:pt x="137" y="157"/>
                      <a:pt x="137" y="157"/>
                      <a:pt x="137"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0" y="140"/>
                    </a:cubicBezTo>
                    <a:cubicBezTo>
                      <a:pt x="160" y="140"/>
                      <a:pt x="160" y="140"/>
                      <a:pt x="160"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8"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0" y="127"/>
                      <a:pt x="181" y="126"/>
                      <a:pt x="181" y="125"/>
                    </a:cubicBezTo>
                    <a:cubicBezTo>
                      <a:pt x="181" y="125"/>
                      <a:pt x="181" y="125"/>
                      <a:pt x="181" y="125"/>
                    </a:cubicBezTo>
                    <a:cubicBezTo>
                      <a:pt x="182" y="125"/>
                      <a:pt x="183" y="125"/>
                      <a:pt x="183" y="126"/>
                    </a:cubicBezTo>
                    <a:cubicBezTo>
                      <a:pt x="183" y="126"/>
                      <a:pt x="183" y="126"/>
                      <a:pt x="183" y="126"/>
                    </a:cubicBezTo>
                    <a:cubicBezTo>
                      <a:pt x="183" y="126"/>
                      <a:pt x="183" y="127"/>
                      <a:pt x="183" y="128"/>
                    </a:cubicBezTo>
                    <a:cubicBezTo>
                      <a:pt x="183" y="128"/>
                      <a:pt x="183" y="128"/>
                      <a:pt x="183" y="128"/>
                    </a:cubicBezTo>
                    <a:cubicBezTo>
                      <a:pt x="182"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4" y="118"/>
                    </a:cubicBezTo>
                    <a:cubicBezTo>
                      <a:pt x="194" y="118"/>
                      <a:pt x="194" y="118"/>
                      <a:pt x="194"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2" y="120"/>
                      <a:pt x="192" y="120"/>
                    </a:cubicBezTo>
                    <a:close/>
                    <a:moveTo>
                      <a:pt x="203" y="112"/>
                    </a:moveTo>
                    <a:cubicBezTo>
                      <a:pt x="203" y="112"/>
                      <a:pt x="203" y="111"/>
                      <a:pt x="204" y="111"/>
                    </a:cubicBezTo>
                    <a:cubicBezTo>
                      <a:pt x="204" y="111"/>
                      <a:pt x="204" y="111"/>
                      <a:pt x="204" y="111"/>
                    </a:cubicBezTo>
                    <a:cubicBezTo>
                      <a:pt x="204"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3"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7" y="104"/>
                      <a:pt x="217" y="105"/>
                      <a:pt x="217" y="105"/>
                    </a:cubicBezTo>
                    <a:cubicBezTo>
                      <a:pt x="217" y="105"/>
                      <a:pt x="217" y="105"/>
                      <a:pt x="217" y="105"/>
                    </a:cubicBezTo>
                    <a:cubicBezTo>
                      <a:pt x="216" y="106"/>
                      <a:pt x="216" y="106"/>
                      <a:pt x="216" y="106"/>
                    </a:cubicBezTo>
                    <a:cubicBezTo>
                      <a:pt x="216" y="106"/>
                      <a:pt x="216" y="106"/>
                      <a:pt x="216" y="106"/>
                    </a:cubicBezTo>
                    <a:cubicBezTo>
                      <a:pt x="215" y="106"/>
                      <a:pt x="215" y="105"/>
                      <a:pt x="215" y="105"/>
                    </a:cubicBezTo>
                    <a:close/>
                    <a:moveTo>
                      <a:pt x="226" y="98"/>
                    </a:moveTo>
                    <a:cubicBezTo>
                      <a:pt x="226" y="97"/>
                      <a:pt x="226" y="96"/>
                      <a:pt x="226" y="96"/>
                    </a:cubicBezTo>
                    <a:cubicBezTo>
                      <a:pt x="226" y="96"/>
                      <a:pt x="226" y="96"/>
                      <a:pt x="226"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7"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8"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8"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0" y="74"/>
                    </a:cubicBezTo>
                    <a:cubicBezTo>
                      <a:pt x="260" y="74"/>
                      <a:pt x="260" y="74"/>
                      <a:pt x="260" y="74"/>
                    </a:cubicBezTo>
                    <a:cubicBezTo>
                      <a:pt x="261" y="73"/>
                      <a:pt x="262" y="73"/>
                      <a:pt x="262" y="74"/>
                    </a:cubicBezTo>
                    <a:cubicBezTo>
                      <a:pt x="262" y="74"/>
                      <a:pt x="262" y="74"/>
                      <a:pt x="262" y="74"/>
                    </a:cubicBezTo>
                    <a:cubicBezTo>
                      <a:pt x="263" y="75"/>
                      <a:pt x="262"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2" y="69"/>
                    </a:cubicBezTo>
                    <a:cubicBezTo>
                      <a:pt x="272" y="69"/>
                      <a:pt x="272" y="69"/>
                      <a:pt x="272" y="69"/>
                    </a:cubicBezTo>
                    <a:cubicBezTo>
                      <a:pt x="272" y="69"/>
                      <a:pt x="272" y="69"/>
                      <a:pt x="271" y="68"/>
                    </a:cubicBezTo>
                    <a:close/>
                    <a:moveTo>
                      <a:pt x="283" y="61"/>
                    </a:moveTo>
                    <a:cubicBezTo>
                      <a:pt x="282" y="60"/>
                      <a:pt x="282" y="59"/>
                      <a:pt x="283" y="59"/>
                    </a:cubicBezTo>
                    <a:cubicBezTo>
                      <a:pt x="283" y="59"/>
                      <a:pt x="283" y="59"/>
                      <a:pt x="283" y="59"/>
                    </a:cubicBezTo>
                    <a:cubicBezTo>
                      <a:pt x="284" y="59"/>
                      <a:pt x="284" y="59"/>
                      <a:pt x="285" y="59"/>
                    </a:cubicBezTo>
                    <a:cubicBezTo>
                      <a:pt x="285" y="59"/>
                      <a:pt x="285" y="59"/>
                      <a:pt x="285" y="59"/>
                    </a:cubicBezTo>
                    <a:cubicBezTo>
                      <a:pt x="285" y="60"/>
                      <a:pt x="285" y="61"/>
                      <a:pt x="284" y="61"/>
                    </a:cubicBezTo>
                    <a:cubicBezTo>
                      <a:pt x="284" y="61"/>
                      <a:pt x="284" y="61"/>
                      <a:pt x="284"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7" y="45"/>
                    </a:cubicBezTo>
                    <a:cubicBezTo>
                      <a:pt x="307" y="45"/>
                      <a:pt x="307" y="45"/>
                      <a:pt x="307"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7"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29"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1" y="23"/>
                    </a:cubicBezTo>
                    <a:cubicBezTo>
                      <a:pt x="341" y="23"/>
                      <a:pt x="341" y="23"/>
                      <a:pt x="341"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39" y="24"/>
                      <a:pt x="339" y="24"/>
                    </a:cubicBezTo>
                    <a:close/>
                    <a:moveTo>
                      <a:pt x="350" y="17"/>
                    </a:moveTo>
                    <a:cubicBezTo>
                      <a:pt x="350" y="16"/>
                      <a:pt x="350" y="15"/>
                      <a:pt x="351" y="15"/>
                    </a:cubicBezTo>
                    <a:cubicBezTo>
                      <a:pt x="351" y="15"/>
                      <a:pt x="351" y="15"/>
                      <a:pt x="351" y="15"/>
                    </a:cubicBezTo>
                    <a:cubicBezTo>
                      <a:pt x="351"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0"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4" y="8"/>
                      <a:pt x="364" y="9"/>
                      <a:pt x="364" y="10"/>
                    </a:cubicBezTo>
                    <a:cubicBezTo>
                      <a:pt x="364" y="10"/>
                      <a:pt x="364" y="10"/>
                      <a:pt x="364" y="10"/>
                    </a:cubicBezTo>
                    <a:cubicBezTo>
                      <a:pt x="363" y="10"/>
                      <a:pt x="363" y="10"/>
                      <a:pt x="363" y="10"/>
                    </a:cubicBezTo>
                    <a:cubicBezTo>
                      <a:pt x="363" y="10"/>
                      <a:pt x="363" y="10"/>
                      <a:pt x="363" y="10"/>
                    </a:cubicBezTo>
                    <a:cubicBezTo>
                      <a:pt x="362" y="10"/>
                      <a:pt x="362" y="10"/>
                      <a:pt x="362" y="9"/>
                    </a:cubicBezTo>
                    <a:close/>
                    <a:moveTo>
                      <a:pt x="373" y="2"/>
                    </a:moveTo>
                    <a:cubicBezTo>
                      <a:pt x="373" y="1"/>
                      <a:pt x="373" y="0"/>
                      <a:pt x="373" y="0"/>
                    </a:cubicBezTo>
                    <a:cubicBezTo>
                      <a:pt x="373" y="0"/>
                      <a:pt x="373" y="0"/>
                      <a:pt x="373"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4"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9" name="Google Shape;409;p8"/>
              <p:cNvSpPr/>
              <p:nvPr/>
            </p:nvSpPr>
            <p:spPr>
              <a:xfrm>
                <a:off x="9651034" y="5123909"/>
                <a:ext cx="19581" cy="19580"/>
              </a:xfrm>
              <a:custGeom>
                <a:avLst/>
                <a:gdLst/>
                <a:ahLst/>
                <a:cxnLst/>
                <a:rect l="l" t="t" r="r" b="b"/>
                <a:pathLst>
                  <a:path w="3" h="3" extrusionOk="0">
                    <a:moveTo>
                      <a:pt x="2" y="3"/>
                    </a:moveTo>
                    <a:cubicBezTo>
                      <a:pt x="2" y="3"/>
                      <a:pt x="1" y="3"/>
                      <a:pt x="1" y="3"/>
                    </a:cubicBezTo>
                    <a:cubicBezTo>
                      <a:pt x="1" y="3"/>
                      <a:pt x="1" y="3"/>
                      <a:pt x="1" y="3"/>
                    </a:cubicBezTo>
                    <a:cubicBezTo>
                      <a:pt x="1" y="2"/>
                      <a:pt x="0" y="2"/>
                      <a:pt x="0" y="2"/>
                    </a:cubicBezTo>
                    <a:cubicBezTo>
                      <a:pt x="0" y="1"/>
                      <a:pt x="1" y="1"/>
                      <a:pt x="1" y="1"/>
                    </a:cubicBezTo>
                    <a:cubicBezTo>
                      <a:pt x="1" y="1"/>
                      <a:pt x="1" y="0"/>
                      <a:pt x="1" y="0"/>
                    </a:cubicBezTo>
                    <a:cubicBezTo>
                      <a:pt x="2" y="0"/>
                      <a:pt x="2" y="0"/>
                      <a:pt x="2" y="0"/>
                    </a:cubicBezTo>
                    <a:cubicBezTo>
                      <a:pt x="2" y="0"/>
                      <a:pt x="3" y="1"/>
                      <a:pt x="3" y="1"/>
                    </a:cubicBezTo>
                    <a:cubicBezTo>
                      <a:pt x="3" y="1"/>
                      <a:pt x="3" y="1"/>
                      <a:pt x="3" y="1"/>
                    </a:cubicBezTo>
                    <a:cubicBezTo>
                      <a:pt x="3" y="1"/>
                      <a:pt x="3" y="1"/>
                      <a:pt x="3" y="2"/>
                    </a:cubicBezTo>
                    <a:cubicBezTo>
                      <a:pt x="3" y="2"/>
                      <a:pt x="3" y="2"/>
                      <a:pt x="3"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0" name="Google Shape;410;p8"/>
              <p:cNvSpPr/>
              <p:nvPr/>
            </p:nvSpPr>
            <p:spPr>
              <a:xfrm>
                <a:off x="12255248" y="3526140"/>
                <a:ext cx="11748" cy="15664"/>
              </a:xfrm>
              <a:custGeom>
                <a:avLst/>
                <a:gdLst/>
                <a:ahLst/>
                <a:cxnLst/>
                <a:rect l="l" t="t" r="r" b="b"/>
                <a:pathLst>
                  <a:path w="2" h="3" extrusionOk="0">
                    <a:moveTo>
                      <a:pt x="1" y="3"/>
                    </a:moveTo>
                    <a:cubicBezTo>
                      <a:pt x="1"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1"/>
                    </a:cubicBezTo>
                    <a:cubicBezTo>
                      <a:pt x="2" y="1"/>
                      <a:pt x="2" y="2"/>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1" name="Google Shape;411;p8"/>
              <p:cNvSpPr/>
              <p:nvPr/>
            </p:nvSpPr>
            <p:spPr>
              <a:xfrm>
                <a:off x="9866420" y="3573133"/>
                <a:ext cx="2334003"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2" y="244"/>
                    </a:cubicBezTo>
                    <a:cubicBezTo>
                      <a:pt x="2" y="244"/>
                      <a:pt x="2" y="244"/>
                      <a:pt x="2"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2"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4"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4" y="223"/>
                      <a:pt x="34" y="223"/>
                    </a:cubicBezTo>
                    <a:close/>
                    <a:moveTo>
                      <a:pt x="46" y="216"/>
                    </a:moveTo>
                    <a:cubicBezTo>
                      <a:pt x="45" y="215"/>
                      <a:pt x="45" y="214"/>
                      <a:pt x="46" y="214"/>
                    </a:cubicBezTo>
                    <a:cubicBezTo>
                      <a:pt x="46" y="214"/>
                      <a:pt x="46" y="214"/>
                      <a:pt x="46" y="214"/>
                    </a:cubicBezTo>
                    <a:cubicBezTo>
                      <a:pt x="46"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59" y="207"/>
                      <a:pt x="59" y="208"/>
                      <a:pt x="59" y="209"/>
                    </a:cubicBezTo>
                    <a:cubicBezTo>
                      <a:pt x="59" y="209"/>
                      <a:pt x="59" y="209"/>
                      <a:pt x="59" y="209"/>
                    </a:cubicBezTo>
                    <a:cubicBezTo>
                      <a:pt x="58" y="209"/>
                      <a:pt x="58" y="209"/>
                      <a:pt x="58" y="209"/>
                    </a:cubicBezTo>
                    <a:cubicBezTo>
                      <a:pt x="58" y="209"/>
                      <a:pt x="58" y="209"/>
                      <a:pt x="58" y="209"/>
                    </a:cubicBezTo>
                    <a:cubicBezTo>
                      <a:pt x="57" y="209"/>
                      <a:pt x="57" y="209"/>
                      <a:pt x="57" y="208"/>
                    </a:cubicBezTo>
                    <a:close/>
                    <a:moveTo>
                      <a:pt x="68" y="201"/>
                    </a:moveTo>
                    <a:cubicBezTo>
                      <a:pt x="68" y="200"/>
                      <a:pt x="68" y="199"/>
                      <a:pt x="68" y="199"/>
                    </a:cubicBezTo>
                    <a:cubicBezTo>
                      <a:pt x="68" y="199"/>
                      <a:pt x="68" y="199"/>
                      <a:pt x="68"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79" y="193"/>
                    </a:cubicBezTo>
                    <a:close/>
                    <a:moveTo>
                      <a:pt x="91" y="186"/>
                    </a:moveTo>
                    <a:cubicBezTo>
                      <a:pt x="90" y="185"/>
                      <a:pt x="90"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4" y="172"/>
                    </a:cubicBezTo>
                    <a:cubicBezTo>
                      <a:pt x="114" y="172"/>
                      <a:pt x="114" y="172"/>
                      <a:pt x="114"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6"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8"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49" y="148"/>
                    </a:cubicBezTo>
                    <a:cubicBezTo>
                      <a:pt x="149" y="148"/>
                      <a:pt x="149" y="148"/>
                      <a:pt x="149"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60" y="142"/>
                    </a:cubicBezTo>
                    <a:cubicBezTo>
                      <a:pt x="160" y="142"/>
                      <a:pt x="160" y="142"/>
                      <a:pt x="160" y="142"/>
                    </a:cubicBezTo>
                    <a:cubicBezTo>
                      <a:pt x="159" y="142"/>
                      <a:pt x="159" y="142"/>
                      <a:pt x="159" y="142"/>
                    </a:cubicBezTo>
                    <a:close/>
                    <a:moveTo>
                      <a:pt x="170" y="134"/>
                    </a:moveTo>
                    <a:cubicBezTo>
                      <a:pt x="169"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1"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1"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6" y="112"/>
                      <a:pt x="206" y="112"/>
                      <a:pt x="206" y="113"/>
                    </a:cubicBezTo>
                    <a:cubicBezTo>
                      <a:pt x="206" y="113"/>
                      <a:pt x="206" y="113"/>
                      <a:pt x="206" y="113"/>
                    </a:cubicBezTo>
                    <a:cubicBezTo>
                      <a:pt x="205" y="113"/>
                      <a:pt x="205" y="113"/>
                      <a:pt x="205" y="113"/>
                    </a:cubicBezTo>
                    <a:cubicBezTo>
                      <a:pt x="205" y="113"/>
                      <a:pt x="205" y="113"/>
                      <a:pt x="205" y="113"/>
                    </a:cubicBezTo>
                    <a:cubicBezTo>
                      <a:pt x="204"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6" y="98"/>
                    </a:cubicBezTo>
                    <a:close/>
                    <a:moveTo>
                      <a:pt x="238" y="90"/>
                    </a:moveTo>
                    <a:cubicBezTo>
                      <a:pt x="237" y="90"/>
                      <a:pt x="237"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49" y="81"/>
                    </a:cubicBezTo>
                    <a:cubicBezTo>
                      <a:pt x="249" y="81"/>
                      <a:pt x="249" y="81"/>
                      <a:pt x="249"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1" y="76"/>
                    </a:cubicBezTo>
                    <a:cubicBezTo>
                      <a:pt x="261" y="76"/>
                      <a:pt x="261" y="76"/>
                      <a:pt x="261" y="76"/>
                    </a:cubicBezTo>
                    <a:cubicBezTo>
                      <a:pt x="261" y="76"/>
                      <a:pt x="261" y="76"/>
                      <a:pt x="260" y="76"/>
                    </a:cubicBezTo>
                    <a:close/>
                    <a:moveTo>
                      <a:pt x="272" y="68"/>
                    </a:moveTo>
                    <a:cubicBezTo>
                      <a:pt x="271" y="68"/>
                      <a:pt x="271"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5"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6" y="46"/>
                    </a:cubicBezTo>
                    <a:close/>
                    <a:moveTo>
                      <a:pt x="317" y="39"/>
                    </a:moveTo>
                    <a:cubicBezTo>
                      <a:pt x="316"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0" y="30"/>
                    </a:cubicBezTo>
                    <a:cubicBezTo>
                      <a:pt x="330" y="30"/>
                      <a:pt x="330" y="30"/>
                      <a:pt x="330"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8"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3" y="16"/>
                      <a:pt x="353" y="17"/>
                      <a:pt x="353" y="17"/>
                    </a:cubicBezTo>
                    <a:cubicBezTo>
                      <a:pt x="353" y="17"/>
                      <a:pt x="353" y="17"/>
                      <a:pt x="353" y="17"/>
                    </a:cubicBezTo>
                    <a:cubicBezTo>
                      <a:pt x="352" y="17"/>
                      <a:pt x="352" y="17"/>
                      <a:pt x="352" y="17"/>
                    </a:cubicBezTo>
                    <a:cubicBezTo>
                      <a:pt x="352" y="17"/>
                      <a:pt x="352" y="17"/>
                      <a:pt x="352" y="17"/>
                    </a:cubicBezTo>
                    <a:cubicBezTo>
                      <a:pt x="351"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 name="Google Shape;412;p8"/>
              <p:cNvSpPr/>
              <p:nvPr/>
            </p:nvSpPr>
            <p:spPr>
              <a:xfrm>
                <a:off x="9799847" y="5123909"/>
                <a:ext cx="11748" cy="19580"/>
              </a:xfrm>
              <a:custGeom>
                <a:avLst/>
                <a:gdLst/>
                <a:ahLst/>
                <a:cxnLst/>
                <a:rect l="l" t="t" r="r" b="b"/>
                <a:pathLst>
                  <a:path w="2"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0" y="0"/>
                      <a:pt x="1" y="0"/>
                    </a:cubicBezTo>
                    <a:cubicBezTo>
                      <a:pt x="1" y="0"/>
                      <a:pt x="2" y="0"/>
                      <a:pt x="2" y="1"/>
                    </a:cubicBezTo>
                    <a:cubicBezTo>
                      <a:pt x="2" y="1"/>
                      <a:pt x="2" y="1"/>
                      <a:pt x="2" y="2"/>
                    </a:cubicBezTo>
                    <a:cubicBezTo>
                      <a:pt x="2" y="2"/>
                      <a:pt x="2" y="2"/>
                      <a:pt x="2" y="3"/>
                    </a:cubicBezTo>
                    <a:cubicBezTo>
                      <a:pt x="2" y="3"/>
                      <a:pt x="2" y="3"/>
                      <a:pt x="2" y="3"/>
                    </a:cubicBezTo>
                    <a:cubicBezTo>
                      <a:pt x="1"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 name="Google Shape;413;p8"/>
              <p:cNvSpPr/>
              <p:nvPr/>
            </p:nvSpPr>
            <p:spPr>
              <a:xfrm>
                <a:off x="12396228"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1" y="0"/>
                      <a:pt x="2" y="1"/>
                    </a:cubicBezTo>
                    <a:cubicBezTo>
                      <a:pt x="2" y="1"/>
                      <a:pt x="2" y="1"/>
                      <a:pt x="2" y="1"/>
                    </a:cubicBezTo>
                    <a:cubicBezTo>
                      <a:pt x="2" y="1"/>
                      <a:pt x="3" y="1"/>
                      <a:pt x="3" y="2"/>
                    </a:cubicBezTo>
                    <a:cubicBezTo>
                      <a:pt x="3" y="2"/>
                      <a:pt x="3" y="2"/>
                      <a:pt x="2"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4" name="Google Shape;414;p8"/>
              <p:cNvSpPr/>
              <p:nvPr/>
            </p:nvSpPr>
            <p:spPr>
              <a:xfrm>
                <a:off x="10011317" y="3573133"/>
                <a:ext cx="2330087"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2" y="243"/>
                      <a:pt x="3" y="244"/>
                    </a:cubicBezTo>
                    <a:cubicBezTo>
                      <a:pt x="3" y="244"/>
                      <a:pt x="3" y="244"/>
                      <a:pt x="3" y="244"/>
                    </a:cubicBezTo>
                    <a:cubicBezTo>
                      <a:pt x="3" y="244"/>
                      <a:pt x="3" y="245"/>
                      <a:pt x="2" y="245"/>
                    </a:cubicBezTo>
                    <a:cubicBezTo>
                      <a:pt x="2" y="245"/>
                      <a:pt x="2" y="245"/>
                      <a:pt x="2"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5" y="229"/>
                    </a:cubicBezTo>
                    <a:cubicBezTo>
                      <a:pt x="25" y="229"/>
                      <a:pt x="25" y="229"/>
                      <a:pt x="25"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3"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5" y="215"/>
                      <a:pt x="46" y="214"/>
                      <a:pt x="46" y="214"/>
                    </a:cubicBezTo>
                    <a:cubicBezTo>
                      <a:pt x="46" y="214"/>
                      <a:pt x="46" y="214"/>
                      <a:pt x="46" y="214"/>
                    </a:cubicBezTo>
                    <a:cubicBezTo>
                      <a:pt x="47" y="213"/>
                      <a:pt x="48" y="213"/>
                      <a:pt x="48" y="214"/>
                    </a:cubicBezTo>
                    <a:cubicBezTo>
                      <a:pt x="48" y="214"/>
                      <a:pt x="48" y="214"/>
                      <a:pt x="48" y="214"/>
                    </a:cubicBezTo>
                    <a:cubicBezTo>
                      <a:pt x="48" y="215"/>
                      <a:pt x="48" y="215"/>
                      <a:pt x="48" y="216"/>
                    </a:cubicBezTo>
                    <a:cubicBezTo>
                      <a:pt x="48" y="216"/>
                      <a:pt x="48" y="216"/>
                      <a:pt x="48" y="216"/>
                    </a:cubicBezTo>
                    <a:cubicBezTo>
                      <a:pt x="47"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8"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0" y="194"/>
                      <a:pt x="80" y="194"/>
                      <a:pt x="80" y="193"/>
                    </a:cubicBezTo>
                    <a:close/>
                    <a:moveTo>
                      <a:pt x="91" y="186"/>
                    </a:moveTo>
                    <a:cubicBezTo>
                      <a:pt x="91" y="185"/>
                      <a:pt x="91" y="185"/>
                      <a:pt x="91" y="184"/>
                    </a:cubicBezTo>
                    <a:cubicBezTo>
                      <a:pt x="91" y="184"/>
                      <a:pt x="91" y="184"/>
                      <a:pt x="91"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3"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7"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7" y="157"/>
                    </a:cubicBezTo>
                    <a:cubicBezTo>
                      <a:pt x="137" y="157"/>
                      <a:pt x="137" y="157"/>
                      <a:pt x="137"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2" y="133"/>
                    </a:cubicBezTo>
                    <a:cubicBezTo>
                      <a:pt x="172" y="133"/>
                      <a:pt x="172" y="133"/>
                      <a:pt x="172"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0"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2" y="119"/>
                      <a:pt x="193" y="118"/>
                      <a:pt x="193" y="118"/>
                    </a:cubicBezTo>
                    <a:cubicBezTo>
                      <a:pt x="193" y="118"/>
                      <a:pt x="193" y="118"/>
                      <a:pt x="193" y="118"/>
                    </a:cubicBezTo>
                    <a:cubicBezTo>
                      <a:pt x="194" y="118"/>
                      <a:pt x="195" y="118"/>
                      <a:pt x="195" y="118"/>
                    </a:cubicBezTo>
                    <a:cubicBezTo>
                      <a:pt x="195" y="118"/>
                      <a:pt x="195" y="118"/>
                      <a:pt x="195" y="118"/>
                    </a:cubicBezTo>
                    <a:cubicBezTo>
                      <a:pt x="195" y="119"/>
                      <a:pt x="195" y="120"/>
                      <a:pt x="195" y="120"/>
                    </a:cubicBezTo>
                    <a:cubicBezTo>
                      <a:pt x="195" y="120"/>
                      <a:pt x="195" y="120"/>
                      <a:pt x="195" y="120"/>
                    </a:cubicBezTo>
                    <a:cubicBezTo>
                      <a:pt x="194"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5"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7" y="98"/>
                      <a:pt x="227" y="98"/>
                      <a:pt x="227" y="98"/>
                    </a:cubicBezTo>
                    <a:close/>
                    <a:moveTo>
                      <a:pt x="238" y="90"/>
                    </a:moveTo>
                    <a:cubicBezTo>
                      <a:pt x="238" y="90"/>
                      <a:pt x="238" y="89"/>
                      <a:pt x="238" y="88"/>
                    </a:cubicBezTo>
                    <a:cubicBezTo>
                      <a:pt x="238" y="88"/>
                      <a:pt x="238" y="88"/>
                      <a:pt x="238"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49" y="83"/>
                    </a:cubicBezTo>
                    <a:close/>
                    <a:moveTo>
                      <a:pt x="261" y="76"/>
                    </a:moveTo>
                    <a:cubicBezTo>
                      <a:pt x="260" y="75"/>
                      <a:pt x="260"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4"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4" y="61"/>
                    </a:cubicBezTo>
                    <a:cubicBezTo>
                      <a:pt x="284" y="61"/>
                      <a:pt x="284" y="61"/>
                      <a:pt x="284" y="61"/>
                    </a:cubicBezTo>
                    <a:cubicBezTo>
                      <a:pt x="284" y="61"/>
                      <a:pt x="284" y="61"/>
                      <a:pt x="283" y="61"/>
                    </a:cubicBezTo>
                    <a:close/>
                    <a:moveTo>
                      <a:pt x="295" y="53"/>
                    </a:moveTo>
                    <a:cubicBezTo>
                      <a:pt x="294" y="53"/>
                      <a:pt x="294" y="52"/>
                      <a:pt x="295" y="52"/>
                    </a:cubicBezTo>
                    <a:cubicBezTo>
                      <a:pt x="295" y="52"/>
                      <a:pt x="295" y="52"/>
                      <a:pt x="295" y="52"/>
                    </a:cubicBezTo>
                    <a:cubicBezTo>
                      <a:pt x="296" y="51"/>
                      <a:pt x="296" y="51"/>
                      <a:pt x="297" y="52"/>
                    </a:cubicBezTo>
                    <a:cubicBezTo>
                      <a:pt x="297" y="52"/>
                      <a:pt x="297" y="52"/>
                      <a:pt x="297" y="52"/>
                    </a:cubicBezTo>
                    <a:cubicBezTo>
                      <a:pt x="297" y="53"/>
                      <a:pt x="297" y="53"/>
                      <a:pt x="296" y="54"/>
                    </a:cubicBezTo>
                    <a:cubicBezTo>
                      <a:pt x="296" y="54"/>
                      <a:pt x="296" y="54"/>
                      <a:pt x="296"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19" y="37"/>
                    </a:cubicBezTo>
                    <a:cubicBezTo>
                      <a:pt x="319" y="37"/>
                      <a:pt x="319" y="37"/>
                      <a:pt x="319"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7"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39" y="23"/>
                      <a:pt x="340" y="23"/>
                      <a:pt x="340" y="22"/>
                    </a:cubicBezTo>
                    <a:cubicBezTo>
                      <a:pt x="340" y="22"/>
                      <a:pt x="340" y="22"/>
                      <a:pt x="340" y="22"/>
                    </a:cubicBezTo>
                    <a:cubicBezTo>
                      <a:pt x="341" y="22"/>
                      <a:pt x="342" y="22"/>
                      <a:pt x="342" y="23"/>
                    </a:cubicBezTo>
                    <a:cubicBezTo>
                      <a:pt x="342" y="23"/>
                      <a:pt x="342" y="23"/>
                      <a:pt x="342" y="23"/>
                    </a:cubicBezTo>
                    <a:cubicBezTo>
                      <a:pt x="342" y="23"/>
                      <a:pt x="342" y="24"/>
                      <a:pt x="342" y="24"/>
                    </a:cubicBezTo>
                    <a:cubicBezTo>
                      <a:pt x="342" y="24"/>
                      <a:pt x="342" y="24"/>
                      <a:pt x="342" y="24"/>
                    </a:cubicBezTo>
                    <a:cubicBezTo>
                      <a:pt x="341"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2"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 name="Google Shape;415;p8"/>
              <p:cNvSpPr/>
              <p:nvPr/>
            </p:nvSpPr>
            <p:spPr>
              <a:xfrm>
                <a:off x="9940827" y="5123909"/>
                <a:ext cx="19581" cy="19580"/>
              </a:xfrm>
              <a:custGeom>
                <a:avLst/>
                <a:gdLst/>
                <a:ahLst/>
                <a:cxnLst/>
                <a:rect l="l" t="t" r="r" b="b"/>
                <a:pathLst>
                  <a:path w="3" h="3" extrusionOk="0">
                    <a:moveTo>
                      <a:pt x="1" y="3"/>
                    </a:moveTo>
                    <a:cubicBezTo>
                      <a:pt x="1" y="3"/>
                      <a:pt x="1" y="3"/>
                      <a:pt x="0" y="3"/>
                    </a:cubicBezTo>
                    <a:cubicBezTo>
                      <a:pt x="0" y="2"/>
                      <a:pt x="0" y="2"/>
                      <a:pt x="0" y="2"/>
                    </a:cubicBezTo>
                    <a:cubicBezTo>
                      <a:pt x="0" y="1"/>
                      <a:pt x="0" y="1"/>
                      <a:pt x="0" y="1"/>
                    </a:cubicBezTo>
                    <a:cubicBezTo>
                      <a:pt x="0" y="1"/>
                      <a:pt x="0" y="1"/>
                      <a:pt x="0" y="1"/>
                    </a:cubicBezTo>
                    <a:cubicBezTo>
                      <a:pt x="1" y="1"/>
                      <a:pt x="1" y="0"/>
                      <a:pt x="1" y="0"/>
                    </a:cubicBezTo>
                    <a:cubicBezTo>
                      <a:pt x="1" y="0"/>
                      <a:pt x="2" y="0"/>
                      <a:pt x="2" y="0"/>
                    </a:cubicBezTo>
                    <a:cubicBezTo>
                      <a:pt x="2" y="0"/>
                      <a:pt x="2" y="1"/>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 name="Google Shape;416;p8"/>
              <p:cNvSpPr/>
              <p:nvPr/>
            </p:nvSpPr>
            <p:spPr>
              <a:xfrm>
                <a:off x="12541124" y="3526140"/>
                <a:ext cx="15664" cy="15664"/>
              </a:xfrm>
              <a:custGeom>
                <a:avLst/>
                <a:gdLst/>
                <a:ahLst/>
                <a:cxnLst/>
                <a:rect l="l" t="t" r="r" b="b"/>
                <a:pathLst>
                  <a:path w="3" h="3" extrusionOk="0">
                    <a:moveTo>
                      <a:pt x="2" y="3"/>
                    </a:moveTo>
                    <a:cubicBezTo>
                      <a:pt x="1" y="3"/>
                      <a:pt x="1" y="3"/>
                      <a:pt x="1" y="3"/>
                    </a:cubicBezTo>
                    <a:cubicBezTo>
                      <a:pt x="1" y="3"/>
                      <a:pt x="1" y="3"/>
                      <a:pt x="1" y="3"/>
                    </a:cubicBezTo>
                    <a:cubicBezTo>
                      <a:pt x="0" y="3"/>
                      <a:pt x="0" y="2"/>
                      <a:pt x="0" y="2"/>
                    </a:cubicBezTo>
                    <a:cubicBezTo>
                      <a:pt x="0" y="1"/>
                      <a:pt x="0" y="1"/>
                      <a:pt x="1" y="1"/>
                    </a:cubicBezTo>
                    <a:cubicBezTo>
                      <a:pt x="1" y="0"/>
                      <a:pt x="2" y="0"/>
                      <a:pt x="2" y="1"/>
                    </a:cubicBezTo>
                    <a:cubicBezTo>
                      <a:pt x="3" y="1"/>
                      <a:pt x="3" y="1"/>
                      <a:pt x="3" y="2"/>
                    </a:cubicBezTo>
                    <a:cubicBezTo>
                      <a:pt x="3" y="2"/>
                      <a:pt x="3" y="3"/>
                      <a:pt x="2"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 name="Google Shape;417;p8"/>
              <p:cNvSpPr/>
              <p:nvPr/>
            </p:nvSpPr>
            <p:spPr>
              <a:xfrm>
                <a:off x="10160129" y="3573133"/>
                <a:ext cx="2330087"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3" y="236"/>
                    </a:cubicBezTo>
                    <a:cubicBezTo>
                      <a:pt x="13" y="236"/>
                      <a:pt x="13" y="236"/>
                      <a:pt x="13"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3"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5"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5" y="216"/>
                      <a:pt x="45" y="216"/>
                    </a:cubicBezTo>
                    <a:close/>
                    <a:moveTo>
                      <a:pt x="56"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6"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8"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0"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0"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3" y="169"/>
                    </a:cubicBezTo>
                    <a:cubicBezTo>
                      <a:pt x="113" y="169"/>
                      <a:pt x="113" y="169"/>
                      <a:pt x="113"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5" y="165"/>
                    </a:cubicBezTo>
                    <a:cubicBezTo>
                      <a:pt x="125" y="165"/>
                      <a:pt x="125" y="165"/>
                      <a:pt x="125" y="165"/>
                    </a:cubicBezTo>
                    <a:cubicBezTo>
                      <a:pt x="125" y="165"/>
                      <a:pt x="125" y="164"/>
                      <a:pt x="124" y="164"/>
                    </a:cubicBezTo>
                    <a:close/>
                    <a:moveTo>
                      <a:pt x="136" y="157"/>
                    </a:moveTo>
                    <a:cubicBezTo>
                      <a:pt x="135" y="156"/>
                      <a:pt x="135" y="155"/>
                      <a:pt x="136" y="155"/>
                    </a:cubicBezTo>
                    <a:cubicBezTo>
                      <a:pt x="136" y="155"/>
                      <a:pt x="136" y="155"/>
                      <a:pt x="136" y="155"/>
                    </a:cubicBezTo>
                    <a:cubicBezTo>
                      <a:pt x="137" y="154"/>
                      <a:pt x="137"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0"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4" y="118"/>
                    </a:cubicBezTo>
                    <a:cubicBezTo>
                      <a:pt x="194" y="118"/>
                      <a:pt x="194" y="118"/>
                      <a:pt x="194"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2" y="120"/>
                      <a:pt x="192" y="120"/>
                    </a:cubicBezTo>
                    <a:close/>
                    <a:moveTo>
                      <a:pt x="203"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3"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7" y="104"/>
                      <a:pt x="217" y="105"/>
                      <a:pt x="217" y="105"/>
                    </a:cubicBezTo>
                    <a:cubicBezTo>
                      <a:pt x="217" y="105"/>
                      <a:pt x="217" y="105"/>
                      <a:pt x="217" y="105"/>
                    </a:cubicBezTo>
                    <a:cubicBezTo>
                      <a:pt x="216" y="106"/>
                      <a:pt x="216" y="106"/>
                      <a:pt x="216" y="106"/>
                    </a:cubicBezTo>
                    <a:cubicBezTo>
                      <a:pt x="216" y="106"/>
                      <a:pt x="216" y="106"/>
                      <a:pt x="216" y="106"/>
                    </a:cubicBezTo>
                    <a:cubicBezTo>
                      <a:pt x="215"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8"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0" y="74"/>
                    </a:cubicBezTo>
                    <a:cubicBezTo>
                      <a:pt x="260" y="74"/>
                      <a:pt x="260" y="74"/>
                      <a:pt x="260"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2" y="69"/>
                    </a:cubicBezTo>
                    <a:cubicBezTo>
                      <a:pt x="272" y="69"/>
                      <a:pt x="272" y="69"/>
                      <a:pt x="272" y="69"/>
                    </a:cubicBezTo>
                    <a:cubicBezTo>
                      <a:pt x="272" y="69"/>
                      <a:pt x="272" y="69"/>
                      <a:pt x="271" y="68"/>
                    </a:cubicBezTo>
                    <a:close/>
                    <a:moveTo>
                      <a:pt x="283" y="61"/>
                    </a:moveTo>
                    <a:cubicBezTo>
                      <a:pt x="282" y="60"/>
                      <a:pt x="282"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7"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1" y="23"/>
                    </a:cubicBezTo>
                    <a:cubicBezTo>
                      <a:pt x="341" y="23"/>
                      <a:pt x="341" y="23"/>
                      <a:pt x="341"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39"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4" y="8"/>
                      <a:pt x="364" y="9"/>
                      <a:pt x="364" y="10"/>
                    </a:cubicBezTo>
                    <a:cubicBezTo>
                      <a:pt x="364" y="10"/>
                      <a:pt x="364" y="10"/>
                      <a:pt x="364" y="10"/>
                    </a:cubicBezTo>
                    <a:cubicBezTo>
                      <a:pt x="363"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8" name="Google Shape;418;p8"/>
              <p:cNvSpPr/>
              <p:nvPr/>
            </p:nvSpPr>
            <p:spPr>
              <a:xfrm>
                <a:off x="10085723" y="5123909"/>
                <a:ext cx="15664" cy="19580"/>
              </a:xfrm>
              <a:custGeom>
                <a:avLst/>
                <a:gdLst/>
                <a:ahLst/>
                <a:cxnLst/>
                <a:rect l="l" t="t" r="r" b="b"/>
                <a:pathLst>
                  <a:path w="3" h="3" extrusionOk="0">
                    <a:moveTo>
                      <a:pt x="2" y="3"/>
                    </a:moveTo>
                    <a:cubicBezTo>
                      <a:pt x="2" y="3"/>
                      <a:pt x="1" y="3"/>
                      <a:pt x="1" y="3"/>
                    </a:cubicBezTo>
                    <a:cubicBezTo>
                      <a:pt x="1" y="3"/>
                      <a:pt x="1" y="3"/>
                      <a:pt x="1" y="3"/>
                    </a:cubicBezTo>
                    <a:cubicBezTo>
                      <a:pt x="1" y="2"/>
                      <a:pt x="0" y="2"/>
                      <a:pt x="0" y="2"/>
                    </a:cubicBezTo>
                    <a:cubicBezTo>
                      <a:pt x="0" y="1"/>
                      <a:pt x="0" y="1"/>
                      <a:pt x="1" y="1"/>
                    </a:cubicBezTo>
                    <a:cubicBezTo>
                      <a:pt x="1" y="1"/>
                      <a:pt x="1" y="1"/>
                      <a:pt x="1" y="1"/>
                    </a:cubicBezTo>
                    <a:cubicBezTo>
                      <a:pt x="1" y="1"/>
                      <a:pt x="1" y="0"/>
                      <a:pt x="1" y="0"/>
                    </a:cubicBezTo>
                    <a:cubicBezTo>
                      <a:pt x="2" y="0"/>
                      <a:pt x="2" y="0"/>
                      <a:pt x="2" y="0"/>
                    </a:cubicBezTo>
                    <a:cubicBezTo>
                      <a:pt x="2" y="0"/>
                      <a:pt x="3" y="1"/>
                      <a:pt x="3" y="1"/>
                    </a:cubicBezTo>
                    <a:cubicBezTo>
                      <a:pt x="3" y="1"/>
                      <a:pt x="3" y="1"/>
                      <a:pt x="3" y="1"/>
                    </a:cubicBezTo>
                    <a:cubicBezTo>
                      <a:pt x="3" y="1"/>
                      <a:pt x="3" y="1"/>
                      <a:pt x="3" y="2"/>
                    </a:cubicBezTo>
                    <a:cubicBezTo>
                      <a:pt x="3" y="2"/>
                      <a:pt x="3" y="2"/>
                      <a:pt x="3"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 name="Google Shape;419;p8"/>
              <p:cNvSpPr/>
              <p:nvPr/>
            </p:nvSpPr>
            <p:spPr>
              <a:xfrm>
                <a:off x="12689936" y="3526140"/>
                <a:ext cx="11748" cy="15664"/>
              </a:xfrm>
              <a:custGeom>
                <a:avLst/>
                <a:gdLst/>
                <a:ahLst/>
                <a:cxnLst/>
                <a:rect l="l" t="t" r="r" b="b"/>
                <a:pathLst>
                  <a:path w="2" h="3" extrusionOk="0">
                    <a:moveTo>
                      <a:pt x="1" y="3"/>
                    </a:moveTo>
                    <a:cubicBezTo>
                      <a:pt x="1" y="3"/>
                      <a:pt x="1" y="3"/>
                      <a:pt x="0" y="3"/>
                    </a:cubicBezTo>
                    <a:cubicBezTo>
                      <a:pt x="0"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 name="Google Shape;420;p8"/>
              <p:cNvSpPr/>
              <p:nvPr/>
            </p:nvSpPr>
            <p:spPr>
              <a:xfrm>
                <a:off x="10301109" y="3573133"/>
                <a:ext cx="2330087"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3" y="244"/>
                    </a:cubicBezTo>
                    <a:cubicBezTo>
                      <a:pt x="3" y="244"/>
                      <a:pt x="3" y="244"/>
                      <a:pt x="3"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2"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5"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4" y="223"/>
                      <a:pt x="34" y="223"/>
                    </a:cubicBezTo>
                    <a:close/>
                    <a:moveTo>
                      <a:pt x="46" y="216"/>
                    </a:moveTo>
                    <a:cubicBezTo>
                      <a:pt x="45" y="215"/>
                      <a:pt x="45" y="214"/>
                      <a:pt x="46" y="214"/>
                    </a:cubicBezTo>
                    <a:cubicBezTo>
                      <a:pt x="46" y="214"/>
                      <a:pt x="46" y="214"/>
                      <a:pt x="46" y="214"/>
                    </a:cubicBezTo>
                    <a:cubicBezTo>
                      <a:pt x="47"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59" y="207"/>
                      <a:pt x="59" y="208"/>
                      <a:pt x="59" y="209"/>
                    </a:cubicBezTo>
                    <a:cubicBezTo>
                      <a:pt x="59" y="209"/>
                      <a:pt x="59" y="209"/>
                      <a:pt x="59" y="209"/>
                    </a:cubicBezTo>
                    <a:cubicBezTo>
                      <a:pt x="58"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70"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79" y="193"/>
                    </a:cubicBezTo>
                    <a:close/>
                    <a:moveTo>
                      <a:pt x="91" y="186"/>
                    </a:moveTo>
                    <a:cubicBezTo>
                      <a:pt x="90" y="185"/>
                      <a:pt x="91"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7"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8"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60" y="142"/>
                    </a:cubicBezTo>
                    <a:cubicBezTo>
                      <a:pt x="160" y="142"/>
                      <a:pt x="160" y="142"/>
                      <a:pt x="160" y="142"/>
                    </a:cubicBezTo>
                    <a:cubicBezTo>
                      <a:pt x="159" y="142"/>
                      <a:pt x="159" y="142"/>
                      <a:pt x="159" y="142"/>
                    </a:cubicBezTo>
                    <a:close/>
                    <a:moveTo>
                      <a:pt x="170" y="134"/>
                    </a:moveTo>
                    <a:cubicBezTo>
                      <a:pt x="170"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2"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1"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6" y="112"/>
                      <a:pt x="206" y="112"/>
                      <a:pt x="206" y="113"/>
                    </a:cubicBezTo>
                    <a:cubicBezTo>
                      <a:pt x="206" y="113"/>
                      <a:pt x="206" y="113"/>
                      <a:pt x="206" y="113"/>
                    </a:cubicBezTo>
                    <a:cubicBezTo>
                      <a:pt x="205"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7"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6" y="98"/>
                    </a:cubicBezTo>
                    <a:close/>
                    <a:moveTo>
                      <a:pt x="238" y="90"/>
                    </a:moveTo>
                    <a:cubicBezTo>
                      <a:pt x="237" y="90"/>
                      <a:pt x="238"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49" y="81"/>
                    </a:cubicBezTo>
                    <a:cubicBezTo>
                      <a:pt x="249" y="81"/>
                      <a:pt x="249" y="81"/>
                      <a:pt x="249"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2" y="76"/>
                    </a:cubicBezTo>
                    <a:cubicBezTo>
                      <a:pt x="262" y="76"/>
                      <a:pt x="262" y="76"/>
                      <a:pt x="262" y="76"/>
                    </a:cubicBezTo>
                    <a:cubicBezTo>
                      <a:pt x="261" y="76"/>
                      <a:pt x="261" y="76"/>
                      <a:pt x="260" y="76"/>
                    </a:cubicBezTo>
                    <a:close/>
                    <a:moveTo>
                      <a:pt x="272" y="68"/>
                    </a:moveTo>
                    <a:cubicBezTo>
                      <a:pt x="271" y="68"/>
                      <a:pt x="271"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5"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6" y="46"/>
                    </a:cubicBezTo>
                    <a:close/>
                    <a:moveTo>
                      <a:pt x="317" y="39"/>
                    </a:moveTo>
                    <a:cubicBezTo>
                      <a:pt x="317"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0" y="30"/>
                    </a:cubicBezTo>
                    <a:cubicBezTo>
                      <a:pt x="330" y="30"/>
                      <a:pt x="330" y="30"/>
                      <a:pt x="330"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8"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4" y="16"/>
                      <a:pt x="353" y="17"/>
                      <a:pt x="353" y="17"/>
                    </a:cubicBezTo>
                    <a:cubicBezTo>
                      <a:pt x="353" y="17"/>
                      <a:pt x="353" y="17"/>
                      <a:pt x="353" y="17"/>
                    </a:cubicBezTo>
                    <a:cubicBezTo>
                      <a:pt x="352"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1" name="Google Shape;421;p8"/>
              <p:cNvSpPr/>
              <p:nvPr/>
            </p:nvSpPr>
            <p:spPr>
              <a:xfrm>
                <a:off x="10234535" y="5123909"/>
                <a:ext cx="11748" cy="19580"/>
              </a:xfrm>
              <a:custGeom>
                <a:avLst/>
                <a:gdLst/>
                <a:ahLst/>
                <a:cxnLst/>
                <a:rect l="l" t="t" r="r" b="b"/>
                <a:pathLst>
                  <a:path w="2"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0" y="0"/>
                      <a:pt x="1" y="0"/>
                    </a:cubicBezTo>
                    <a:cubicBezTo>
                      <a:pt x="1" y="0"/>
                      <a:pt x="1" y="0"/>
                      <a:pt x="2" y="0"/>
                    </a:cubicBezTo>
                    <a:cubicBezTo>
                      <a:pt x="2" y="0"/>
                      <a:pt x="2" y="1"/>
                      <a:pt x="2" y="1"/>
                    </a:cubicBezTo>
                    <a:cubicBezTo>
                      <a:pt x="2" y="1"/>
                      <a:pt x="2" y="1"/>
                      <a:pt x="2" y="2"/>
                    </a:cubicBezTo>
                    <a:cubicBezTo>
                      <a:pt x="2" y="2"/>
                      <a:pt x="2" y="2"/>
                      <a:pt x="2" y="3"/>
                    </a:cubicBezTo>
                    <a:cubicBezTo>
                      <a:pt x="2" y="3"/>
                      <a:pt x="2" y="3"/>
                      <a:pt x="2" y="3"/>
                    </a:cubicBezTo>
                    <a:cubicBezTo>
                      <a:pt x="1"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2" name="Google Shape;422;p8"/>
              <p:cNvSpPr/>
              <p:nvPr/>
            </p:nvSpPr>
            <p:spPr>
              <a:xfrm>
                <a:off x="12830916"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1" y="0"/>
                      <a:pt x="2" y="1"/>
                    </a:cubicBezTo>
                    <a:cubicBezTo>
                      <a:pt x="2" y="1"/>
                      <a:pt x="2" y="1"/>
                      <a:pt x="2" y="1"/>
                    </a:cubicBezTo>
                    <a:cubicBezTo>
                      <a:pt x="2" y="1"/>
                      <a:pt x="3" y="1"/>
                      <a:pt x="3" y="2"/>
                    </a:cubicBezTo>
                    <a:cubicBezTo>
                      <a:pt x="3" y="2"/>
                      <a:pt x="3" y="2"/>
                      <a:pt x="2"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3" name="Google Shape;423;p8"/>
              <p:cNvSpPr/>
              <p:nvPr/>
            </p:nvSpPr>
            <p:spPr>
              <a:xfrm>
                <a:off x="10446005" y="3573133"/>
                <a:ext cx="2330087"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2" y="243"/>
                      <a:pt x="3" y="244"/>
                    </a:cubicBezTo>
                    <a:cubicBezTo>
                      <a:pt x="3" y="244"/>
                      <a:pt x="3" y="244"/>
                      <a:pt x="3" y="244"/>
                    </a:cubicBezTo>
                    <a:cubicBezTo>
                      <a:pt x="3" y="244"/>
                      <a:pt x="3" y="245"/>
                      <a:pt x="2" y="245"/>
                    </a:cubicBezTo>
                    <a:cubicBezTo>
                      <a:pt x="2" y="245"/>
                      <a:pt x="2" y="245"/>
                      <a:pt x="2"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6" y="229"/>
                    </a:cubicBezTo>
                    <a:cubicBezTo>
                      <a:pt x="26" y="229"/>
                      <a:pt x="26" y="229"/>
                      <a:pt x="26"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3"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5" y="215"/>
                      <a:pt x="46" y="214"/>
                      <a:pt x="46" y="214"/>
                    </a:cubicBezTo>
                    <a:cubicBezTo>
                      <a:pt x="46" y="214"/>
                      <a:pt x="46" y="214"/>
                      <a:pt x="46" y="214"/>
                    </a:cubicBezTo>
                    <a:cubicBezTo>
                      <a:pt x="47" y="213"/>
                      <a:pt x="48" y="213"/>
                      <a:pt x="48" y="214"/>
                    </a:cubicBezTo>
                    <a:cubicBezTo>
                      <a:pt x="48" y="214"/>
                      <a:pt x="48" y="214"/>
                      <a:pt x="48" y="214"/>
                    </a:cubicBezTo>
                    <a:cubicBezTo>
                      <a:pt x="49" y="215"/>
                      <a:pt x="48" y="215"/>
                      <a:pt x="48" y="216"/>
                    </a:cubicBezTo>
                    <a:cubicBezTo>
                      <a:pt x="48" y="216"/>
                      <a:pt x="48" y="216"/>
                      <a:pt x="48" y="216"/>
                    </a:cubicBezTo>
                    <a:cubicBezTo>
                      <a:pt x="48"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70"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8"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0" y="194"/>
                      <a:pt x="80" y="194"/>
                      <a:pt x="80" y="193"/>
                    </a:cubicBezTo>
                    <a:close/>
                    <a:moveTo>
                      <a:pt x="91" y="186"/>
                    </a:moveTo>
                    <a:cubicBezTo>
                      <a:pt x="91" y="185"/>
                      <a:pt x="91" y="185"/>
                      <a:pt x="92" y="184"/>
                    </a:cubicBezTo>
                    <a:cubicBezTo>
                      <a:pt x="92" y="184"/>
                      <a:pt x="92" y="184"/>
                      <a:pt x="92"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3"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7"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7" y="157"/>
                    </a:cubicBezTo>
                    <a:cubicBezTo>
                      <a:pt x="137" y="157"/>
                      <a:pt x="137" y="157"/>
                      <a:pt x="137"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3" y="133"/>
                    </a:cubicBezTo>
                    <a:cubicBezTo>
                      <a:pt x="173" y="133"/>
                      <a:pt x="173" y="133"/>
                      <a:pt x="173"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1"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2" y="119"/>
                      <a:pt x="193" y="118"/>
                      <a:pt x="193" y="118"/>
                    </a:cubicBezTo>
                    <a:cubicBezTo>
                      <a:pt x="193" y="118"/>
                      <a:pt x="193" y="118"/>
                      <a:pt x="193" y="118"/>
                    </a:cubicBezTo>
                    <a:cubicBezTo>
                      <a:pt x="194" y="118"/>
                      <a:pt x="195" y="118"/>
                      <a:pt x="195" y="118"/>
                    </a:cubicBezTo>
                    <a:cubicBezTo>
                      <a:pt x="195" y="118"/>
                      <a:pt x="195" y="118"/>
                      <a:pt x="195" y="118"/>
                    </a:cubicBezTo>
                    <a:cubicBezTo>
                      <a:pt x="196" y="119"/>
                      <a:pt x="195" y="120"/>
                      <a:pt x="195" y="120"/>
                    </a:cubicBezTo>
                    <a:cubicBezTo>
                      <a:pt x="195" y="120"/>
                      <a:pt x="195" y="120"/>
                      <a:pt x="195" y="120"/>
                    </a:cubicBezTo>
                    <a:cubicBezTo>
                      <a:pt x="195"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7"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5"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8" y="98"/>
                      <a:pt x="227" y="98"/>
                      <a:pt x="227" y="98"/>
                    </a:cubicBezTo>
                    <a:close/>
                    <a:moveTo>
                      <a:pt x="238" y="90"/>
                    </a:moveTo>
                    <a:cubicBezTo>
                      <a:pt x="238" y="90"/>
                      <a:pt x="238" y="89"/>
                      <a:pt x="239" y="88"/>
                    </a:cubicBezTo>
                    <a:cubicBezTo>
                      <a:pt x="239" y="88"/>
                      <a:pt x="239" y="88"/>
                      <a:pt x="239"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49" y="83"/>
                    </a:cubicBezTo>
                    <a:close/>
                    <a:moveTo>
                      <a:pt x="261" y="76"/>
                    </a:moveTo>
                    <a:cubicBezTo>
                      <a:pt x="260" y="75"/>
                      <a:pt x="261"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4"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4" y="61"/>
                    </a:cubicBezTo>
                    <a:cubicBezTo>
                      <a:pt x="284" y="61"/>
                      <a:pt x="284" y="61"/>
                      <a:pt x="284" y="61"/>
                    </a:cubicBezTo>
                    <a:cubicBezTo>
                      <a:pt x="284" y="61"/>
                      <a:pt x="284" y="61"/>
                      <a:pt x="283" y="61"/>
                    </a:cubicBezTo>
                    <a:close/>
                    <a:moveTo>
                      <a:pt x="295" y="53"/>
                    </a:moveTo>
                    <a:cubicBezTo>
                      <a:pt x="294" y="53"/>
                      <a:pt x="294" y="52"/>
                      <a:pt x="295" y="52"/>
                    </a:cubicBezTo>
                    <a:cubicBezTo>
                      <a:pt x="295" y="52"/>
                      <a:pt x="295" y="52"/>
                      <a:pt x="295" y="52"/>
                    </a:cubicBezTo>
                    <a:cubicBezTo>
                      <a:pt x="296" y="51"/>
                      <a:pt x="296" y="51"/>
                      <a:pt x="297" y="52"/>
                    </a:cubicBezTo>
                    <a:cubicBezTo>
                      <a:pt x="297" y="52"/>
                      <a:pt x="297" y="52"/>
                      <a:pt x="297" y="52"/>
                    </a:cubicBezTo>
                    <a:cubicBezTo>
                      <a:pt x="297" y="53"/>
                      <a:pt x="297" y="53"/>
                      <a:pt x="297" y="54"/>
                    </a:cubicBezTo>
                    <a:cubicBezTo>
                      <a:pt x="297" y="54"/>
                      <a:pt x="297" y="54"/>
                      <a:pt x="297"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20" y="37"/>
                    </a:cubicBezTo>
                    <a:cubicBezTo>
                      <a:pt x="320" y="37"/>
                      <a:pt x="320" y="37"/>
                      <a:pt x="320"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8"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40" y="23"/>
                      <a:pt x="340" y="23"/>
                      <a:pt x="340" y="22"/>
                    </a:cubicBezTo>
                    <a:cubicBezTo>
                      <a:pt x="340" y="22"/>
                      <a:pt x="340" y="22"/>
                      <a:pt x="340" y="22"/>
                    </a:cubicBezTo>
                    <a:cubicBezTo>
                      <a:pt x="341" y="22"/>
                      <a:pt x="342" y="22"/>
                      <a:pt x="342" y="23"/>
                    </a:cubicBezTo>
                    <a:cubicBezTo>
                      <a:pt x="342" y="23"/>
                      <a:pt x="342" y="23"/>
                      <a:pt x="342" y="23"/>
                    </a:cubicBezTo>
                    <a:cubicBezTo>
                      <a:pt x="343" y="23"/>
                      <a:pt x="342" y="24"/>
                      <a:pt x="342" y="24"/>
                    </a:cubicBezTo>
                    <a:cubicBezTo>
                      <a:pt x="342" y="24"/>
                      <a:pt x="342" y="24"/>
                      <a:pt x="342" y="24"/>
                    </a:cubicBezTo>
                    <a:cubicBezTo>
                      <a:pt x="342"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1" y="17"/>
                      <a:pt x="351" y="17"/>
                    </a:cubicBezTo>
                    <a:close/>
                    <a:moveTo>
                      <a:pt x="363" y="9"/>
                    </a:moveTo>
                    <a:cubicBezTo>
                      <a:pt x="362" y="9"/>
                      <a:pt x="362" y="8"/>
                      <a:pt x="363" y="7"/>
                    </a:cubicBezTo>
                    <a:cubicBezTo>
                      <a:pt x="363" y="7"/>
                      <a:pt x="363" y="7"/>
                      <a:pt x="363" y="7"/>
                    </a:cubicBezTo>
                    <a:cubicBezTo>
                      <a:pt x="364"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3"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5"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4" name="Google Shape;424;p8"/>
              <p:cNvSpPr/>
              <p:nvPr/>
            </p:nvSpPr>
            <p:spPr>
              <a:xfrm>
                <a:off x="10375515" y="5123909"/>
                <a:ext cx="19581" cy="19580"/>
              </a:xfrm>
              <a:custGeom>
                <a:avLst/>
                <a:gdLst/>
                <a:ahLst/>
                <a:cxnLst/>
                <a:rect l="l" t="t" r="r" b="b"/>
                <a:pathLst>
                  <a:path w="3" h="3" extrusionOk="0">
                    <a:moveTo>
                      <a:pt x="1" y="3"/>
                    </a:moveTo>
                    <a:cubicBezTo>
                      <a:pt x="1" y="3"/>
                      <a:pt x="1" y="3"/>
                      <a:pt x="1" y="3"/>
                    </a:cubicBezTo>
                    <a:cubicBezTo>
                      <a:pt x="0" y="2"/>
                      <a:pt x="0" y="2"/>
                      <a:pt x="0" y="2"/>
                    </a:cubicBezTo>
                    <a:cubicBezTo>
                      <a:pt x="0" y="1"/>
                      <a:pt x="0" y="1"/>
                      <a:pt x="0" y="1"/>
                    </a:cubicBezTo>
                    <a:cubicBezTo>
                      <a:pt x="0" y="1"/>
                      <a:pt x="0" y="1"/>
                      <a:pt x="1" y="1"/>
                    </a:cubicBezTo>
                    <a:cubicBezTo>
                      <a:pt x="1" y="1"/>
                      <a:pt x="1" y="0"/>
                      <a:pt x="1" y="0"/>
                    </a:cubicBezTo>
                    <a:cubicBezTo>
                      <a:pt x="1" y="0"/>
                      <a:pt x="2" y="0"/>
                      <a:pt x="2" y="0"/>
                    </a:cubicBezTo>
                    <a:cubicBezTo>
                      <a:pt x="2" y="0"/>
                      <a:pt x="2" y="1"/>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5" name="Google Shape;425;p8"/>
              <p:cNvSpPr/>
              <p:nvPr/>
            </p:nvSpPr>
            <p:spPr>
              <a:xfrm>
                <a:off x="12975813" y="3526140"/>
                <a:ext cx="15664" cy="15664"/>
              </a:xfrm>
              <a:custGeom>
                <a:avLst/>
                <a:gdLst/>
                <a:ahLst/>
                <a:cxnLst/>
                <a:rect l="l" t="t" r="r" b="b"/>
                <a:pathLst>
                  <a:path w="3" h="3" extrusionOk="0">
                    <a:moveTo>
                      <a:pt x="2" y="3"/>
                    </a:moveTo>
                    <a:cubicBezTo>
                      <a:pt x="1" y="3"/>
                      <a:pt x="1" y="3"/>
                      <a:pt x="1" y="3"/>
                    </a:cubicBezTo>
                    <a:cubicBezTo>
                      <a:pt x="0" y="3"/>
                      <a:pt x="0" y="2"/>
                      <a:pt x="0" y="2"/>
                    </a:cubicBezTo>
                    <a:cubicBezTo>
                      <a:pt x="0" y="1"/>
                      <a:pt x="0" y="1"/>
                      <a:pt x="1" y="1"/>
                    </a:cubicBezTo>
                    <a:cubicBezTo>
                      <a:pt x="1" y="0"/>
                      <a:pt x="2" y="0"/>
                      <a:pt x="3" y="1"/>
                    </a:cubicBezTo>
                    <a:cubicBezTo>
                      <a:pt x="3" y="1"/>
                      <a:pt x="3" y="1"/>
                      <a:pt x="3" y="2"/>
                    </a:cubicBezTo>
                    <a:cubicBezTo>
                      <a:pt x="3" y="2"/>
                      <a:pt x="3" y="3"/>
                      <a:pt x="3"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6" name="Google Shape;426;p8"/>
              <p:cNvSpPr/>
              <p:nvPr/>
            </p:nvSpPr>
            <p:spPr>
              <a:xfrm>
                <a:off x="10594817" y="3573133"/>
                <a:ext cx="2330087"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4" y="236"/>
                    </a:cubicBezTo>
                    <a:cubicBezTo>
                      <a:pt x="14" y="236"/>
                      <a:pt x="14" y="236"/>
                      <a:pt x="14"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4"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6"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5" y="216"/>
                      <a:pt x="45" y="216"/>
                    </a:cubicBezTo>
                    <a:close/>
                    <a:moveTo>
                      <a:pt x="57"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7"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1"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0"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3" y="169"/>
                    </a:cubicBezTo>
                    <a:cubicBezTo>
                      <a:pt x="113" y="169"/>
                      <a:pt x="113" y="169"/>
                      <a:pt x="113"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5" y="165"/>
                    </a:cubicBezTo>
                    <a:cubicBezTo>
                      <a:pt x="125" y="165"/>
                      <a:pt x="125" y="165"/>
                      <a:pt x="125" y="165"/>
                    </a:cubicBezTo>
                    <a:cubicBezTo>
                      <a:pt x="125" y="165"/>
                      <a:pt x="125" y="164"/>
                      <a:pt x="124" y="164"/>
                    </a:cubicBezTo>
                    <a:close/>
                    <a:moveTo>
                      <a:pt x="136" y="157"/>
                    </a:moveTo>
                    <a:cubicBezTo>
                      <a:pt x="135" y="156"/>
                      <a:pt x="135" y="155"/>
                      <a:pt x="136" y="155"/>
                    </a:cubicBezTo>
                    <a:cubicBezTo>
                      <a:pt x="136" y="155"/>
                      <a:pt x="136" y="155"/>
                      <a:pt x="136" y="155"/>
                    </a:cubicBezTo>
                    <a:cubicBezTo>
                      <a:pt x="137" y="154"/>
                      <a:pt x="138"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1"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4" y="118"/>
                    </a:cubicBezTo>
                    <a:cubicBezTo>
                      <a:pt x="194" y="118"/>
                      <a:pt x="194" y="118"/>
                      <a:pt x="194"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2" y="120"/>
                      <a:pt x="192" y="120"/>
                    </a:cubicBezTo>
                    <a:close/>
                    <a:moveTo>
                      <a:pt x="204"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4"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7" y="104"/>
                      <a:pt x="217" y="105"/>
                      <a:pt x="217" y="105"/>
                    </a:cubicBezTo>
                    <a:cubicBezTo>
                      <a:pt x="217" y="105"/>
                      <a:pt x="217" y="105"/>
                      <a:pt x="217" y="105"/>
                    </a:cubicBezTo>
                    <a:cubicBezTo>
                      <a:pt x="216"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8"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0" y="74"/>
                    </a:cubicBezTo>
                    <a:cubicBezTo>
                      <a:pt x="260" y="74"/>
                      <a:pt x="260" y="74"/>
                      <a:pt x="260"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1" y="68"/>
                    </a:cubicBezTo>
                    <a:close/>
                    <a:moveTo>
                      <a:pt x="283" y="61"/>
                    </a:moveTo>
                    <a:cubicBezTo>
                      <a:pt x="282" y="60"/>
                      <a:pt x="282"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8"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1" y="23"/>
                    </a:cubicBezTo>
                    <a:cubicBezTo>
                      <a:pt x="341" y="23"/>
                      <a:pt x="341" y="23"/>
                      <a:pt x="341"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40"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4" y="8"/>
                      <a:pt x="364" y="9"/>
                      <a:pt x="364" y="10"/>
                    </a:cubicBezTo>
                    <a:cubicBezTo>
                      <a:pt x="364" y="10"/>
                      <a:pt x="364" y="10"/>
                      <a:pt x="364" y="10"/>
                    </a:cubicBezTo>
                    <a:cubicBezTo>
                      <a:pt x="363"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7" name="Google Shape;427;p8"/>
              <p:cNvSpPr/>
              <p:nvPr/>
            </p:nvSpPr>
            <p:spPr>
              <a:xfrm>
                <a:off x="10520411" y="5123909"/>
                <a:ext cx="15664" cy="19580"/>
              </a:xfrm>
              <a:custGeom>
                <a:avLst/>
                <a:gdLst/>
                <a:ahLst/>
                <a:cxnLst/>
                <a:rect l="l" t="t" r="r" b="b"/>
                <a:pathLst>
                  <a:path w="3" h="3" extrusionOk="0">
                    <a:moveTo>
                      <a:pt x="2" y="3"/>
                    </a:moveTo>
                    <a:cubicBezTo>
                      <a:pt x="2" y="3"/>
                      <a:pt x="1" y="3"/>
                      <a:pt x="1" y="3"/>
                    </a:cubicBezTo>
                    <a:cubicBezTo>
                      <a:pt x="1" y="3"/>
                      <a:pt x="1" y="3"/>
                      <a:pt x="1" y="3"/>
                    </a:cubicBezTo>
                    <a:cubicBezTo>
                      <a:pt x="1" y="2"/>
                      <a:pt x="0" y="2"/>
                      <a:pt x="0" y="2"/>
                    </a:cubicBezTo>
                    <a:cubicBezTo>
                      <a:pt x="0" y="1"/>
                      <a:pt x="0" y="1"/>
                      <a:pt x="1" y="1"/>
                    </a:cubicBezTo>
                    <a:cubicBezTo>
                      <a:pt x="1" y="1"/>
                      <a:pt x="1" y="1"/>
                      <a:pt x="1" y="1"/>
                    </a:cubicBezTo>
                    <a:cubicBezTo>
                      <a:pt x="1" y="1"/>
                      <a:pt x="1" y="0"/>
                      <a:pt x="1" y="0"/>
                    </a:cubicBezTo>
                    <a:cubicBezTo>
                      <a:pt x="2" y="0"/>
                      <a:pt x="2" y="0"/>
                      <a:pt x="2" y="0"/>
                    </a:cubicBezTo>
                    <a:cubicBezTo>
                      <a:pt x="2" y="0"/>
                      <a:pt x="3" y="1"/>
                      <a:pt x="3" y="1"/>
                    </a:cubicBezTo>
                    <a:cubicBezTo>
                      <a:pt x="3" y="1"/>
                      <a:pt x="3" y="1"/>
                      <a:pt x="3" y="1"/>
                    </a:cubicBezTo>
                    <a:cubicBezTo>
                      <a:pt x="3" y="1"/>
                      <a:pt x="3" y="1"/>
                      <a:pt x="3" y="2"/>
                    </a:cubicBezTo>
                    <a:cubicBezTo>
                      <a:pt x="3" y="2"/>
                      <a:pt x="3" y="2"/>
                      <a:pt x="3"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8" name="Google Shape;428;p8"/>
              <p:cNvSpPr/>
              <p:nvPr/>
            </p:nvSpPr>
            <p:spPr>
              <a:xfrm>
                <a:off x="13124625" y="3526140"/>
                <a:ext cx="11748" cy="15664"/>
              </a:xfrm>
              <a:custGeom>
                <a:avLst/>
                <a:gdLst/>
                <a:ahLst/>
                <a:cxnLst/>
                <a:rect l="l" t="t" r="r" b="b"/>
                <a:pathLst>
                  <a:path w="2" h="3" extrusionOk="0">
                    <a:moveTo>
                      <a:pt x="1" y="3"/>
                    </a:moveTo>
                    <a:cubicBezTo>
                      <a:pt x="1" y="3"/>
                      <a:pt x="1" y="3"/>
                      <a:pt x="0" y="3"/>
                    </a:cubicBezTo>
                    <a:cubicBezTo>
                      <a:pt x="0"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9" name="Google Shape;429;p8"/>
              <p:cNvSpPr/>
              <p:nvPr/>
            </p:nvSpPr>
            <p:spPr>
              <a:xfrm>
                <a:off x="10735797" y="3573133"/>
                <a:ext cx="2330087"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3" y="244"/>
                    </a:cubicBezTo>
                    <a:cubicBezTo>
                      <a:pt x="3" y="244"/>
                      <a:pt x="3" y="244"/>
                      <a:pt x="3"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3"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5"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5" y="223"/>
                      <a:pt x="34" y="223"/>
                    </a:cubicBezTo>
                    <a:close/>
                    <a:moveTo>
                      <a:pt x="46" y="216"/>
                    </a:moveTo>
                    <a:cubicBezTo>
                      <a:pt x="45" y="215"/>
                      <a:pt x="45" y="214"/>
                      <a:pt x="46" y="214"/>
                    </a:cubicBezTo>
                    <a:cubicBezTo>
                      <a:pt x="46" y="214"/>
                      <a:pt x="46" y="214"/>
                      <a:pt x="46" y="214"/>
                    </a:cubicBezTo>
                    <a:cubicBezTo>
                      <a:pt x="47"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60" y="207"/>
                      <a:pt x="59" y="208"/>
                      <a:pt x="59" y="209"/>
                    </a:cubicBezTo>
                    <a:cubicBezTo>
                      <a:pt x="59" y="209"/>
                      <a:pt x="59" y="209"/>
                      <a:pt x="59" y="209"/>
                    </a:cubicBezTo>
                    <a:cubicBezTo>
                      <a:pt x="58"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70" y="201"/>
                      <a:pt x="69" y="201"/>
                    </a:cubicBezTo>
                    <a:cubicBezTo>
                      <a:pt x="69" y="201"/>
                      <a:pt x="69" y="201"/>
                      <a:pt x="69" y="201"/>
                    </a:cubicBezTo>
                    <a:cubicBezTo>
                      <a:pt x="69" y="201"/>
                      <a:pt x="68" y="201"/>
                      <a:pt x="68" y="201"/>
                    </a:cubicBezTo>
                    <a:close/>
                    <a:moveTo>
                      <a:pt x="80"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80" y="193"/>
                    </a:cubicBezTo>
                    <a:close/>
                    <a:moveTo>
                      <a:pt x="91" y="186"/>
                    </a:moveTo>
                    <a:cubicBezTo>
                      <a:pt x="90" y="185"/>
                      <a:pt x="91"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7"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9"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1" y="142"/>
                    </a:cubicBezTo>
                    <a:cubicBezTo>
                      <a:pt x="161" y="142"/>
                      <a:pt x="161" y="142"/>
                      <a:pt x="161" y="142"/>
                    </a:cubicBezTo>
                    <a:cubicBezTo>
                      <a:pt x="160" y="142"/>
                      <a:pt x="160" y="142"/>
                      <a:pt x="160" y="142"/>
                    </a:cubicBezTo>
                    <a:cubicBezTo>
                      <a:pt x="160" y="142"/>
                      <a:pt x="160" y="142"/>
                      <a:pt x="160" y="142"/>
                    </a:cubicBezTo>
                    <a:cubicBezTo>
                      <a:pt x="159" y="142"/>
                      <a:pt x="159" y="142"/>
                      <a:pt x="159" y="142"/>
                    </a:cubicBezTo>
                    <a:close/>
                    <a:moveTo>
                      <a:pt x="170" y="134"/>
                    </a:moveTo>
                    <a:cubicBezTo>
                      <a:pt x="170"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2"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2"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7" y="112"/>
                      <a:pt x="206" y="112"/>
                      <a:pt x="206" y="113"/>
                    </a:cubicBezTo>
                    <a:cubicBezTo>
                      <a:pt x="206" y="113"/>
                      <a:pt x="206" y="113"/>
                      <a:pt x="206" y="113"/>
                    </a:cubicBezTo>
                    <a:cubicBezTo>
                      <a:pt x="205"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7" y="106"/>
                      <a:pt x="216" y="106"/>
                    </a:cubicBezTo>
                    <a:cubicBezTo>
                      <a:pt x="216" y="106"/>
                      <a:pt x="216" y="106"/>
                      <a:pt x="216" y="106"/>
                    </a:cubicBezTo>
                    <a:cubicBezTo>
                      <a:pt x="216" y="106"/>
                      <a:pt x="215" y="105"/>
                      <a:pt x="215" y="105"/>
                    </a:cubicBezTo>
                    <a:close/>
                    <a:moveTo>
                      <a:pt x="227"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7" y="98"/>
                    </a:cubicBezTo>
                    <a:close/>
                    <a:moveTo>
                      <a:pt x="238" y="90"/>
                    </a:moveTo>
                    <a:cubicBezTo>
                      <a:pt x="237" y="90"/>
                      <a:pt x="238"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50" y="81"/>
                    </a:cubicBezTo>
                    <a:cubicBezTo>
                      <a:pt x="250" y="81"/>
                      <a:pt x="250" y="81"/>
                      <a:pt x="250"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2" y="76"/>
                    </a:cubicBezTo>
                    <a:cubicBezTo>
                      <a:pt x="262" y="76"/>
                      <a:pt x="262" y="76"/>
                      <a:pt x="262" y="76"/>
                    </a:cubicBezTo>
                    <a:cubicBezTo>
                      <a:pt x="261" y="76"/>
                      <a:pt x="261" y="76"/>
                      <a:pt x="260" y="76"/>
                    </a:cubicBezTo>
                    <a:close/>
                    <a:moveTo>
                      <a:pt x="272" y="68"/>
                    </a:moveTo>
                    <a:cubicBezTo>
                      <a:pt x="271" y="68"/>
                      <a:pt x="272"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6"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8" y="46"/>
                    </a:cubicBezTo>
                    <a:cubicBezTo>
                      <a:pt x="308" y="46"/>
                      <a:pt x="308" y="46"/>
                      <a:pt x="308" y="46"/>
                    </a:cubicBezTo>
                    <a:cubicBezTo>
                      <a:pt x="307" y="47"/>
                      <a:pt x="307" y="47"/>
                      <a:pt x="307" y="47"/>
                    </a:cubicBezTo>
                    <a:cubicBezTo>
                      <a:pt x="307" y="47"/>
                      <a:pt x="307" y="47"/>
                      <a:pt x="307" y="47"/>
                    </a:cubicBezTo>
                    <a:cubicBezTo>
                      <a:pt x="306" y="47"/>
                      <a:pt x="306" y="46"/>
                      <a:pt x="306" y="46"/>
                    </a:cubicBezTo>
                    <a:close/>
                    <a:moveTo>
                      <a:pt x="317" y="39"/>
                    </a:moveTo>
                    <a:cubicBezTo>
                      <a:pt x="317"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1" y="30"/>
                    </a:cubicBezTo>
                    <a:cubicBezTo>
                      <a:pt x="331" y="30"/>
                      <a:pt x="331" y="30"/>
                      <a:pt x="331"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9"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4" y="16"/>
                      <a:pt x="353" y="17"/>
                      <a:pt x="353" y="17"/>
                    </a:cubicBezTo>
                    <a:cubicBezTo>
                      <a:pt x="353" y="17"/>
                      <a:pt x="353" y="17"/>
                      <a:pt x="353" y="17"/>
                    </a:cubicBezTo>
                    <a:cubicBezTo>
                      <a:pt x="353"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4" y="2"/>
                    </a:moveTo>
                    <a:cubicBezTo>
                      <a:pt x="373" y="1"/>
                      <a:pt x="373" y="0"/>
                      <a:pt x="374" y="0"/>
                    </a:cubicBezTo>
                    <a:cubicBezTo>
                      <a:pt x="374" y="0"/>
                      <a:pt x="374" y="0"/>
                      <a:pt x="374" y="0"/>
                    </a:cubicBezTo>
                    <a:cubicBezTo>
                      <a:pt x="375"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0" name="Google Shape;430;p8"/>
              <p:cNvSpPr/>
              <p:nvPr/>
            </p:nvSpPr>
            <p:spPr>
              <a:xfrm>
                <a:off x="10669223" y="5123909"/>
                <a:ext cx="11748" cy="19580"/>
              </a:xfrm>
              <a:custGeom>
                <a:avLst/>
                <a:gdLst/>
                <a:ahLst/>
                <a:cxnLst/>
                <a:rect l="l" t="t" r="r" b="b"/>
                <a:pathLst>
                  <a:path w="2"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0" y="0"/>
                      <a:pt x="1" y="0"/>
                    </a:cubicBezTo>
                    <a:cubicBezTo>
                      <a:pt x="1" y="0"/>
                      <a:pt x="1" y="0"/>
                      <a:pt x="2" y="0"/>
                    </a:cubicBezTo>
                    <a:cubicBezTo>
                      <a:pt x="2" y="0"/>
                      <a:pt x="2" y="1"/>
                      <a:pt x="2" y="1"/>
                    </a:cubicBezTo>
                    <a:cubicBezTo>
                      <a:pt x="2" y="1"/>
                      <a:pt x="2" y="1"/>
                      <a:pt x="2" y="2"/>
                    </a:cubicBezTo>
                    <a:cubicBezTo>
                      <a:pt x="2" y="2"/>
                      <a:pt x="2" y="2"/>
                      <a:pt x="2" y="3"/>
                    </a:cubicBezTo>
                    <a:cubicBezTo>
                      <a:pt x="2" y="3"/>
                      <a:pt x="2" y="3"/>
                      <a:pt x="2" y="3"/>
                    </a:cubicBezTo>
                    <a:cubicBezTo>
                      <a:pt x="1"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1" name="Google Shape;431;p8"/>
              <p:cNvSpPr/>
              <p:nvPr/>
            </p:nvSpPr>
            <p:spPr>
              <a:xfrm>
                <a:off x="13265605"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2" y="0"/>
                      <a:pt x="2" y="1"/>
                    </a:cubicBezTo>
                    <a:cubicBezTo>
                      <a:pt x="2" y="1"/>
                      <a:pt x="3" y="1"/>
                      <a:pt x="3" y="2"/>
                    </a:cubicBezTo>
                    <a:cubicBezTo>
                      <a:pt x="3" y="2"/>
                      <a:pt x="3" y="2"/>
                      <a:pt x="3"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2" name="Google Shape;432;p8"/>
              <p:cNvSpPr/>
              <p:nvPr/>
            </p:nvSpPr>
            <p:spPr>
              <a:xfrm>
                <a:off x="10876777" y="3573133"/>
                <a:ext cx="2334003"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3" y="243"/>
                      <a:pt x="3" y="244"/>
                    </a:cubicBezTo>
                    <a:cubicBezTo>
                      <a:pt x="3" y="244"/>
                      <a:pt x="3" y="244"/>
                      <a:pt x="3" y="244"/>
                    </a:cubicBezTo>
                    <a:cubicBezTo>
                      <a:pt x="3" y="244"/>
                      <a:pt x="3" y="245"/>
                      <a:pt x="3" y="245"/>
                    </a:cubicBezTo>
                    <a:cubicBezTo>
                      <a:pt x="3" y="245"/>
                      <a:pt x="3" y="245"/>
                      <a:pt x="3"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6" y="229"/>
                    </a:cubicBezTo>
                    <a:cubicBezTo>
                      <a:pt x="26" y="229"/>
                      <a:pt x="26" y="229"/>
                      <a:pt x="26"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4"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6" y="215"/>
                      <a:pt x="46" y="214"/>
                      <a:pt x="46" y="214"/>
                    </a:cubicBezTo>
                    <a:cubicBezTo>
                      <a:pt x="46" y="214"/>
                      <a:pt x="46" y="214"/>
                      <a:pt x="46" y="214"/>
                    </a:cubicBezTo>
                    <a:cubicBezTo>
                      <a:pt x="47" y="213"/>
                      <a:pt x="48" y="213"/>
                      <a:pt x="48" y="214"/>
                    </a:cubicBezTo>
                    <a:cubicBezTo>
                      <a:pt x="48" y="214"/>
                      <a:pt x="48" y="214"/>
                      <a:pt x="48" y="214"/>
                    </a:cubicBezTo>
                    <a:cubicBezTo>
                      <a:pt x="49" y="215"/>
                      <a:pt x="48" y="215"/>
                      <a:pt x="48" y="216"/>
                    </a:cubicBezTo>
                    <a:cubicBezTo>
                      <a:pt x="48" y="216"/>
                      <a:pt x="48" y="216"/>
                      <a:pt x="48" y="216"/>
                    </a:cubicBezTo>
                    <a:cubicBezTo>
                      <a:pt x="48"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9" y="201"/>
                    </a:moveTo>
                    <a:cubicBezTo>
                      <a:pt x="68" y="200"/>
                      <a:pt x="68" y="199"/>
                      <a:pt x="69" y="199"/>
                    </a:cubicBezTo>
                    <a:cubicBezTo>
                      <a:pt x="69" y="199"/>
                      <a:pt x="69" y="199"/>
                      <a:pt x="69" y="199"/>
                    </a:cubicBezTo>
                    <a:cubicBezTo>
                      <a:pt x="70"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9"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1" y="194"/>
                      <a:pt x="80" y="194"/>
                      <a:pt x="80" y="193"/>
                    </a:cubicBezTo>
                    <a:close/>
                    <a:moveTo>
                      <a:pt x="91" y="186"/>
                    </a:moveTo>
                    <a:cubicBezTo>
                      <a:pt x="91" y="185"/>
                      <a:pt x="91" y="185"/>
                      <a:pt x="92" y="184"/>
                    </a:cubicBezTo>
                    <a:cubicBezTo>
                      <a:pt x="92" y="184"/>
                      <a:pt x="92" y="184"/>
                      <a:pt x="92"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3"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4"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8"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8" y="157"/>
                    </a:cubicBezTo>
                    <a:cubicBezTo>
                      <a:pt x="138" y="157"/>
                      <a:pt x="138" y="157"/>
                      <a:pt x="138"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50" y="147"/>
                      <a:pt x="150" y="148"/>
                    </a:cubicBezTo>
                    <a:cubicBezTo>
                      <a:pt x="150" y="148"/>
                      <a:pt x="150" y="148"/>
                      <a:pt x="150" y="148"/>
                    </a:cubicBezTo>
                    <a:cubicBezTo>
                      <a:pt x="150" y="148"/>
                      <a:pt x="150" y="149"/>
                      <a:pt x="150" y="150"/>
                    </a:cubicBezTo>
                    <a:cubicBezTo>
                      <a:pt x="150" y="150"/>
                      <a:pt x="150" y="150"/>
                      <a:pt x="150"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3" y="133"/>
                    </a:cubicBezTo>
                    <a:cubicBezTo>
                      <a:pt x="173" y="133"/>
                      <a:pt x="173" y="133"/>
                      <a:pt x="173"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1"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3" y="119"/>
                      <a:pt x="193" y="118"/>
                      <a:pt x="193" y="118"/>
                    </a:cubicBezTo>
                    <a:cubicBezTo>
                      <a:pt x="193" y="118"/>
                      <a:pt x="193" y="118"/>
                      <a:pt x="193" y="118"/>
                    </a:cubicBezTo>
                    <a:cubicBezTo>
                      <a:pt x="194" y="118"/>
                      <a:pt x="195" y="118"/>
                      <a:pt x="195" y="118"/>
                    </a:cubicBezTo>
                    <a:cubicBezTo>
                      <a:pt x="195" y="118"/>
                      <a:pt x="195" y="118"/>
                      <a:pt x="195" y="118"/>
                    </a:cubicBezTo>
                    <a:cubicBezTo>
                      <a:pt x="196" y="119"/>
                      <a:pt x="195" y="120"/>
                      <a:pt x="195" y="120"/>
                    </a:cubicBezTo>
                    <a:cubicBezTo>
                      <a:pt x="195" y="120"/>
                      <a:pt x="195" y="120"/>
                      <a:pt x="195" y="120"/>
                    </a:cubicBezTo>
                    <a:cubicBezTo>
                      <a:pt x="195"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4" y="113"/>
                      <a:pt x="204" y="112"/>
                    </a:cubicBezTo>
                    <a:close/>
                    <a:moveTo>
                      <a:pt x="216" y="105"/>
                    </a:moveTo>
                    <a:cubicBezTo>
                      <a:pt x="215" y="104"/>
                      <a:pt x="215" y="104"/>
                      <a:pt x="216" y="103"/>
                    </a:cubicBezTo>
                    <a:cubicBezTo>
                      <a:pt x="216" y="103"/>
                      <a:pt x="216" y="103"/>
                      <a:pt x="216" y="103"/>
                    </a:cubicBezTo>
                    <a:cubicBezTo>
                      <a:pt x="217"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6"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8" y="98"/>
                      <a:pt x="227" y="98"/>
                      <a:pt x="227" y="98"/>
                    </a:cubicBezTo>
                    <a:close/>
                    <a:moveTo>
                      <a:pt x="238" y="90"/>
                    </a:moveTo>
                    <a:cubicBezTo>
                      <a:pt x="238" y="90"/>
                      <a:pt x="238" y="89"/>
                      <a:pt x="239" y="88"/>
                    </a:cubicBezTo>
                    <a:cubicBezTo>
                      <a:pt x="239" y="88"/>
                      <a:pt x="239" y="88"/>
                      <a:pt x="239"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40"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49" y="83"/>
                    </a:cubicBezTo>
                    <a:close/>
                    <a:moveTo>
                      <a:pt x="261" y="76"/>
                    </a:moveTo>
                    <a:cubicBezTo>
                      <a:pt x="260" y="75"/>
                      <a:pt x="261"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5"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5" y="61"/>
                    </a:cubicBezTo>
                    <a:cubicBezTo>
                      <a:pt x="285" y="61"/>
                      <a:pt x="285" y="61"/>
                      <a:pt x="285" y="61"/>
                    </a:cubicBezTo>
                    <a:cubicBezTo>
                      <a:pt x="284" y="61"/>
                      <a:pt x="284" y="61"/>
                      <a:pt x="283" y="61"/>
                    </a:cubicBezTo>
                    <a:close/>
                    <a:moveTo>
                      <a:pt x="295" y="53"/>
                    </a:moveTo>
                    <a:cubicBezTo>
                      <a:pt x="294" y="53"/>
                      <a:pt x="294" y="52"/>
                      <a:pt x="295" y="52"/>
                    </a:cubicBezTo>
                    <a:cubicBezTo>
                      <a:pt x="295" y="52"/>
                      <a:pt x="295" y="52"/>
                      <a:pt x="295" y="52"/>
                    </a:cubicBezTo>
                    <a:cubicBezTo>
                      <a:pt x="296" y="51"/>
                      <a:pt x="297" y="51"/>
                      <a:pt x="297" y="52"/>
                    </a:cubicBezTo>
                    <a:cubicBezTo>
                      <a:pt x="297" y="52"/>
                      <a:pt x="297" y="52"/>
                      <a:pt x="297" y="52"/>
                    </a:cubicBezTo>
                    <a:cubicBezTo>
                      <a:pt x="297" y="53"/>
                      <a:pt x="297" y="53"/>
                      <a:pt x="297" y="54"/>
                    </a:cubicBezTo>
                    <a:cubicBezTo>
                      <a:pt x="297" y="54"/>
                      <a:pt x="297" y="54"/>
                      <a:pt x="297"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20" y="37"/>
                    </a:cubicBezTo>
                    <a:cubicBezTo>
                      <a:pt x="320" y="37"/>
                      <a:pt x="320" y="37"/>
                      <a:pt x="320"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8"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40" y="23"/>
                      <a:pt x="340" y="23"/>
                      <a:pt x="340" y="22"/>
                    </a:cubicBezTo>
                    <a:cubicBezTo>
                      <a:pt x="340" y="22"/>
                      <a:pt x="340" y="22"/>
                      <a:pt x="340" y="22"/>
                    </a:cubicBezTo>
                    <a:cubicBezTo>
                      <a:pt x="341" y="22"/>
                      <a:pt x="342" y="22"/>
                      <a:pt x="342" y="23"/>
                    </a:cubicBezTo>
                    <a:cubicBezTo>
                      <a:pt x="342" y="23"/>
                      <a:pt x="342" y="23"/>
                      <a:pt x="342" y="23"/>
                    </a:cubicBezTo>
                    <a:cubicBezTo>
                      <a:pt x="343" y="23"/>
                      <a:pt x="342" y="24"/>
                      <a:pt x="342" y="24"/>
                    </a:cubicBezTo>
                    <a:cubicBezTo>
                      <a:pt x="342" y="24"/>
                      <a:pt x="342" y="24"/>
                      <a:pt x="342" y="24"/>
                    </a:cubicBezTo>
                    <a:cubicBezTo>
                      <a:pt x="342"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1" y="17"/>
                      <a:pt x="351" y="17"/>
                    </a:cubicBezTo>
                    <a:close/>
                    <a:moveTo>
                      <a:pt x="363" y="9"/>
                    </a:moveTo>
                    <a:cubicBezTo>
                      <a:pt x="362" y="9"/>
                      <a:pt x="362" y="8"/>
                      <a:pt x="363" y="7"/>
                    </a:cubicBezTo>
                    <a:cubicBezTo>
                      <a:pt x="363" y="7"/>
                      <a:pt x="363" y="7"/>
                      <a:pt x="363" y="7"/>
                    </a:cubicBezTo>
                    <a:cubicBezTo>
                      <a:pt x="364"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3"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5"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3" name="Google Shape;433;p8"/>
              <p:cNvSpPr/>
              <p:nvPr/>
            </p:nvSpPr>
            <p:spPr>
              <a:xfrm>
                <a:off x="10810203" y="5123909"/>
                <a:ext cx="19581" cy="19580"/>
              </a:xfrm>
              <a:custGeom>
                <a:avLst/>
                <a:gdLst/>
                <a:ahLst/>
                <a:cxnLst/>
                <a:rect l="l" t="t" r="r" b="b"/>
                <a:pathLst>
                  <a:path w="3" h="3" extrusionOk="0">
                    <a:moveTo>
                      <a:pt x="1" y="3"/>
                    </a:moveTo>
                    <a:cubicBezTo>
                      <a:pt x="1" y="3"/>
                      <a:pt x="1" y="3"/>
                      <a:pt x="1" y="3"/>
                    </a:cubicBezTo>
                    <a:cubicBezTo>
                      <a:pt x="0" y="2"/>
                      <a:pt x="0" y="2"/>
                      <a:pt x="0" y="2"/>
                    </a:cubicBezTo>
                    <a:cubicBezTo>
                      <a:pt x="0" y="1"/>
                      <a:pt x="0" y="1"/>
                      <a:pt x="1" y="1"/>
                    </a:cubicBezTo>
                    <a:cubicBezTo>
                      <a:pt x="1" y="1"/>
                      <a:pt x="1" y="0"/>
                      <a:pt x="1" y="0"/>
                    </a:cubicBezTo>
                    <a:cubicBezTo>
                      <a:pt x="1" y="0"/>
                      <a:pt x="2" y="0"/>
                      <a:pt x="2" y="0"/>
                    </a:cubicBezTo>
                    <a:cubicBezTo>
                      <a:pt x="2" y="0"/>
                      <a:pt x="2" y="1"/>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4" name="Google Shape;434;p8"/>
              <p:cNvSpPr/>
              <p:nvPr/>
            </p:nvSpPr>
            <p:spPr>
              <a:xfrm>
                <a:off x="13406585" y="3526140"/>
                <a:ext cx="19581" cy="15664"/>
              </a:xfrm>
              <a:custGeom>
                <a:avLst/>
                <a:gdLst/>
                <a:ahLst/>
                <a:cxnLst/>
                <a:rect l="l" t="t" r="r" b="b"/>
                <a:pathLst>
                  <a:path w="3" h="3" extrusionOk="0">
                    <a:moveTo>
                      <a:pt x="2" y="3"/>
                    </a:moveTo>
                    <a:cubicBezTo>
                      <a:pt x="1" y="3"/>
                      <a:pt x="1" y="3"/>
                      <a:pt x="1" y="3"/>
                    </a:cubicBezTo>
                    <a:cubicBezTo>
                      <a:pt x="0" y="3"/>
                      <a:pt x="0" y="2"/>
                      <a:pt x="0" y="2"/>
                    </a:cubicBezTo>
                    <a:cubicBezTo>
                      <a:pt x="0" y="1"/>
                      <a:pt x="0" y="1"/>
                      <a:pt x="1" y="1"/>
                    </a:cubicBezTo>
                    <a:cubicBezTo>
                      <a:pt x="1" y="0"/>
                      <a:pt x="2" y="0"/>
                      <a:pt x="3" y="1"/>
                    </a:cubicBezTo>
                    <a:cubicBezTo>
                      <a:pt x="3" y="1"/>
                      <a:pt x="3" y="1"/>
                      <a:pt x="3" y="2"/>
                    </a:cubicBezTo>
                    <a:cubicBezTo>
                      <a:pt x="3" y="2"/>
                      <a:pt x="3" y="3"/>
                      <a:pt x="3"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5" name="Google Shape;435;p8"/>
              <p:cNvSpPr/>
              <p:nvPr/>
            </p:nvSpPr>
            <p:spPr>
              <a:xfrm>
                <a:off x="11025589" y="3573133"/>
                <a:ext cx="2334003"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4" y="236"/>
                    </a:cubicBezTo>
                    <a:cubicBezTo>
                      <a:pt x="14" y="236"/>
                      <a:pt x="14" y="236"/>
                      <a:pt x="14"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4"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6"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6" y="216"/>
                      <a:pt x="45" y="216"/>
                    </a:cubicBezTo>
                    <a:close/>
                    <a:moveTo>
                      <a:pt x="57"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7"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1"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0"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4" y="169"/>
                    </a:cubicBezTo>
                    <a:cubicBezTo>
                      <a:pt x="114" y="169"/>
                      <a:pt x="114" y="169"/>
                      <a:pt x="114"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6" y="165"/>
                    </a:cubicBezTo>
                    <a:cubicBezTo>
                      <a:pt x="126" y="165"/>
                      <a:pt x="126" y="165"/>
                      <a:pt x="126" y="165"/>
                    </a:cubicBezTo>
                    <a:cubicBezTo>
                      <a:pt x="125" y="165"/>
                      <a:pt x="125" y="164"/>
                      <a:pt x="124" y="164"/>
                    </a:cubicBezTo>
                    <a:close/>
                    <a:moveTo>
                      <a:pt x="136" y="157"/>
                    </a:moveTo>
                    <a:cubicBezTo>
                      <a:pt x="135" y="156"/>
                      <a:pt x="136" y="155"/>
                      <a:pt x="136" y="155"/>
                    </a:cubicBezTo>
                    <a:cubicBezTo>
                      <a:pt x="136" y="155"/>
                      <a:pt x="136" y="155"/>
                      <a:pt x="136" y="155"/>
                    </a:cubicBezTo>
                    <a:cubicBezTo>
                      <a:pt x="137" y="154"/>
                      <a:pt x="138"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1"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3" y="120"/>
                      <a:pt x="192" y="120"/>
                    </a:cubicBezTo>
                    <a:close/>
                    <a:moveTo>
                      <a:pt x="204"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4"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8" y="104"/>
                      <a:pt x="217"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9"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1" y="74"/>
                    </a:cubicBezTo>
                    <a:cubicBezTo>
                      <a:pt x="261" y="74"/>
                      <a:pt x="261" y="74"/>
                      <a:pt x="261"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1" y="68"/>
                    </a:cubicBezTo>
                    <a:close/>
                    <a:moveTo>
                      <a:pt x="283" y="61"/>
                    </a:moveTo>
                    <a:cubicBezTo>
                      <a:pt x="282" y="60"/>
                      <a:pt x="283"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8"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2" y="23"/>
                    </a:cubicBezTo>
                    <a:cubicBezTo>
                      <a:pt x="342" y="23"/>
                      <a:pt x="342" y="23"/>
                      <a:pt x="342"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40"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5" y="8"/>
                      <a:pt x="364" y="9"/>
                      <a:pt x="364" y="10"/>
                    </a:cubicBezTo>
                    <a:cubicBezTo>
                      <a:pt x="364" y="10"/>
                      <a:pt x="364" y="10"/>
                      <a:pt x="364" y="10"/>
                    </a:cubicBezTo>
                    <a:cubicBezTo>
                      <a:pt x="364"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6" name="Google Shape;436;p8"/>
              <p:cNvSpPr/>
              <p:nvPr/>
            </p:nvSpPr>
            <p:spPr>
              <a:xfrm>
                <a:off x="10959015" y="5123909"/>
                <a:ext cx="11748" cy="19580"/>
              </a:xfrm>
              <a:custGeom>
                <a:avLst/>
                <a:gdLst/>
                <a:ahLst/>
                <a:cxnLst/>
                <a:rect l="l" t="t" r="r" b="b"/>
                <a:pathLst>
                  <a:path w="2" h="3" extrusionOk="0">
                    <a:moveTo>
                      <a:pt x="1" y="3"/>
                    </a:moveTo>
                    <a:cubicBezTo>
                      <a:pt x="1" y="3"/>
                      <a:pt x="0" y="3"/>
                      <a:pt x="0" y="3"/>
                    </a:cubicBezTo>
                    <a:cubicBezTo>
                      <a:pt x="0" y="3"/>
                      <a:pt x="0" y="3"/>
                      <a:pt x="0" y="3"/>
                    </a:cubicBezTo>
                    <a:cubicBezTo>
                      <a:pt x="0" y="2"/>
                      <a:pt x="0" y="2"/>
                      <a:pt x="0" y="2"/>
                    </a:cubicBezTo>
                    <a:cubicBezTo>
                      <a:pt x="0" y="1"/>
                      <a:pt x="0" y="1"/>
                      <a:pt x="0" y="1"/>
                    </a:cubicBezTo>
                    <a:cubicBezTo>
                      <a:pt x="0" y="1"/>
                      <a:pt x="0" y="1"/>
                      <a:pt x="0" y="1"/>
                    </a:cubicBezTo>
                    <a:cubicBezTo>
                      <a:pt x="0" y="1"/>
                      <a:pt x="0" y="0"/>
                      <a:pt x="0" y="0"/>
                    </a:cubicBezTo>
                    <a:cubicBezTo>
                      <a:pt x="1" y="0"/>
                      <a:pt x="1" y="0"/>
                      <a:pt x="1" y="0"/>
                    </a:cubicBezTo>
                    <a:cubicBezTo>
                      <a:pt x="2" y="0"/>
                      <a:pt x="2" y="1"/>
                      <a:pt x="2" y="1"/>
                    </a:cubicBezTo>
                    <a:cubicBezTo>
                      <a:pt x="2" y="1"/>
                      <a:pt x="2" y="1"/>
                      <a:pt x="2" y="1"/>
                    </a:cubicBezTo>
                    <a:cubicBezTo>
                      <a:pt x="2" y="1"/>
                      <a:pt x="2" y="1"/>
                      <a:pt x="2" y="2"/>
                    </a:cubicBezTo>
                    <a:cubicBezTo>
                      <a:pt x="2" y="2"/>
                      <a:pt x="2" y="2"/>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7" name="Google Shape;437;p8"/>
              <p:cNvSpPr/>
              <p:nvPr/>
            </p:nvSpPr>
            <p:spPr>
              <a:xfrm>
                <a:off x="13555397" y="3526140"/>
                <a:ext cx="15664" cy="15664"/>
              </a:xfrm>
              <a:custGeom>
                <a:avLst/>
                <a:gdLst/>
                <a:ahLst/>
                <a:cxnLst/>
                <a:rect l="l" t="t" r="r" b="b"/>
                <a:pathLst>
                  <a:path w="2" h="3" extrusionOk="0">
                    <a:moveTo>
                      <a:pt x="1" y="3"/>
                    </a:moveTo>
                    <a:cubicBezTo>
                      <a:pt x="1" y="3"/>
                      <a:pt x="1" y="3"/>
                      <a:pt x="0" y="3"/>
                    </a:cubicBezTo>
                    <a:cubicBezTo>
                      <a:pt x="0"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8" name="Google Shape;438;p8"/>
              <p:cNvSpPr/>
              <p:nvPr/>
            </p:nvSpPr>
            <p:spPr>
              <a:xfrm>
                <a:off x="11170485" y="3573133"/>
                <a:ext cx="2330087"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3" y="244"/>
                    </a:cubicBezTo>
                    <a:cubicBezTo>
                      <a:pt x="3" y="244"/>
                      <a:pt x="3" y="244"/>
                      <a:pt x="3"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4" y="236"/>
                      <a:pt x="14" y="236"/>
                    </a:cubicBezTo>
                    <a:cubicBezTo>
                      <a:pt x="14" y="236"/>
                      <a:pt x="14" y="236"/>
                      <a:pt x="14" y="236"/>
                    </a:cubicBezTo>
                    <a:cubicBezTo>
                      <a:pt x="14" y="237"/>
                      <a:pt x="14" y="238"/>
                      <a:pt x="14" y="238"/>
                    </a:cubicBezTo>
                    <a:cubicBezTo>
                      <a:pt x="14" y="238"/>
                      <a:pt x="14" y="238"/>
                      <a:pt x="14" y="238"/>
                    </a:cubicBezTo>
                    <a:cubicBezTo>
                      <a:pt x="13" y="238"/>
                      <a:pt x="13" y="238"/>
                      <a:pt x="13" y="238"/>
                    </a:cubicBezTo>
                    <a:cubicBezTo>
                      <a:pt x="13" y="238"/>
                      <a:pt x="13" y="238"/>
                      <a:pt x="13" y="238"/>
                    </a:cubicBezTo>
                    <a:cubicBezTo>
                      <a:pt x="12" y="238"/>
                      <a:pt x="12" y="238"/>
                      <a:pt x="12" y="238"/>
                    </a:cubicBezTo>
                    <a:close/>
                    <a:moveTo>
                      <a:pt x="23" y="230"/>
                    </a:moveTo>
                    <a:cubicBezTo>
                      <a:pt x="23"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5"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7" y="221"/>
                    </a:cubicBezTo>
                    <a:cubicBezTo>
                      <a:pt x="37" y="221"/>
                      <a:pt x="37" y="221"/>
                      <a:pt x="37"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5" y="223"/>
                      <a:pt x="34" y="223"/>
                    </a:cubicBezTo>
                    <a:close/>
                    <a:moveTo>
                      <a:pt x="46" y="216"/>
                    </a:moveTo>
                    <a:cubicBezTo>
                      <a:pt x="45" y="215"/>
                      <a:pt x="45" y="214"/>
                      <a:pt x="46" y="214"/>
                    </a:cubicBezTo>
                    <a:cubicBezTo>
                      <a:pt x="46" y="214"/>
                      <a:pt x="46" y="214"/>
                      <a:pt x="46" y="214"/>
                    </a:cubicBezTo>
                    <a:cubicBezTo>
                      <a:pt x="47"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60" y="207"/>
                      <a:pt x="59" y="208"/>
                      <a:pt x="59" y="209"/>
                    </a:cubicBezTo>
                    <a:cubicBezTo>
                      <a:pt x="59" y="209"/>
                      <a:pt x="59" y="209"/>
                      <a:pt x="59" y="209"/>
                    </a:cubicBezTo>
                    <a:cubicBezTo>
                      <a:pt x="59"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70" y="201"/>
                      <a:pt x="69" y="201"/>
                    </a:cubicBezTo>
                    <a:cubicBezTo>
                      <a:pt x="69" y="201"/>
                      <a:pt x="69" y="201"/>
                      <a:pt x="69" y="201"/>
                    </a:cubicBezTo>
                    <a:cubicBezTo>
                      <a:pt x="69" y="201"/>
                      <a:pt x="68" y="201"/>
                      <a:pt x="68" y="201"/>
                    </a:cubicBezTo>
                    <a:close/>
                    <a:moveTo>
                      <a:pt x="80" y="193"/>
                    </a:moveTo>
                    <a:cubicBezTo>
                      <a:pt x="79" y="193"/>
                      <a:pt x="79" y="192"/>
                      <a:pt x="80" y="192"/>
                    </a:cubicBezTo>
                    <a:cubicBezTo>
                      <a:pt x="80" y="192"/>
                      <a:pt x="80" y="192"/>
                      <a:pt x="80" y="192"/>
                    </a:cubicBezTo>
                    <a:cubicBezTo>
                      <a:pt x="81"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80" y="193"/>
                    </a:cubicBezTo>
                    <a:close/>
                    <a:moveTo>
                      <a:pt x="91" y="186"/>
                    </a:moveTo>
                    <a:cubicBezTo>
                      <a:pt x="90" y="185"/>
                      <a:pt x="91"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4"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3" y="171"/>
                    </a:cubicBezTo>
                    <a:close/>
                    <a:moveTo>
                      <a:pt x="125" y="164"/>
                    </a:moveTo>
                    <a:cubicBezTo>
                      <a:pt x="124" y="163"/>
                      <a:pt x="125" y="162"/>
                      <a:pt x="125" y="162"/>
                    </a:cubicBezTo>
                    <a:cubicBezTo>
                      <a:pt x="125" y="162"/>
                      <a:pt x="125" y="162"/>
                      <a:pt x="125" y="162"/>
                    </a:cubicBezTo>
                    <a:cubicBezTo>
                      <a:pt x="126" y="162"/>
                      <a:pt x="127"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9"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1" y="140"/>
                      <a:pt x="161" y="140"/>
                    </a:cubicBezTo>
                    <a:cubicBezTo>
                      <a:pt x="161" y="140"/>
                      <a:pt x="161" y="140"/>
                      <a:pt x="161" y="140"/>
                    </a:cubicBezTo>
                    <a:cubicBezTo>
                      <a:pt x="161" y="141"/>
                      <a:pt x="161" y="142"/>
                      <a:pt x="161" y="142"/>
                    </a:cubicBezTo>
                    <a:cubicBezTo>
                      <a:pt x="161" y="142"/>
                      <a:pt x="161" y="142"/>
                      <a:pt x="161" y="142"/>
                    </a:cubicBezTo>
                    <a:cubicBezTo>
                      <a:pt x="160" y="142"/>
                      <a:pt x="160" y="142"/>
                      <a:pt x="160" y="142"/>
                    </a:cubicBezTo>
                    <a:cubicBezTo>
                      <a:pt x="160" y="142"/>
                      <a:pt x="160" y="142"/>
                      <a:pt x="160" y="142"/>
                    </a:cubicBezTo>
                    <a:cubicBezTo>
                      <a:pt x="159" y="142"/>
                      <a:pt x="159" y="142"/>
                      <a:pt x="159" y="142"/>
                    </a:cubicBezTo>
                    <a:close/>
                    <a:moveTo>
                      <a:pt x="170" y="134"/>
                    </a:moveTo>
                    <a:cubicBezTo>
                      <a:pt x="170"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2"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2"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4" y="112"/>
                      <a:pt x="204" y="111"/>
                      <a:pt x="204" y="111"/>
                    </a:cubicBezTo>
                    <a:cubicBezTo>
                      <a:pt x="204" y="111"/>
                      <a:pt x="204" y="111"/>
                      <a:pt x="204" y="111"/>
                    </a:cubicBezTo>
                    <a:cubicBezTo>
                      <a:pt x="205" y="110"/>
                      <a:pt x="206" y="110"/>
                      <a:pt x="206" y="111"/>
                    </a:cubicBezTo>
                    <a:cubicBezTo>
                      <a:pt x="206" y="111"/>
                      <a:pt x="206" y="111"/>
                      <a:pt x="206" y="111"/>
                    </a:cubicBezTo>
                    <a:cubicBezTo>
                      <a:pt x="207" y="112"/>
                      <a:pt x="206" y="112"/>
                      <a:pt x="206" y="113"/>
                    </a:cubicBezTo>
                    <a:cubicBezTo>
                      <a:pt x="206" y="113"/>
                      <a:pt x="206" y="113"/>
                      <a:pt x="206" y="113"/>
                    </a:cubicBezTo>
                    <a:cubicBezTo>
                      <a:pt x="206"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7" y="106"/>
                      <a:pt x="216" y="106"/>
                    </a:cubicBezTo>
                    <a:cubicBezTo>
                      <a:pt x="216" y="106"/>
                      <a:pt x="216" y="106"/>
                      <a:pt x="216" y="106"/>
                    </a:cubicBezTo>
                    <a:cubicBezTo>
                      <a:pt x="216" y="106"/>
                      <a:pt x="215" y="105"/>
                      <a:pt x="215" y="105"/>
                    </a:cubicBezTo>
                    <a:close/>
                    <a:moveTo>
                      <a:pt x="227" y="98"/>
                    </a:moveTo>
                    <a:cubicBezTo>
                      <a:pt x="226" y="97"/>
                      <a:pt x="226" y="96"/>
                      <a:pt x="227" y="96"/>
                    </a:cubicBezTo>
                    <a:cubicBezTo>
                      <a:pt x="227" y="96"/>
                      <a:pt x="227" y="96"/>
                      <a:pt x="227" y="96"/>
                    </a:cubicBezTo>
                    <a:cubicBezTo>
                      <a:pt x="228"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7" y="98"/>
                    </a:cubicBezTo>
                    <a:close/>
                    <a:moveTo>
                      <a:pt x="238" y="90"/>
                    </a:moveTo>
                    <a:cubicBezTo>
                      <a:pt x="237" y="90"/>
                      <a:pt x="238"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1"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2" y="76"/>
                    </a:cubicBezTo>
                    <a:cubicBezTo>
                      <a:pt x="262" y="76"/>
                      <a:pt x="262" y="76"/>
                      <a:pt x="262" y="76"/>
                    </a:cubicBezTo>
                    <a:cubicBezTo>
                      <a:pt x="261" y="76"/>
                      <a:pt x="261" y="76"/>
                      <a:pt x="260" y="76"/>
                    </a:cubicBezTo>
                    <a:close/>
                    <a:moveTo>
                      <a:pt x="272" y="68"/>
                    </a:moveTo>
                    <a:cubicBezTo>
                      <a:pt x="271" y="68"/>
                      <a:pt x="272"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6"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8" y="44"/>
                      <a:pt x="308" y="45"/>
                    </a:cubicBezTo>
                    <a:cubicBezTo>
                      <a:pt x="308" y="45"/>
                      <a:pt x="308" y="45"/>
                      <a:pt x="308" y="45"/>
                    </a:cubicBezTo>
                    <a:cubicBezTo>
                      <a:pt x="308" y="45"/>
                      <a:pt x="308" y="46"/>
                      <a:pt x="308" y="46"/>
                    </a:cubicBezTo>
                    <a:cubicBezTo>
                      <a:pt x="308" y="46"/>
                      <a:pt x="308" y="46"/>
                      <a:pt x="308" y="46"/>
                    </a:cubicBezTo>
                    <a:cubicBezTo>
                      <a:pt x="307" y="47"/>
                      <a:pt x="307" y="47"/>
                      <a:pt x="307" y="47"/>
                    </a:cubicBezTo>
                    <a:cubicBezTo>
                      <a:pt x="307" y="47"/>
                      <a:pt x="307" y="47"/>
                      <a:pt x="307" y="47"/>
                    </a:cubicBezTo>
                    <a:cubicBezTo>
                      <a:pt x="306" y="47"/>
                      <a:pt x="306" y="46"/>
                      <a:pt x="306" y="46"/>
                    </a:cubicBezTo>
                    <a:close/>
                    <a:moveTo>
                      <a:pt x="317" y="39"/>
                    </a:moveTo>
                    <a:cubicBezTo>
                      <a:pt x="317"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1" y="30"/>
                    </a:cubicBezTo>
                    <a:cubicBezTo>
                      <a:pt x="331" y="30"/>
                      <a:pt x="331" y="30"/>
                      <a:pt x="331"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9"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1" y="16"/>
                      <a:pt x="351" y="15"/>
                      <a:pt x="351" y="15"/>
                    </a:cubicBezTo>
                    <a:cubicBezTo>
                      <a:pt x="351" y="15"/>
                      <a:pt x="351" y="15"/>
                      <a:pt x="351" y="15"/>
                    </a:cubicBezTo>
                    <a:cubicBezTo>
                      <a:pt x="352" y="14"/>
                      <a:pt x="353" y="15"/>
                      <a:pt x="353" y="15"/>
                    </a:cubicBezTo>
                    <a:cubicBezTo>
                      <a:pt x="353" y="15"/>
                      <a:pt x="353" y="15"/>
                      <a:pt x="353" y="15"/>
                    </a:cubicBezTo>
                    <a:cubicBezTo>
                      <a:pt x="354" y="16"/>
                      <a:pt x="353" y="17"/>
                      <a:pt x="353" y="17"/>
                    </a:cubicBezTo>
                    <a:cubicBezTo>
                      <a:pt x="353" y="17"/>
                      <a:pt x="353" y="17"/>
                      <a:pt x="353" y="17"/>
                    </a:cubicBezTo>
                    <a:cubicBezTo>
                      <a:pt x="353"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4" y="2"/>
                    </a:moveTo>
                    <a:cubicBezTo>
                      <a:pt x="373" y="1"/>
                      <a:pt x="373" y="0"/>
                      <a:pt x="374" y="0"/>
                    </a:cubicBezTo>
                    <a:cubicBezTo>
                      <a:pt x="374" y="0"/>
                      <a:pt x="374" y="0"/>
                      <a:pt x="374" y="0"/>
                    </a:cubicBezTo>
                    <a:cubicBezTo>
                      <a:pt x="375"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9" name="Google Shape;439;p8"/>
              <p:cNvSpPr/>
              <p:nvPr/>
            </p:nvSpPr>
            <p:spPr>
              <a:xfrm>
                <a:off x="11099995" y="5123909"/>
                <a:ext cx="19581" cy="19580"/>
              </a:xfrm>
              <a:custGeom>
                <a:avLst/>
                <a:gdLst/>
                <a:ahLst/>
                <a:cxnLst/>
                <a:rect l="l" t="t" r="r" b="b"/>
                <a:pathLst>
                  <a:path w="3"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1" y="0"/>
                      <a:pt x="1" y="0"/>
                    </a:cubicBezTo>
                    <a:cubicBezTo>
                      <a:pt x="1" y="0"/>
                      <a:pt x="1" y="0"/>
                      <a:pt x="2" y="0"/>
                    </a:cubicBezTo>
                    <a:cubicBezTo>
                      <a:pt x="2" y="0"/>
                      <a:pt x="2" y="1"/>
                      <a:pt x="2" y="1"/>
                    </a:cubicBezTo>
                    <a:cubicBezTo>
                      <a:pt x="2" y="1"/>
                      <a:pt x="3" y="1"/>
                      <a:pt x="3" y="2"/>
                    </a:cubicBezTo>
                    <a:cubicBezTo>
                      <a:pt x="3" y="2"/>
                      <a:pt x="2" y="2"/>
                      <a:pt x="2" y="3"/>
                    </a:cubicBezTo>
                    <a:cubicBezTo>
                      <a:pt x="2" y="3"/>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0" name="Google Shape;440;p8"/>
              <p:cNvSpPr/>
              <p:nvPr/>
            </p:nvSpPr>
            <p:spPr>
              <a:xfrm>
                <a:off x="13700293"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2" y="0"/>
                      <a:pt x="2" y="1"/>
                    </a:cubicBezTo>
                    <a:cubicBezTo>
                      <a:pt x="3" y="1"/>
                      <a:pt x="3" y="1"/>
                      <a:pt x="3" y="2"/>
                    </a:cubicBezTo>
                    <a:cubicBezTo>
                      <a:pt x="3" y="2"/>
                      <a:pt x="3" y="2"/>
                      <a:pt x="3" y="2"/>
                    </a:cubicBezTo>
                    <a:cubicBezTo>
                      <a:pt x="2" y="2"/>
                      <a:pt x="2" y="3"/>
                      <a:pt x="2" y="3"/>
                    </a:cubicBezTo>
                    <a:cubicBezTo>
                      <a:pt x="2" y="3"/>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1" name="Google Shape;441;p8"/>
              <p:cNvSpPr/>
              <p:nvPr/>
            </p:nvSpPr>
            <p:spPr>
              <a:xfrm>
                <a:off x="11311465" y="3573133"/>
                <a:ext cx="2337917" cy="1527278"/>
              </a:xfrm>
              <a:custGeom>
                <a:avLst/>
                <a:gdLst/>
                <a:ahLst/>
                <a:cxnLst/>
                <a:rect l="l" t="t" r="r" b="b"/>
                <a:pathLst>
                  <a:path w="377" h="246" extrusionOk="0">
                    <a:moveTo>
                      <a:pt x="1" y="245"/>
                    </a:moveTo>
                    <a:cubicBezTo>
                      <a:pt x="0" y="244"/>
                      <a:pt x="0" y="244"/>
                      <a:pt x="1" y="243"/>
                    </a:cubicBezTo>
                    <a:cubicBezTo>
                      <a:pt x="1" y="243"/>
                      <a:pt x="1" y="243"/>
                      <a:pt x="1" y="243"/>
                    </a:cubicBezTo>
                    <a:cubicBezTo>
                      <a:pt x="2" y="243"/>
                      <a:pt x="3" y="243"/>
                      <a:pt x="3" y="244"/>
                    </a:cubicBezTo>
                    <a:cubicBezTo>
                      <a:pt x="3" y="244"/>
                      <a:pt x="3" y="244"/>
                      <a:pt x="3" y="244"/>
                    </a:cubicBezTo>
                    <a:cubicBezTo>
                      <a:pt x="3" y="244"/>
                      <a:pt x="3" y="245"/>
                      <a:pt x="3" y="245"/>
                    </a:cubicBezTo>
                    <a:cubicBezTo>
                      <a:pt x="3" y="245"/>
                      <a:pt x="3" y="245"/>
                      <a:pt x="3"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6" y="229"/>
                    </a:cubicBezTo>
                    <a:cubicBezTo>
                      <a:pt x="26" y="229"/>
                      <a:pt x="26" y="229"/>
                      <a:pt x="26"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4"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6" y="215"/>
                      <a:pt x="46" y="214"/>
                      <a:pt x="46" y="214"/>
                    </a:cubicBezTo>
                    <a:cubicBezTo>
                      <a:pt x="46" y="214"/>
                      <a:pt x="46" y="214"/>
                      <a:pt x="46" y="214"/>
                    </a:cubicBezTo>
                    <a:cubicBezTo>
                      <a:pt x="47" y="213"/>
                      <a:pt x="48" y="213"/>
                      <a:pt x="48" y="214"/>
                    </a:cubicBezTo>
                    <a:cubicBezTo>
                      <a:pt x="48" y="214"/>
                      <a:pt x="48" y="214"/>
                      <a:pt x="48" y="214"/>
                    </a:cubicBezTo>
                    <a:cubicBezTo>
                      <a:pt x="49" y="215"/>
                      <a:pt x="48" y="215"/>
                      <a:pt x="48" y="216"/>
                    </a:cubicBezTo>
                    <a:cubicBezTo>
                      <a:pt x="48" y="216"/>
                      <a:pt x="48" y="216"/>
                      <a:pt x="48" y="216"/>
                    </a:cubicBezTo>
                    <a:cubicBezTo>
                      <a:pt x="48"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9" y="201"/>
                    </a:moveTo>
                    <a:cubicBezTo>
                      <a:pt x="68" y="200"/>
                      <a:pt x="68" y="199"/>
                      <a:pt x="69" y="199"/>
                    </a:cubicBezTo>
                    <a:cubicBezTo>
                      <a:pt x="69" y="199"/>
                      <a:pt x="69" y="199"/>
                      <a:pt x="69" y="199"/>
                    </a:cubicBezTo>
                    <a:cubicBezTo>
                      <a:pt x="70"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9"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3" y="193"/>
                      <a:pt x="82" y="193"/>
                      <a:pt x="82" y="194"/>
                    </a:cubicBezTo>
                    <a:cubicBezTo>
                      <a:pt x="82" y="194"/>
                      <a:pt x="82" y="194"/>
                      <a:pt x="82" y="194"/>
                    </a:cubicBezTo>
                    <a:cubicBezTo>
                      <a:pt x="81" y="194"/>
                      <a:pt x="81" y="194"/>
                      <a:pt x="81" y="194"/>
                    </a:cubicBezTo>
                    <a:cubicBezTo>
                      <a:pt x="81" y="194"/>
                      <a:pt x="81" y="194"/>
                      <a:pt x="81" y="194"/>
                    </a:cubicBezTo>
                    <a:cubicBezTo>
                      <a:pt x="81" y="194"/>
                      <a:pt x="80" y="194"/>
                      <a:pt x="80" y="193"/>
                    </a:cubicBezTo>
                    <a:close/>
                    <a:moveTo>
                      <a:pt x="91" y="186"/>
                    </a:moveTo>
                    <a:cubicBezTo>
                      <a:pt x="91" y="185"/>
                      <a:pt x="91" y="185"/>
                      <a:pt x="92" y="184"/>
                    </a:cubicBezTo>
                    <a:cubicBezTo>
                      <a:pt x="92" y="184"/>
                      <a:pt x="92" y="184"/>
                      <a:pt x="92"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3"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4"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8"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8" y="157"/>
                    </a:cubicBezTo>
                    <a:cubicBezTo>
                      <a:pt x="138" y="157"/>
                      <a:pt x="138" y="157"/>
                      <a:pt x="138"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50" y="147"/>
                      <a:pt x="150" y="148"/>
                    </a:cubicBezTo>
                    <a:cubicBezTo>
                      <a:pt x="150" y="148"/>
                      <a:pt x="150" y="148"/>
                      <a:pt x="150" y="148"/>
                    </a:cubicBezTo>
                    <a:cubicBezTo>
                      <a:pt x="150" y="148"/>
                      <a:pt x="150" y="149"/>
                      <a:pt x="150" y="150"/>
                    </a:cubicBezTo>
                    <a:cubicBezTo>
                      <a:pt x="150" y="150"/>
                      <a:pt x="150" y="150"/>
                      <a:pt x="150"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3" y="133"/>
                    </a:cubicBezTo>
                    <a:cubicBezTo>
                      <a:pt x="173" y="133"/>
                      <a:pt x="173" y="133"/>
                      <a:pt x="173"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1"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3" y="119"/>
                      <a:pt x="193" y="118"/>
                      <a:pt x="193" y="118"/>
                    </a:cubicBezTo>
                    <a:cubicBezTo>
                      <a:pt x="193" y="118"/>
                      <a:pt x="193" y="118"/>
                      <a:pt x="193" y="118"/>
                    </a:cubicBezTo>
                    <a:cubicBezTo>
                      <a:pt x="194" y="118"/>
                      <a:pt x="195" y="118"/>
                      <a:pt x="195" y="118"/>
                    </a:cubicBezTo>
                    <a:cubicBezTo>
                      <a:pt x="195" y="118"/>
                      <a:pt x="195" y="118"/>
                      <a:pt x="195" y="118"/>
                    </a:cubicBezTo>
                    <a:cubicBezTo>
                      <a:pt x="196" y="119"/>
                      <a:pt x="195" y="120"/>
                      <a:pt x="195" y="120"/>
                    </a:cubicBezTo>
                    <a:cubicBezTo>
                      <a:pt x="195" y="120"/>
                      <a:pt x="195" y="120"/>
                      <a:pt x="195" y="120"/>
                    </a:cubicBezTo>
                    <a:cubicBezTo>
                      <a:pt x="195"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5" y="113"/>
                      <a:pt x="204" y="112"/>
                    </a:cubicBezTo>
                    <a:close/>
                    <a:moveTo>
                      <a:pt x="216" y="105"/>
                    </a:moveTo>
                    <a:cubicBezTo>
                      <a:pt x="215" y="104"/>
                      <a:pt x="215" y="104"/>
                      <a:pt x="216" y="103"/>
                    </a:cubicBezTo>
                    <a:cubicBezTo>
                      <a:pt x="216" y="103"/>
                      <a:pt x="216" y="103"/>
                      <a:pt x="216" y="103"/>
                    </a:cubicBezTo>
                    <a:cubicBezTo>
                      <a:pt x="217"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6"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30" y="97"/>
                      <a:pt x="229" y="98"/>
                      <a:pt x="229" y="98"/>
                    </a:cubicBezTo>
                    <a:cubicBezTo>
                      <a:pt x="229" y="98"/>
                      <a:pt x="229" y="98"/>
                      <a:pt x="229" y="98"/>
                    </a:cubicBezTo>
                    <a:cubicBezTo>
                      <a:pt x="228" y="98"/>
                      <a:pt x="228" y="98"/>
                      <a:pt x="228" y="98"/>
                    </a:cubicBezTo>
                    <a:cubicBezTo>
                      <a:pt x="228" y="98"/>
                      <a:pt x="228" y="98"/>
                      <a:pt x="228" y="98"/>
                    </a:cubicBezTo>
                    <a:cubicBezTo>
                      <a:pt x="228" y="98"/>
                      <a:pt x="227" y="98"/>
                      <a:pt x="227" y="98"/>
                    </a:cubicBezTo>
                    <a:close/>
                    <a:moveTo>
                      <a:pt x="238" y="90"/>
                    </a:moveTo>
                    <a:cubicBezTo>
                      <a:pt x="238" y="90"/>
                      <a:pt x="238" y="89"/>
                      <a:pt x="239" y="88"/>
                    </a:cubicBezTo>
                    <a:cubicBezTo>
                      <a:pt x="239" y="88"/>
                      <a:pt x="239" y="88"/>
                      <a:pt x="239"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40" y="91"/>
                      <a:pt x="239" y="91"/>
                    </a:cubicBezTo>
                    <a:cubicBezTo>
                      <a:pt x="239" y="91"/>
                      <a:pt x="239" y="91"/>
                      <a:pt x="239" y="91"/>
                    </a:cubicBezTo>
                    <a:cubicBezTo>
                      <a:pt x="239" y="91"/>
                      <a:pt x="238" y="91"/>
                      <a:pt x="238" y="90"/>
                    </a:cubicBezTo>
                    <a:close/>
                    <a:moveTo>
                      <a:pt x="250"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50" y="83"/>
                    </a:cubicBezTo>
                    <a:close/>
                    <a:moveTo>
                      <a:pt x="261" y="76"/>
                    </a:moveTo>
                    <a:cubicBezTo>
                      <a:pt x="260" y="75"/>
                      <a:pt x="261"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5"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5" y="61"/>
                    </a:cubicBezTo>
                    <a:cubicBezTo>
                      <a:pt x="285" y="61"/>
                      <a:pt x="285" y="61"/>
                      <a:pt x="285" y="61"/>
                    </a:cubicBezTo>
                    <a:cubicBezTo>
                      <a:pt x="284" y="61"/>
                      <a:pt x="284" y="61"/>
                      <a:pt x="283" y="61"/>
                    </a:cubicBezTo>
                    <a:close/>
                    <a:moveTo>
                      <a:pt x="295" y="53"/>
                    </a:moveTo>
                    <a:cubicBezTo>
                      <a:pt x="294" y="53"/>
                      <a:pt x="294" y="52"/>
                      <a:pt x="295" y="52"/>
                    </a:cubicBezTo>
                    <a:cubicBezTo>
                      <a:pt x="295" y="52"/>
                      <a:pt x="295" y="52"/>
                      <a:pt x="295" y="52"/>
                    </a:cubicBezTo>
                    <a:cubicBezTo>
                      <a:pt x="296" y="51"/>
                      <a:pt x="297" y="51"/>
                      <a:pt x="297" y="52"/>
                    </a:cubicBezTo>
                    <a:cubicBezTo>
                      <a:pt x="297" y="52"/>
                      <a:pt x="297" y="52"/>
                      <a:pt x="297" y="52"/>
                    </a:cubicBezTo>
                    <a:cubicBezTo>
                      <a:pt x="297" y="53"/>
                      <a:pt x="297" y="53"/>
                      <a:pt x="297" y="54"/>
                    </a:cubicBezTo>
                    <a:cubicBezTo>
                      <a:pt x="297" y="54"/>
                      <a:pt x="297" y="54"/>
                      <a:pt x="297"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20" y="37"/>
                    </a:cubicBezTo>
                    <a:cubicBezTo>
                      <a:pt x="320" y="37"/>
                      <a:pt x="320" y="37"/>
                      <a:pt x="320"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8"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1" y="32"/>
                    </a:cubicBezTo>
                    <a:cubicBezTo>
                      <a:pt x="331" y="32"/>
                      <a:pt x="331" y="32"/>
                      <a:pt x="331" y="32"/>
                    </a:cubicBezTo>
                    <a:cubicBezTo>
                      <a:pt x="330" y="32"/>
                      <a:pt x="330" y="32"/>
                      <a:pt x="330" y="32"/>
                    </a:cubicBezTo>
                    <a:cubicBezTo>
                      <a:pt x="330" y="32"/>
                      <a:pt x="330" y="32"/>
                      <a:pt x="330" y="32"/>
                    </a:cubicBezTo>
                    <a:cubicBezTo>
                      <a:pt x="329" y="32"/>
                      <a:pt x="329" y="32"/>
                      <a:pt x="329" y="31"/>
                    </a:cubicBezTo>
                    <a:close/>
                    <a:moveTo>
                      <a:pt x="340" y="24"/>
                    </a:moveTo>
                    <a:cubicBezTo>
                      <a:pt x="340" y="23"/>
                      <a:pt x="340" y="23"/>
                      <a:pt x="340" y="22"/>
                    </a:cubicBezTo>
                    <a:cubicBezTo>
                      <a:pt x="340" y="22"/>
                      <a:pt x="340" y="22"/>
                      <a:pt x="340" y="22"/>
                    </a:cubicBezTo>
                    <a:cubicBezTo>
                      <a:pt x="341" y="22"/>
                      <a:pt x="342" y="22"/>
                      <a:pt x="342" y="23"/>
                    </a:cubicBezTo>
                    <a:cubicBezTo>
                      <a:pt x="342" y="23"/>
                      <a:pt x="342" y="23"/>
                      <a:pt x="342" y="23"/>
                    </a:cubicBezTo>
                    <a:cubicBezTo>
                      <a:pt x="343" y="23"/>
                      <a:pt x="342" y="24"/>
                      <a:pt x="342" y="24"/>
                    </a:cubicBezTo>
                    <a:cubicBezTo>
                      <a:pt x="342" y="24"/>
                      <a:pt x="342" y="24"/>
                      <a:pt x="342" y="24"/>
                    </a:cubicBezTo>
                    <a:cubicBezTo>
                      <a:pt x="342"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4" y="15"/>
                    </a:cubicBezTo>
                    <a:cubicBezTo>
                      <a:pt x="354" y="15"/>
                      <a:pt x="354" y="15"/>
                      <a:pt x="354"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2" y="17"/>
                      <a:pt x="351" y="17"/>
                    </a:cubicBezTo>
                    <a:close/>
                    <a:moveTo>
                      <a:pt x="363" y="9"/>
                    </a:moveTo>
                    <a:cubicBezTo>
                      <a:pt x="362" y="9"/>
                      <a:pt x="362" y="8"/>
                      <a:pt x="363" y="7"/>
                    </a:cubicBezTo>
                    <a:cubicBezTo>
                      <a:pt x="363" y="7"/>
                      <a:pt x="363" y="7"/>
                      <a:pt x="363" y="7"/>
                    </a:cubicBezTo>
                    <a:cubicBezTo>
                      <a:pt x="364"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3"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7" y="1"/>
                      <a:pt x="376" y="2"/>
                      <a:pt x="376" y="2"/>
                    </a:cubicBezTo>
                    <a:cubicBezTo>
                      <a:pt x="376" y="2"/>
                      <a:pt x="376" y="2"/>
                      <a:pt x="376" y="2"/>
                    </a:cubicBezTo>
                    <a:cubicBezTo>
                      <a:pt x="376" y="2"/>
                      <a:pt x="375" y="3"/>
                      <a:pt x="375" y="3"/>
                    </a:cubicBezTo>
                    <a:cubicBezTo>
                      <a:pt x="375" y="3"/>
                      <a:pt x="375" y="3"/>
                      <a:pt x="375" y="3"/>
                    </a:cubicBezTo>
                    <a:cubicBezTo>
                      <a:pt x="375"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2" name="Google Shape;442;p8"/>
              <p:cNvSpPr/>
              <p:nvPr/>
            </p:nvSpPr>
            <p:spPr>
              <a:xfrm>
                <a:off x="11244892" y="5123909"/>
                <a:ext cx="19581" cy="19580"/>
              </a:xfrm>
              <a:custGeom>
                <a:avLst/>
                <a:gdLst/>
                <a:ahLst/>
                <a:cxnLst/>
                <a:rect l="l" t="t" r="r" b="b"/>
                <a:pathLst>
                  <a:path w="3" h="3" extrusionOk="0">
                    <a:moveTo>
                      <a:pt x="2" y="3"/>
                    </a:moveTo>
                    <a:cubicBezTo>
                      <a:pt x="1" y="3"/>
                      <a:pt x="1" y="3"/>
                      <a:pt x="1" y="3"/>
                    </a:cubicBezTo>
                    <a:cubicBezTo>
                      <a:pt x="0" y="2"/>
                      <a:pt x="0" y="2"/>
                      <a:pt x="0" y="2"/>
                    </a:cubicBezTo>
                    <a:cubicBezTo>
                      <a:pt x="0" y="1"/>
                      <a:pt x="0" y="1"/>
                      <a:pt x="1" y="1"/>
                    </a:cubicBezTo>
                    <a:cubicBezTo>
                      <a:pt x="1" y="1"/>
                      <a:pt x="1" y="0"/>
                      <a:pt x="1" y="0"/>
                    </a:cubicBezTo>
                    <a:cubicBezTo>
                      <a:pt x="1" y="0"/>
                      <a:pt x="2" y="0"/>
                      <a:pt x="2" y="0"/>
                    </a:cubicBezTo>
                    <a:cubicBezTo>
                      <a:pt x="2" y="0"/>
                      <a:pt x="2" y="1"/>
                      <a:pt x="2" y="1"/>
                    </a:cubicBezTo>
                    <a:cubicBezTo>
                      <a:pt x="3" y="1"/>
                      <a:pt x="3" y="1"/>
                      <a:pt x="3" y="1"/>
                    </a:cubicBezTo>
                    <a:cubicBezTo>
                      <a:pt x="3" y="1"/>
                      <a:pt x="3" y="1"/>
                      <a:pt x="3" y="2"/>
                    </a:cubicBezTo>
                    <a:cubicBezTo>
                      <a:pt x="3" y="2"/>
                      <a:pt x="3" y="2"/>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3" name="Google Shape;443;p8"/>
              <p:cNvSpPr/>
              <p:nvPr/>
            </p:nvSpPr>
            <p:spPr>
              <a:xfrm>
                <a:off x="13841273" y="3526140"/>
                <a:ext cx="19581" cy="15664"/>
              </a:xfrm>
              <a:custGeom>
                <a:avLst/>
                <a:gdLst/>
                <a:ahLst/>
                <a:cxnLst/>
                <a:rect l="l" t="t" r="r" b="b"/>
                <a:pathLst>
                  <a:path w="3" h="3" extrusionOk="0">
                    <a:moveTo>
                      <a:pt x="2" y="3"/>
                    </a:moveTo>
                    <a:cubicBezTo>
                      <a:pt x="1" y="3"/>
                      <a:pt x="1" y="3"/>
                      <a:pt x="1" y="3"/>
                    </a:cubicBezTo>
                    <a:cubicBezTo>
                      <a:pt x="0" y="3"/>
                      <a:pt x="0" y="2"/>
                      <a:pt x="0" y="2"/>
                    </a:cubicBezTo>
                    <a:cubicBezTo>
                      <a:pt x="0" y="1"/>
                      <a:pt x="0" y="1"/>
                      <a:pt x="1" y="1"/>
                    </a:cubicBezTo>
                    <a:cubicBezTo>
                      <a:pt x="1" y="1"/>
                      <a:pt x="1" y="1"/>
                      <a:pt x="1" y="1"/>
                    </a:cubicBezTo>
                    <a:cubicBezTo>
                      <a:pt x="2" y="0"/>
                      <a:pt x="2" y="0"/>
                      <a:pt x="3" y="1"/>
                    </a:cubicBezTo>
                    <a:cubicBezTo>
                      <a:pt x="3" y="1"/>
                      <a:pt x="3" y="1"/>
                      <a:pt x="3" y="2"/>
                    </a:cubicBezTo>
                    <a:cubicBezTo>
                      <a:pt x="3" y="2"/>
                      <a:pt x="3" y="3"/>
                      <a:pt x="3"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4" name="Google Shape;444;p8"/>
              <p:cNvSpPr/>
              <p:nvPr/>
            </p:nvSpPr>
            <p:spPr>
              <a:xfrm>
                <a:off x="11460278" y="3573133"/>
                <a:ext cx="2334003"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3"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4" y="236"/>
                    </a:cubicBezTo>
                    <a:cubicBezTo>
                      <a:pt x="14" y="236"/>
                      <a:pt x="14" y="236"/>
                      <a:pt x="14"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5" y="231"/>
                    </a:cubicBezTo>
                    <a:cubicBezTo>
                      <a:pt x="25" y="231"/>
                      <a:pt x="25" y="231"/>
                      <a:pt x="25" y="231"/>
                    </a:cubicBezTo>
                    <a:cubicBezTo>
                      <a:pt x="24" y="231"/>
                      <a:pt x="24" y="231"/>
                      <a:pt x="24" y="231"/>
                    </a:cubicBezTo>
                    <a:cubicBezTo>
                      <a:pt x="24" y="231"/>
                      <a:pt x="24" y="231"/>
                      <a:pt x="24" y="231"/>
                    </a:cubicBezTo>
                    <a:cubicBezTo>
                      <a:pt x="23" y="231"/>
                      <a:pt x="23" y="231"/>
                      <a:pt x="23" y="230"/>
                    </a:cubicBezTo>
                    <a:close/>
                    <a:moveTo>
                      <a:pt x="34" y="223"/>
                    </a:moveTo>
                    <a:cubicBezTo>
                      <a:pt x="34"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6"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8" y="214"/>
                    </a:cubicBezTo>
                    <a:cubicBezTo>
                      <a:pt x="48" y="214"/>
                      <a:pt x="48" y="214"/>
                      <a:pt x="48"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6" y="216"/>
                      <a:pt x="45" y="216"/>
                    </a:cubicBezTo>
                    <a:close/>
                    <a:moveTo>
                      <a:pt x="57"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7" y="208"/>
                    </a:cubicBezTo>
                    <a:close/>
                    <a:moveTo>
                      <a:pt x="68" y="201"/>
                    </a:moveTo>
                    <a:cubicBezTo>
                      <a:pt x="68" y="200"/>
                      <a:pt x="68" y="199"/>
                      <a:pt x="68" y="199"/>
                    </a:cubicBezTo>
                    <a:cubicBezTo>
                      <a:pt x="68" y="199"/>
                      <a:pt x="68" y="199"/>
                      <a:pt x="68" y="199"/>
                    </a:cubicBezTo>
                    <a:cubicBezTo>
                      <a:pt x="69" y="199"/>
                      <a:pt x="70" y="199"/>
                      <a:pt x="70" y="199"/>
                    </a:cubicBezTo>
                    <a:cubicBezTo>
                      <a:pt x="70" y="199"/>
                      <a:pt x="70" y="199"/>
                      <a:pt x="70" y="199"/>
                    </a:cubicBezTo>
                    <a:cubicBezTo>
                      <a:pt x="71" y="200"/>
                      <a:pt x="70" y="201"/>
                      <a:pt x="70" y="201"/>
                    </a:cubicBezTo>
                    <a:cubicBezTo>
                      <a:pt x="70" y="201"/>
                      <a:pt x="70" y="201"/>
                      <a:pt x="70" y="201"/>
                    </a:cubicBezTo>
                    <a:cubicBezTo>
                      <a:pt x="70"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1" y="194"/>
                      <a:pt x="80" y="194"/>
                    </a:cubicBezTo>
                    <a:cubicBezTo>
                      <a:pt x="80" y="194"/>
                      <a:pt x="80" y="194"/>
                      <a:pt x="80" y="194"/>
                    </a:cubicBezTo>
                    <a:cubicBezTo>
                      <a:pt x="80" y="194"/>
                      <a:pt x="79" y="194"/>
                      <a:pt x="79" y="193"/>
                    </a:cubicBezTo>
                    <a:close/>
                    <a:moveTo>
                      <a:pt x="91" y="186"/>
                    </a:moveTo>
                    <a:cubicBezTo>
                      <a:pt x="90" y="185"/>
                      <a:pt x="90" y="185"/>
                      <a:pt x="91" y="184"/>
                    </a:cubicBezTo>
                    <a:cubicBezTo>
                      <a:pt x="91" y="184"/>
                      <a:pt x="91" y="184"/>
                      <a:pt x="91" y="184"/>
                    </a:cubicBezTo>
                    <a:cubicBezTo>
                      <a:pt x="92"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1"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6" y="165"/>
                    </a:cubicBezTo>
                    <a:cubicBezTo>
                      <a:pt x="126" y="165"/>
                      <a:pt x="126" y="165"/>
                      <a:pt x="126" y="165"/>
                    </a:cubicBezTo>
                    <a:cubicBezTo>
                      <a:pt x="125" y="165"/>
                      <a:pt x="125" y="164"/>
                      <a:pt x="124" y="164"/>
                    </a:cubicBezTo>
                    <a:close/>
                    <a:moveTo>
                      <a:pt x="136" y="157"/>
                    </a:moveTo>
                    <a:cubicBezTo>
                      <a:pt x="135" y="156"/>
                      <a:pt x="136" y="155"/>
                      <a:pt x="136" y="155"/>
                    </a:cubicBezTo>
                    <a:cubicBezTo>
                      <a:pt x="136" y="155"/>
                      <a:pt x="136" y="155"/>
                      <a:pt x="136" y="155"/>
                    </a:cubicBezTo>
                    <a:cubicBezTo>
                      <a:pt x="137" y="154"/>
                      <a:pt x="138"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50"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2" y="132"/>
                      <a:pt x="172" y="133"/>
                    </a:cubicBezTo>
                    <a:cubicBezTo>
                      <a:pt x="172" y="133"/>
                      <a:pt x="172" y="133"/>
                      <a:pt x="172" y="133"/>
                    </a:cubicBezTo>
                    <a:cubicBezTo>
                      <a:pt x="172" y="134"/>
                      <a:pt x="172" y="134"/>
                      <a:pt x="172" y="135"/>
                    </a:cubicBezTo>
                    <a:cubicBezTo>
                      <a:pt x="172" y="135"/>
                      <a:pt x="172" y="135"/>
                      <a:pt x="172" y="135"/>
                    </a:cubicBezTo>
                    <a:cubicBezTo>
                      <a:pt x="171" y="135"/>
                      <a:pt x="171" y="135"/>
                      <a:pt x="171" y="135"/>
                    </a:cubicBezTo>
                    <a:cubicBezTo>
                      <a:pt x="171" y="135"/>
                      <a:pt x="171" y="135"/>
                      <a:pt x="171" y="135"/>
                    </a:cubicBezTo>
                    <a:cubicBezTo>
                      <a:pt x="170" y="135"/>
                      <a:pt x="170" y="135"/>
                      <a:pt x="170" y="134"/>
                    </a:cubicBezTo>
                    <a:close/>
                    <a:moveTo>
                      <a:pt x="181" y="127"/>
                    </a:moveTo>
                    <a:cubicBezTo>
                      <a:pt x="181"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3" y="120"/>
                      <a:pt x="192" y="120"/>
                    </a:cubicBezTo>
                    <a:close/>
                    <a:moveTo>
                      <a:pt x="204"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4" y="112"/>
                    </a:cubicBezTo>
                    <a:close/>
                    <a:moveTo>
                      <a:pt x="215" y="105"/>
                    </a:moveTo>
                    <a:cubicBezTo>
                      <a:pt x="215" y="104"/>
                      <a:pt x="215" y="104"/>
                      <a:pt x="215" y="103"/>
                    </a:cubicBezTo>
                    <a:cubicBezTo>
                      <a:pt x="215" y="103"/>
                      <a:pt x="215" y="103"/>
                      <a:pt x="215" y="103"/>
                    </a:cubicBezTo>
                    <a:cubicBezTo>
                      <a:pt x="216" y="103"/>
                      <a:pt x="217" y="103"/>
                      <a:pt x="217" y="104"/>
                    </a:cubicBezTo>
                    <a:cubicBezTo>
                      <a:pt x="217" y="104"/>
                      <a:pt x="217" y="104"/>
                      <a:pt x="217" y="104"/>
                    </a:cubicBezTo>
                    <a:cubicBezTo>
                      <a:pt x="218" y="104"/>
                      <a:pt x="217"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8" y="90"/>
                    </a:moveTo>
                    <a:cubicBezTo>
                      <a:pt x="237" y="90"/>
                      <a:pt x="237" y="89"/>
                      <a:pt x="238" y="88"/>
                    </a:cubicBezTo>
                    <a:cubicBezTo>
                      <a:pt x="238" y="88"/>
                      <a:pt x="238" y="88"/>
                      <a:pt x="238" y="88"/>
                    </a:cubicBezTo>
                    <a:cubicBezTo>
                      <a:pt x="239"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8"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2"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1" y="68"/>
                    </a:cubicBezTo>
                    <a:close/>
                    <a:moveTo>
                      <a:pt x="283" y="61"/>
                    </a:moveTo>
                    <a:cubicBezTo>
                      <a:pt x="282" y="60"/>
                      <a:pt x="283"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7"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5" y="46"/>
                    </a:cubicBezTo>
                    <a:close/>
                    <a:moveTo>
                      <a:pt x="317" y="39"/>
                    </a:moveTo>
                    <a:cubicBezTo>
                      <a:pt x="316" y="38"/>
                      <a:pt x="316" y="37"/>
                      <a:pt x="317" y="37"/>
                    </a:cubicBezTo>
                    <a:cubicBezTo>
                      <a:pt x="317" y="37"/>
                      <a:pt x="317" y="37"/>
                      <a:pt x="317" y="37"/>
                    </a:cubicBezTo>
                    <a:cubicBezTo>
                      <a:pt x="318" y="36"/>
                      <a:pt x="319" y="37"/>
                      <a:pt x="319" y="37"/>
                    </a:cubicBezTo>
                    <a:cubicBezTo>
                      <a:pt x="319" y="37"/>
                      <a:pt x="319" y="37"/>
                      <a:pt x="319" y="37"/>
                    </a:cubicBezTo>
                    <a:cubicBezTo>
                      <a:pt x="319" y="38"/>
                      <a:pt x="319" y="39"/>
                      <a:pt x="319" y="39"/>
                    </a:cubicBezTo>
                    <a:cubicBezTo>
                      <a:pt x="319" y="39"/>
                      <a:pt x="319" y="39"/>
                      <a:pt x="319" y="39"/>
                    </a:cubicBezTo>
                    <a:cubicBezTo>
                      <a:pt x="318" y="39"/>
                      <a:pt x="318" y="39"/>
                      <a:pt x="318" y="39"/>
                    </a:cubicBezTo>
                    <a:cubicBezTo>
                      <a:pt x="318" y="39"/>
                      <a:pt x="318" y="39"/>
                      <a:pt x="318" y="39"/>
                    </a:cubicBezTo>
                    <a:cubicBezTo>
                      <a:pt x="317" y="39"/>
                      <a:pt x="317" y="39"/>
                      <a:pt x="317" y="39"/>
                    </a:cubicBezTo>
                    <a:close/>
                    <a:moveTo>
                      <a:pt x="328" y="31"/>
                    </a:moveTo>
                    <a:cubicBezTo>
                      <a:pt x="328"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2" y="23"/>
                    </a:cubicBezTo>
                    <a:cubicBezTo>
                      <a:pt x="342" y="23"/>
                      <a:pt x="342" y="23"/>
                      <a:pt x="342"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40"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2" y="9"/>
                      <a:pt x="362" y="8"/>
                      <a:pt x="362" y="7"/>
                    </a:cubicBezTo>
                    <a:cubicBezTo>
                      <a:pt x="362" y="7"/>
                      <a:pt x="362" y="7"/>
                      <a:pt x="362" y="7"/>
                    </a:cubicBezTo>
                    <a:cubicBezTo>
                      <a:pt x="363" y="7"/>
                      <a:pt x="364" y="7"/>
                      <a:pt x="364" y="8"/>
                    </a:cubicBezTo>
                    <a:cubicBezTo>
                      <a:pt x="364" y="8"/>
                      <a:pt x="364" y="8"/>
                      <a:pt x="364" y="8"/>
                    </a:cubicBezTo>
                    <a:cubicBezTo>
                      <a:pt x="365" y="8"/>
                      <a:pt x="364" y="9"/>
                      <a:pt x="364" y="10"/>
                    </a:cubicBezTo>
                    <a:cubicBezTo>
                      <a:pt x="364" y="10"/>
                      <a:pt x="364" y="10"/>
                      <a:pt x="364" y="10"/>
                    </a:cubicBezTo>
                    <a:cubicBezTo>
                      <a:pt x="364"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5" name="Google Shape;445;p8"/>
              <p:cNvSpPr/>
              <p:nvPr/>
            </p:nvSpPr>
            <p:spPr>
              <a:xfrm>
                <a:off x="11393704" y="5123909"/>
                <a:ext cx="11748" cy="19580"/>
              </a:xfrm>
              <a:custGeom>
                <a:avLst/>
                <a:gdLst/>
                <a:ahLst/>
                <a:cxnLst/>
                <a:rect l="l" t="t" r="r" b="b"/>
                <a:pathLst>
                  <a:path w="2" h="3" extrusionOk="0">
                    <a:moveTo>
                      <a:pt x="1" y="3"/>
                    </a:moveTo>
                    <a:cubicBezTo>
                      <a:pt x="1" y="3"/>
                      <a:pt x="1" y="3"/>
                      <a:pt x="0" y="3"/>
                    </a:cubicBezTo>
                    <a:cubicBezTo>
                      <a:pt x="0" y="3"/>
                      <a:pt x="0" y="3"/>
                      <a:pt x="0" y="3"/>
                    </a:cubicBezTo>
                    <a:cubicBezTo>
                      <a:pt x="0" y="2"/>
                      <a:pt x="0" y="2"/>
                      <a:pt x="0" y="2"/>
                    </a:cubicBezTo>
                    <a:cubicBezTo>
                      <a:pt x="0" y="1"/>
                      <a:pt x="0" y="1"/>
                      <a:pt x="0" y="1"/>
                    </a:cubicBezTo>
                    <a:cubicBezTo>
                      <a:pt x="0" y="1"/>
                      <a:pt x="0" y="1"/>
                      <a:pt x="0" y="1"/>
                    </a:cubicBezTo>
                    <a:cubicBezTo>
                      <a:pt x="0" y="0"/>
                      <a:pt x="1" y="0"/>
                      <a:pt x="1" y="0"/>
                    </a:cubicBezTo>
                    <a:cubicBezTo>
                      <a:pt x="2" y="0"/>
                      <a:pt x="2" y="1"/>
                      <a:pt x="2" y="1"/>
                    </a:cubicBezTo>
                    <a:cubicBezTo>
                      <a:pt x="2" y="1"/>
                      <a:pt x="2" y="1"/>
                      <a:pt x="2" y="1"/>
                    </a:cubicBezTo>
                    <a:cubicBezTo>
                      <a:pt x="2" y="1"/>
                      <a:pt x="2" y="1"/>
                      <a:pt x="2" y="2"/>
                    </a:cubicBezTo>
                    <a:cubicBezTo>
                      <a:pt x="2" y="2"/>
                      <a:pt x="2" y="2"/>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46" name="Google Shape;446;p8"/>
            <p:cNvGrpSpPr/>
            <p:nvPr/>
          </p:nvGrpSpPr>
          <p:grpSpPr>
            <a:xfrm>
              <a:off x="4298463" y="4608493"/>
              <a:ext cx="2223279" cy="1229832"/>
              <a:chOff x="16053876" y="2645018"/>
              <a:chExt cx="2909670" cy="1609517"/>
            </a:xfrm>
          </p:grpSpPr>
          <p:sp>
            <p:nvSpPr>
              <p:cNvPr id="447" name="Google Shape;447;p8"/>
              <p:cNvSpPr/>
              <p:nvPr/>
            </p:nvSpPr>
            <p:spPr>
              <a:xfrm>
                <a:off x="16488564" y="4238870"/>
                <a:ext cx="19581" cy="15664"/>
              </a:xfrm>
              <a:custGeom>
                <a:avLst/>
                <a:gdLst/>
                <a:ahLst/>
                <a:cxnLst/>
                <a:rect l="l" t="t" r="r" b="b"/>
                <a:pathLst>
                  <a:path w="3" h="3" extrusionOk="0">
                    <a:moveTo>
                      <a:pt x="2" y="0"/>
                    </a:moveTo>
                    <a:cubicBezTo>
                      <a:pt x="2" y="0"/>
                      <a:pt x="2" y="1"/>
                      <a:pt x="2" y="1"/>
                    </a:cubicBezTo>
                    <a:cubicBezTo>
                      <a:pt x="3" y="1"/>
                      <a:pt x="3" y="1"/>
                      <a:pt x="3" y="2"/>
                    </a:cubicBezTo>
                    <a:cubicBezTo>
                      <a:pt x="3" y="2"/>
                      <a:pt x="3" y="2"/>
                      <a:pt x="2" y="3"/>
                    </a:cubicBezTo>
                    <a:cubicBezTo>
                      <a:pt x="2" y="3"/>
                      <a:pt x="1" y="3"/>
                      <a:pt x="1" y="3"/>
                    </a:cubicBezTo>
                    <a:cubicBezTo>
                      <a:pt x="0" y="2"/>
                      <a:pt x="0" y="2"/>
                      <a:pt x="0" y="2"/>
                    </a:cubicBezTo>
                    <a:cubicBezTo>
                      <a:pt x="0" y="1"/>
                      <a:pt x="0" y="1"/>
                      <a:pt x="1" y="1"/>
                    </a:cubicBezTo>
                    <a:cubicBezTo>
                      <a:pt x="1" y="1"/>
                      <a:pt x="1" y="1"/>
                      <a:pt x="1" y="0"/>
                    </a:cubicBezTo>
                    <a:cubicBezTo>
                      <a:pt x="1" y="0"/>
                      <a:pt x="1"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8" name="Google Shape;448;p8"/>
              <p:cNvSpPr/>
              <p:nvPr/>
            </p:nvSpPr>
            <p:spPr>
              <a:xfrm>
                <a:off x="16559054" y="2688095"/>
                <a:ext cx="2337917" cy="1523362"/>
              </a:xfrm>
              <a:custGeom>
                <a:avLst/>
                <a:gdLst/>
                <a:ahLst/>
                <a:cxnLst/>
                <a:rect l="l" t="t" r="r" b="b"/>
                <a:pathLst>
                  <a:path w="377" h="246" extrusionOk="0">
                    <a:moveTo>
                      <a:pt x="376" y="1"/>
                    </a:moveTo>
                    <a:cubicBezTo>
                      <a:pt x="377" y="1"/>
                      <a:pt x="376" y="2"/>
                      <a:pt x="376" y="2"/>
                    </a:cubicBezTo>
                    <a:cubicBezTo>
                      <a:pt x="376" y="2"/>
                      <a:pt x="376" y="2"/>
                      <a:pt x="376" y="2"/>
                    </a:cubicBezTo>
                    <a:cubicBezTo>
                      <a:pt x="375" y="3"/>
                      <a:pt x="374" y="3"/>
                      <a:pt x="374" y="2"/>
                    </a:cubicBezTo>
                    <a:cubicBezTo>
                      <a:pt x="374" y="2"/>
                      <a:pt x="374" y="2"/>
                      <a:pt x="374" y="2"/>
                    </a:cubicBezTo>
                    <a:cubicBezTo>
                      <a:pt x="374" y="1"/>
                      <a:pt x="374" y="1"/>
                      <a:pt x="374" y="0"/>
                    </a:cubicBezTo>
                    <a:cubicBezTo>
                      <a:pt x="374" y="0"/>
                      <a:pt x="374" y="0"/>
                      <a:pt x="374" y="0"/>
                    </a:cubicBezTo>
                    <a:cubicBezTo>
                      <a:pt x="375" y="0"/>
                      <a:pt x="375" y="0"/>
                      <a:pt x="375" y="0"/>
                    </a:cubicBezTo>
                    <a:cubicBezTo>
                      <a:pt x="375" y="0"/>
                      <a:pt x="375" y="0"/>
                      <a:pt x="375" y="0"/>
                    </a:cubicBezTo>
                    <a:cubicBezTo>
                      <a:pt x="375" y="0"/>
                      <a:pt x="376" y="0"/>
                      <a:pt x="376" y="1"/>
                    </a:cubicBezTo>
                    <a:close/>
                    <a:moveTo>
                      <a:pt x="365" y="8"/>
                    </a:moveTo>
                    <a:cubicBezTo>
                      <a:pt x="365" y="9"/>
                      <a:pt x="365" y="9"/>
                      <a:pt x="364" y="10"/>
                    </a:cubicBezTo>
                    <a:cubicBezTo>
                      <a:pt x="364" y="10"/>
                      <a:pt x="364" y="10"/>
                      <a:pt x="364" y="10"/>
                    </a:cubicBezTo>
                    <a:cubicBezTo>
                      <a:pt x="364" y="10"/>
                      <a:pt x="363" y="10"/>
                      <a:pt x="363" y="9"/>
                    </a:cubicBezTo>
                    <a:cubicBezTo>
                      <a:pt x="363" y="9"/>
                      <a:pt x="363" y="9"/>
                      <a:pt x="363" y="9"/>
                    </a:cubicBezTo>
                    <a:cubicBezTo>
                      <a:pt x="362" y="9"/>
                      <a:pt x="362" y="8"/>
                      <a:pt x="363" y="8"/>
                    </a:cubicBezTo>
                    <a:cubicBezTo>
                      <a:pt x="363" y="8"/>
                      <a:pt x="363" y="8"/>
                      <a:pt x="363" y="8"/>
                    </a:cubicBezTo>
                    <a:cubicBezTo>
                      <a:pt x="363" y="7"/>
                      <a:pt x="363" y="7"/>
                      <a:pt x="364" y="7"/>
                    </a:cubicBezTo>
                    <a:cubicBezTo>
                      <a:pt x="364" y="7"/>
                      <a:pt x="364" y="7"/>
                      <a:pt x="364" y="7"/>
                    </a:cubicBezTo>
                    <a:cubicBezTo>
                      <a:pt x="364" y="7"/>
                      <a:pt x="365" y="8"/>
                      <a:pt x="365" y="8"/>
                    </a:cubicBezTo>
                    <a:close/>
                    <a:moveTo>
                      <a:pt x="354" y="15"/>
                    </a:moveTo>
                    <a:cubicBezTo>
                      <a:pt x="354" y="16"/>
                      <a:pt x="354" y="17"/>
                      <a:pt x="353" y="17"/>
                    </a:cubicBezTo>
                    <a:cubicBezTo>
                      <a:pt x="353" y="17"/>
                      <a:pt x="353" y="17"/>
                      <a:pt x="353" y="17"/>
                    </a:cubicBezTo>
                    <a:cubicBezTo>
                      <a:pt x="353" y="18"/>
                      <a:pt x="352" y="17"/>
                      <a:pt x="351" y="17"/>
                    </a:cubicBezTo>
                    <a:cubicBezTo>
                      <a:pt x="351" y="17"/>
                      <a:pt x="351" y="17"/>
                      <a:pt x="351" y="17"/>
                    </a:cubicBezTo>
                    <a:cubicBezTo>
                      <a:pt x="351" y="16"/>
                      <a:pt x="351" y="15"/>
                      <a:pt x="352" y="15"/>
                    </a:cubicBezTo>
                    <a:cubicBezTo>
                      <a:pt x="352" y="15"/>
                      <a:pt x="352" y="15"/>
                      <a:pt x="352" y="15"/>
                    </a:cubicBezTo>
                    <a:cubicBezTo>
                      <a:pt x="352" y="15"/>
                      <a:pt x="352" y="15"/>
                      <a:pt x="352" y="15"/>
                    </a:cubicBezTo>
                    <a:cubicBezTo>
                      <a:pt x="352" y="15"/>
                      <a:pt x="352" y="15"/>
                      <a:pt x="352" y="15"/>
                    </a:cubicBezTo>
                    <a:cubicBezTo>
                      <a:pt x="353" y="15"/>
                      <a:pt x="353" y="15"/>
                      <a:pt x="354" y="15"/>
                    </a:cubicBezTo>
                    <a:close/>
                    <a:moveTo>
                      <a:pt x="342" y="23"/>
                    </a:moveTo>
                    <a:cubicBezTo>
                      <a:pt x="343" y="23"/>
                      <a:pt x="342" y="24"/>
                      <a:pt x="342" y="24"/>
                    </a:cubicBezTo>
                    <a:cubicBezTo>
                      <a:pt x="342" y="24"/>
                      <a:pt x="342" y="24"/>
                      <a:pt x="342" y="24"/>
                    </a:cubicBezTo>
                    <a:cubicBezTo>
                      <a:pt x="341" y="25"/>
                      <a:pt x="340" y="25"/>
                      <a:pt x="340" y="24"/>
                    </a:cubicBezTo>
                    <a:cubicBezTo>
                      <a:pt x="340" y="24"/>
                      <a:pt x="340" y="24"/>
                      <a:pt x="340" y="24"/>
                    </a:cubicBezTo>
                    <a:cubicBezTo>
                      <a:pt x="340" y="23"/>
                      <a:pt x="340" y="23"/>
                      <a:pt x="340" y="22"/>
                    </a:cubicBezTo>
                    <a:cubicBezTo>
                      <a:pt x="340" y="22"/>
                      <a:pt x="340" y="22"/>
                      <a:pt x="340" y="22"/>
                    </a:cubicBezTo>
                    <a:cubicBezTo>
                      <a:pt x="341" y="22"/>
                      <a:pt x="341" y="22"/>
                      <a:pt x="341" y="22"/>
                    </a:cubicBezTo>
                    <a:cubicBezTo>
                      <a:pt x="341" y="22"/>
                      <a:pt x="341" y="22"/>
                      <a:pt x="341" y="22"/>
                    </a:cubicBezTo>
                    <a:cubicBezTo>
                      <a:pt x="342" y="22"/>
                      <a:pt x="342" y="22"/>
                      <a:pt x="342" y="23"/>
                    </a:cubicBezTo>
                    <a:close/>
                    <a:moveTo>
                      <a:pt x="331" y="30"/>
                    </a:moveTo>
                    <a:cubicBezTo>
                      <a:pt x="331" y="31"/>
                      <a:pt x="331" y="31"/>
                      <a:pt x="331" y="32"/>
                    </a:cubicBezTo>
                    <a:cubicBezTo>
                      <a:pt x="331" y="32"/>
                      <a:pt x="331" y="32"/>
                      <a:pt x="331" y="32"/>
                    </a:cubicBezTo>
                    <a:cubicBezTo>
                      <a:pt x="330" y="32"/>
                      <a:pt x="329" y="32"/>
                      <a:pt x="329" y="31"/>
                    </a:cubicBezTo>
                    <a:cubicBezTo>
                      <a:pt x="329" y="31"/>
                      <a:pt x="329" y="31"/>
                      <a:pt x="329" y="31"/>
                    </a:cubicBezTo>
                    <a:cubicBezTo>
                      <a:pt x="328" y="31"/>
                      <a:pt x="328" y="30"/>
                      <a:pt x="329" y="30"/>
                    </a:cubicBezTo>
                    <a:cubicBezTo>
                      <a:pt x="329" y="30"/>
                      <a:pt x="329" y="30"/>
                      <a:pt x="329" y="30"/>
                    </a:cubicBezTo>
                    <a:cubicBezTo>
                      <a:pt x="329" y="29"/>
                      <a:pt x="330" y="29"/>
                      <a:pt x="330" y="29"/>
                    </a:cubicBezTo>
                    <a:cubicBezTo>
                      <a:pt x="330" y="29"/>
                      <a:pt x="330" y="29"/>
                      <a:pt x="330" y="29"/>
                    </a:cubicBezTo>
                    <a:cubicBezTo>
                      <a:pt x="330" y="29"/>
                      <a:pt x="331" y="30"/>
                      <a:pt x="331" y="30"/>
                    </a:cubicBezTo>
                    <a:close/>
                    <a:moveTo>
                      <a:pt x="320" y="37"/>
                    </a:moveTo>
                    <a:cubicBezTo>
                      <a:pt x="320" y="38"/>
                      <a:pt x="320" y="39"/>
                      <a:pt x="319" y="39"/>
                    </a:cubicBezTo>
                    <a:cubicBezTo>
                      <a:pt x="319" y="39"/>
                      <a:pt x="319" y="39"/>
                      <a:pt x="319" y="39"/>
                    </a:cubicBezTo>
                    <a:cubicBezTo>
                      <a:pt x="319" y="40"/>
                      <a:pt x="318" y="39"/>
                      <a:pt x="317" y="39"/>
                    </a:cubicBezTo>
                    <a:cubicBezTo>
                      <a:pt x="317" y="39"/>
                      <a:pt x="317" y="39"/>
                      <a:pt x="317" y="39"/>
                    </a:cubicBezTo>
                    <a:cubicBezTo>
                      <a:pt x="317" y="38"/>
                      <a:pt x="317" y="37"/>
                      <a:pt x="318" y="37"/>
                    </a:cubicBezTo>
                    <a:cubicBezTo>
                      <a:pt x="318" y="37"/>
                      <a:pt x="318" y="37"/>
                      <a:pt x="318" y="37"/>
                    </a:cubicBezTo>
                    <a:cubicBezTo>
                      <a:pt x="318" y="37"/>
                      <a:pt x="318" y="37"/>
                      <a:pt x="318" y="37"/>
                    </a:cubicBezTo>
                    <a:cubicBezTo>
                      <a:pt x="318" y="37"/>
                      <a:pt x="318" y="37"/>
                      <a:pt x="318" y="37"/>
                    </a:cubicBezTo>
                    <a:cubicBezTo>
                      <a:pt x="319" y="37"/>
                      <a:pt x="319" y="37"/>
                      <a:pt x="320" y="37"/>
                    </a:cubicBezTo>
                    <a:close/>
                    <a:moveTo>
                      <a:pt x="308" y="45"/>
                    </a:moveTo>
                    <a:cubicBezTo>
                      <a:pt x="309" y="45"/>
                      <a:pt x="309" y="46"/>
                      <a:pt x="308" y="47"/>
                    </a:cubicBezTo>
                    <a:cubicBezTo>
                      <a:pt x="308" y="47"/>
                      <a:pt x="308" y="47"/>
                      <a:pt x="308" y="47"/>
                    </a:cubicBezTo>
                    <a:cubicBezTo>
                      <a:pt x="307" y="47"/>
                      <a:pt x="306" y="47"/>
                      <a:pt x="306" y="46"/>
                    </a:cubicBezTo>
                    <a:cubicBezTo>
                      <a:pt x="306" y="46"/>
                      <a:pt x="306" y="46"/>
                      <a:pt x="306" y="46"/>
                    </a:cubicBezTo>
                    <a:cubicBezTo>
                      <a:pt x="306" y="46"/>
                      <a:pt x="306" y="45"/>
                      <a:pt x="306" y="44"/>
                    </a:cubicBezTo>
                    <a:cubicBezTo>
                      <a:pt x="306" y="44"/>
                      <a:pt x="306" y="44"/>
                      <a:pt x="306" y="44"/>
                    </a:cubicBezTo>
                    <a:cubicBezTo>
                      <a:pt x="307" y="44"/>
                      <a:pt x="307" y="44"/>
                      <a:pt x="307" y="44"/>
                    </a:cubicBezTo>
                    <a:cubicBezTo>
                      <a:pt x="307" y="44"/>
                      <a:pt x="307" y="44"/>
                      <a:pt x="307" y="44"/>
                    </a:cubicBezTo>
                    <a:cubicBezTo>
                      <a:pt x="308" y="44"/>
                      <a:pt x="308" y="44"/>
                      <a:pt x="308" y="45"/>
                    </a:cubicBezTo>
                    <a:close/>
                    <a:moveTo>
                      <a:pt x="297" y="52"/>
                    </a:moveTo>
                    <a:cubicBezTo>
                      <a:pt x="297" y="53"/>
                      <a:pt x="297" y="54"/>
                      <a:pt x="297" y="54"/>
                    </a:cubicBezTo>
                    <a:cubicBezTo>
                      <a:pt x="297" y="54"/>
                      <a:pt x="297" y="54"/>
                      <a:pt x="297" y="54"/>
                    </a:cubicBezTo>
                    <a:cubicBezTo>
                      <a:pt x="296" y="54"/>
                      <a:pt x="295" y="54"/>
                      <a:pt x="295" y="54"/>
                    </a:cubicBezTo>
                    <a:cubicBezTo>
                      <a:pt x="295" y="54"/>
                      <a:pt x="295" y="54"/>
                      <a:pt x="295" y="54"/>
                    </a:cubicBezTo>
                    <a:cubicBezTo>
                      <a:pt x="294" y="53"/>
                      <a:pt x="295" y="52"/>
                      <a:pt x="295" y="52"/>
                    </a:cubicBezTo>
                    <a:cubicBezTo>
                      <a:pt x="295" y="52"/>
                      <a:pt x="295" y="52"/>
                      <a:pt x="295" y="52"/>
                    </a:cubicBezTo>
                    <a:cubicBezTo>
                      <a:pt x="295" y="52"/>
                      <a:pt x="296" y="51"/>
                      <a:pt x="296" y="51"/>
                    </a:cubicBezTo>
                    <a:cubicBezTo>
                      <a:pt x="296" y="51"/>
                      <a:pt x="296" y="51"/>
                      <a:pt x="296" y="51"/>
                    </a:cubicBezTo>
                    <a:cubicBezTo>
                      <a:pt x="296" y="51"/>
                      <a:pt x="297" y="52"/>
                      <a:pt x="297" y="52"/>
                    </a:cubicBezTo>
                    <a:close/>
                    <a:moveTo>
                      <a:pt x="286" y="59"/>
                    </a:moveTo>
                    <a:cubicBezTo>
                      <a:pt x="286" y="60"/>
                      <a:pt x="286" y="61"/>
                      <a:pt x="285" y="61"/>
                    </a:cubicBezTo>
                    <a:cubicBezTo>
                      <a:pt x="285" y="61"/>
                      <a:pt x="285" y="61"/>
                      <a:pt x="285" y="61"/>
                    </a:cubicBezTo>
                    <a:cubicBezTo>
                      <a:pt x="285" y="62"/>
                      <a:pt x="284" y="62"/>
                      <a:pt x="283" y="61"/>
                    </a:cubicBezTo>
                    <a:cubicBezTo>
                      <a:pt x="283" y="61"/>
                      <a:pt x="283" y="61"/>
                      <a:pt x="283" y="61"/>
                    </a:cubicBezTo>
                    <a:cubicBezTo>
                      <a:pt x="283" y="60"/>
                      <a:pt x="283" y="59"/>
                      <a:pt x="284" y="59"/>
                    </a:cubicBezTo>
                    <a:cubicBezTo>
                      <a:pt x="284" y="59"/>
                      <a:pt x="284" y="59"/>
                      <a:pt x="284" y="59"/>
                    </a:cubicBezTo>
                    <a:cubicBezTo>
                      <a:pt x="284" y="59"/>
                      <a:pt x="284" y="59"/>
                      <a:pt x="285" y="59"/>
                    </a:cubicBezTo>
                    <a:cubicBezTo>
                      <a:pt x="285" y="59"/>
                      <a:pt x="285" y="59"/>
                      <a:pt x="285" y="59"/>
                    </a:cubicBezTo>
                    <a:cubicBezTo>
                      <a:pt x="285" y="59"/>
                      <a:pt x="285" y="59"/>
                      <a:pt x="286" y="59"/>
                    </a:cubicBezTo>
                    <a:close/>
                    <a:moveTo>
                      <a:pt x="274" y="67"/>
                    </a:moveTo>
                    <a:cubicBezTo>
                      <a:pt x="275" y="67"/>
                      <a:pt x="275" y="68"/>
                      <a:pt x="274" y="69"/>
                    </a:cubicBezTo>
                    <a:cubicBezTo>
                      <a:pt x="274" y="69"/>
                      <a:pt x="274" y="69"/>
                      <a:pt x="274" y="69"/>
                    </a:cubicBezTo>
                    <a:cubicBezTo>
                      <a:pt x="273" y="69"/>
                      <a:pt x="273" y="69"/>
                      <a:pt x="272" y="68"/>
                    </a:cubicBezTo>
                    <a:cubicBezTo>
                      <a:pt x="272" y="68"/>
                      <a:pt x="272" y="68"/>
                      <a:pt x="272" y="68"/>
                    </a:cubicBezTo>
                    <a:cubicBezTo>
                      <a:pt x="272" y="68"/>
                      <a:pt x="272" y="67"/>
                      <a:pt x="273" y="66"/>
                    </a:cubicBezTo>
                    <a:cubicBezTo>
                      <a:pt x="273" y="66"/>
                      <a:pt x="273" y="66"/>
                      <a:pt x="273" y="66"/>
                    </a:cubicBezTo>
                    <a:cubicBezTo>
                      <a:pt x="273" y="66"/>
                      <a:pt x="273" y="66"/>
                      <a:pt x="273" y="66"/>
                    </a:cubicBezTo>
                    <a:cubicBezTo>
                      <a:pt x="273" y="66"/>
                      <a:pt x="273" y="66"/>
                      <a:pt x="273" y="66"/>
                    </a:cubicBezTo>
                    <a:cubicBezTo>
                      <a:pt x="274" y="66"/>
                      <a:pt x="274" y="66"/>
                      <a:pt x="274" y="67"/>
                    </a:cubicBezTo>
                    <a:close/>
                    <a:moveTo>
                      <a:pt x="263" y="74"/>
                    </a:moveTo>
                    <a:cubicBezTo>
                      <a:pt x="263" y="75"/>
                      <a:pt x="263" y="76"/>
                      <a:pt x="263" y="76"/>
                    </a:cubicBezTo>
                    <a:cubicBezTo>
                      <a:pt x="263" y="76"/>
                      <a:pt x="263" y="76"/>
                      <a:pt x="263" y="76"/>
                    </a:cubicBezTo>
                    <a:cubicBezTo>
                      <a:pt x="262" y="76"/>
                      <a:pt x="261" y="76"/>
                      <a:pt x="261" y="76"/>
                    </a:cubicBezTo>
                    <a:cubicBezTo>
                      <a:pt x="261" y="76"/>
                      <a:pt x="261" y="76"/>
                      <a:pt x="261" y="76"/>
                    </a:cubicBezTo>
                    <a:cubicBezTo>
                      <a:pt x="260" y="75"/>
                      <a:pt x="261" y="74"/>
                      <a:pt x="261" y="74"/>
                    </a:cubicBezTo>
                    <a:cubicBezTo>
                      <a:pt x="261" y="74"/>
                      <a:pt x="261" y="74"/>
                      <a:pt x="261" y="74"/>
                    </a:cubicBezTo>
                    <a:cubicBezTo>
                      <a:pt x="261" y="74"/>
                      <a:pt x="262" y="74"/>
                      <a:pt x="262" y="74"/>
                    </a:cubicBezTo>
                    <a:cubicBezTo>
                      <a:pt x="262" y="74"/>
                      <a:pt x="262" y="74"/>
                      <a:pt x="262" y="74"/>
                    </a:cubicBezTo>
                    <a:cubicBezTo>
                      <a:pt x="262" y="74"/>
                      <a:pt x="263" y="74"/>
                      <a:pt x="263" y="74"/>
                    </a:cubicBezTo>
                    <a:close/>
                    <a:moveTo>
                      <a:pt x="252" y="82"/>
                    </a:moveTo>
                    <a:cubicBezTo>
                      <a:pt x="252" y="82"/>
                      <a:pt x="252" y="83"/>
                      <a:pt x="251" y="83"/>
                    </a:cubicBezTo>
                    <a:cubicBezTo>
                      <a:pt x="251" y="83"/>
                      <a:pt x="251" y="83"/>
                      <a:pt x="251" y="83"/>
                    </a:cubicBezTo>
                    <a:cubicBezTo>
                      <a:pt x="251" y="84"/>
                      <a:pt x="250" y="84"/>
                      <a:pt x="250" y="83"/>
                    </a:cubicBezTo>
                    <a:cubicBezTo>
                      <a:pt x="250" y="83"/>
                      <a:pt x="250" y="83"/>
                      <a:pt x="250" y="83"/>
                    </a:cubicBezTo>
                    <a:cubicBezTo>
                      <a:pt x="249" y="82"/>
                      <a:pt x="249" y="82"/>
                      <a:pt x="250" y="81"/>
                    </a:cubicBezTo>
                    <a:cubicBezTo>
                      <a:pt x="250" y="81"/>
                      <a:pt x="250" y="81"/>
                      <a:pt x="250" y="81"/>
                    </a:cubicBezTo>
                    <a:cubicBezTo>
                      <a:pt x="250" y="81"/>
                      <a:pt x="250" y="81"/>
                      <a:pt x="251" y="81"/>
                    </a:cubicBezTo>
                    <a:cubicBezTo>
                      <a:pt x="251" y="81"/>
                      <a:pt x="251" y="81"/>
                      <a:pt x="251" y="81"/>
                    </a:cubicBezTo>
                    <a:cubicBezTo>
                      <a:pt x="251" y="81"/>
                      <a:pt x="251" y="81"/>
                      <a:pt x="252" y="82"/>
                    </a:cubicBezTo>
                    <a:close/>
                    <a:moveTo>
                      <a:pt x="240" y="89"/>
                    </a:moveTo>
                    <a:cubicBezTo>
                      <a:pt x="241" y="90"/>
                      <a:pt x="241" y="90"/>
                      <a:pt x="240" y="91"/>
                    </a:cubicBezTo>
                    <a:cubicBezTo>
                      <a:pt x="240" y="91"/>
                      <a:pt x="240" y="91"/>
                      <a:pt x="240" y="91"/>
                    </a:cubicBezTo>
                    <a:cubicBezTo>
                      <a:pt x="239" y="91"/>
                      <a:pt x="239" y="91"/>
                      <a:pt x="238" y="90"/>
                    </a:cubicBezTo>
                    <a:cubicBezTo>
                      <a:pt x="238" y="90"/>
                      <a:pt x="238" y="90"/>
                      <a:pt x="238" y="90"/>
                    </a:cubicBezTo>
                    <a:cubicBezTo>
                      <a:pt x="238" y="90"/>
                      <a:pt x="238" y="89"/>
                      <a:pt x="239" y="89"/>
                    </a:cubicBezTo>
                    <a:cubicBezTo>
                      <a:pt x="239" y="89"/>
                      <a:pt x="239" y="89"/>
                      <a:pt x="239" y="89"/>
                    </a:cubicBezTo>
                    <a:cubicBezTo>
                      <a:pt x="239" y="88"/>
                      <a:pt x="239" y="88"/>
                      <a:pt x="239" y="88"/>
                    </a:cubicBezTo>
                    <a:cubicBezTo>
                      <a:pt x="239" y="88"/>
                      <a:pt x="239" y="88"/>
                      <a:pt x="239" y="88"/>
                    </a:cubicBezTo>
                    <a:cubicBezTo>
                      <a:pt x="240" y="88"/>
                      <a:pt x="240" y="89"/>
                      <a:pt x="240" y="89"/>
                    </a:cubicBezTo>
                    <a:close/>
                    <a:moveTo>
                      <a:pt x="229" y="96"/>
                    </a:moveTo>
                    <a:cubicBezTo>
                      <a:pt x="230" y="97"/>
                      <a:pt x="229" y="98"/>
                      <a:pt x="229" y="98"/>
                    </a:cubicBezTo>
                    <a:cubicBezTo>
                      <a:pt x="229" y="98"/>
                      <a:pt x="229" y="98"/>
                      <a:pt x="229" y="98"/>
                    </a:cubicBezTo>
                    <a:cubicBezTo>
                      <a:pt x="228" y="99"/>
                      <a:pt x="227" y="98"/>
                      <a:pt x="227" y="98"/>
                    </a:cubicBezTo>
                    <a:cubicBezTo>
                      <a:pt x="227" y="98"/>
                      <a:pt x="227" y="98"/>
                      <a:pt x="227" y="98"/>
                    </a:cubicBezTo>
                    <a:cubicBezTo>
                      <a:pt x="227" y="97"/>
                      <a:pt x="227" y="96"/>
                      <a:pt x="227" y="96"/>
                    </a:cubicBezTo>
                    <a:cubicBezTo>
                      <a:pt x="227" y="96"/>
                      <a:pt x="227" y="96"/>
                      <a:pt x="227" y="96"/>
                    </a:cubicBezTo>
                    <a:cubicBezTo>
                      <a:pt x="228" y="96"/>
                      <a:pt x="228" y="96"/>
                      <a:pt x="228" y="96"/>
                    </a:cubicBezTo>
                    <a:cubicBezTo>
                      <a:pt x="228" y="96"/>
                      <a:pt x="228" y="96"/>
                      <a:pt x="228" y="96"/>
                    </a:cubicBezTo>
                    <a:cubicBezTo>
                      <a:pt x="228" y="96"/>
                      <a:pt x="229" y="96"/>
                      <a:pt x="229" y="96"/>
                    </a:cubicBezTo>
                    <a:close/>
                    <a:moveTo>
                      <a:pt x="218" y="104"/>
                    </a:moveTo>
                    <a:cubicBezTo>
                      <a:pt x="218" y="104"/>
                      <a:pt x="218" y="105"/>
                      <a:pt x="217" y="105"/>
                    </a:cubicBezTo>
                    <a:cubicBezTo>
                      <a:pt x="217" y="105"/>
                      <a:pt x="217" y="105"/>
                      <a:pt x="217" y="105"/>
                    </a:cubicBezTo>
                    <a:cubicBezTo>
                      <a:pt x="217" y="106"/>
                      <a:pt x="216" y="106"/>
                      <a:pt x="216" y="105"/>
                    </a:cubicBezTo>
                    <a:cubicBezTo>
                      <a:pt x="216" y="105"/>
                      <a:pt x="216" y="105"/>
                      <a:pt x="216" y="105"/>
                    </a:cubicBezTo>
                    <a:cubicBezTo>
                      <a:pt x="215" y="105"/>
                      <a:pt x="215" y="104"/>
                      <a:pt x="216" y="103"/>
                    </a:cubicBezTo>
                    <a:cubicBezTo>
                      <a:pt x="216" y="103"/>
                      <a:pt x="216" y="103"/>
                      <a:pt x="216" y="103"/>
                    </a:cubicBezTo>
                    <a:cubicBezTo>
                      <a:pt x="216" y="103"/>
                      <a:pt x="216" y="103"/>
                      <a:pt x="217" y="103"/>
                    </a:cubicBezTo>
                    <a:cubicBezTo>
                      <a:pt x="217" y="103"/>
                      <a:pt x="217" y="103"/>
                      <a:pt x="217" y="103"/>
                    </a:cubicBezTo>
                    <a:cubicBezTo>
                      <a:pt x="217" y="103"/>
                      <a:pt x="218" y="103"/>
                      <a:pt x="218" y="104"/>
                    </a:cubicBezTo>
                    <a:close/>
                    <a:moveTo>
                      <a:pt x="207" y="111"/>
                    </a:moveTo>
                    <a:cubicBezTo>
                      <a:pt x="207" y="112"/>
                      <a:pt x="207" y="112"/>
                      <a:pt x="206" y="113"/>
                    </a:cubicBezTo>
                    <a:cubicBezTo>
                      <a:pt x="206" y="113"/>
                      <a:pt x="206" y="113"/>
                      <a:pt x="206" y="113"/>
                    </a:cubicBezTo>
                    <a:cubicBezTo>
                      <a:pt x="206" y="113"/>
                      <a:pt x="205" y="113"/>
                      <a:pt x="204" y="112"/>
                    </a:cubicBezTo>
                    <a:cubicBezTo>
                      <a:pt x="204" y="112"/>
                      <a:pt x="204" y="112"/>
                      <a:pt x="204" y="112"/>
                    </a:cubicBezTo>
                    <a:cubicBezTo>
                      <a:pt x="204" y="112"/>
                      <a:pt x="204" y="111"/>
                      <a:pt x="205" y="111"/>
                    </a:cubicBezTo>
                    <a:cubicBezTo>
                      <a:pt x="205" y="111"/>
                      <a:pt x="205" y="111"/>
                      <a:pt x="205" y="111"/>
                    </a:cubicBezTo>
                    <a:cubicBezTo>
                      <a:pt x="205" y="110"/>
                      <a:pt x="205" y="110"/>
                      <a:pt x="205" y="110"/>
                    </a:cubicBezTo>
                    <a:cubicBezTo>
                      <a:pt x="205" y="110"/>
                      <a:pt x="205" y="110"/>
                      <a:pt x="205" y="110"/>
                    </a:cubicBezTo>
                    <a:cubicBezTo>
                      <a:pt x="206" y="110"/>
                      <a:pt x="206" y="111"/>
                      <a:pt x="207" y="111"/>
                    </a:cubicBezTo>
                    <a:close/>
                    <a:moveTo>
                      <a:pt x="195" y="118"/>
                    </a:moveTo>
                    <a:cubicBezTo>
                      <a:pt x="196" y="119"/>
                      <a:pt x="195" y="120"/>
                      <a:pt x="195" y="120"/>
                    </a:cubicBezTo>
                    <a:cubicBezTo>
                      <a:pt x="195" y="120"/>
                      <a:pt x="195" y="120"/>
                      <a:pt x="195" y="120"/>
                    </a:cubicBezTo>
                    <a:cubicBezTo>
                      <a:pt x="194" y="121"/>
                      <a:pt x="193" y="120"/>
                      <a:pt x="193" y="120"/>
                    </a:cubicBezTo>
                    <a:cubicBezTo>
                      <a:pt x="193" y="120"/>
                      <a:pt x="193" y="120"/>
                      <a:pt x="193" y="120"/>
                    </a:cubicBezTo>
                    <a:cubicBezTo>
                      <a:pt x="193" y="119"/>
                      <a:pt x="193" y="118"/>
                      <a:pt x="193" y="118"/>
                    </a:cubicBezTo>
                    <a:cubicBezTo>
                      <a:pt x="193" y="118"/>
                      <a:pt x="193" y="118"/>
                      <a:pt x="193" y="118"/>
                    </a:cubicBezTo>
                    <a:cubicBezTo>
                      <a:pt x="194" y="118"/>
                      <a:pt x="194" y="118"/>
                      <a:pt x="194" y="118"/>
                    </a:cubicBezTo>
                    <a:cubicBezTo>
                      <a:pt x="194" y="118"/>
                      <a:pt x="194" y="118"/>
                      <a:pt x="194" y="118"/>
                    </a:cubicBezTo>
                    <a:cubicBezTo>
                      <a:pt x="195" y="118"/>
                      <a:pt x="195" y="118"/>
                      <a:pt x="195" y="118"/>
                    </a:cubicBezTo>
                    <a:close/>
                    <a:moveTo>
                      <a:pt x="184" y="126"/>
                    </a:moveTo>
                    <a:cubicBezTo>
                      <a:pt x="184" y="126"/>
                      <a:pt x="184" y="127"/>
                      <a:pt x="183" y="128"/>
                    </a:cubicBezTo>
                    <a:cubicBezTo>
                      <a:pt x="183" y="128"/>
                      <a:pt x="183" y="128"/>
                      <a:pt x="183" y="128"/>
                    </a:cubicBezTo>
                    <a:cubicBezTo>
                      <a:pt x="183" y="128"/>
                      <a:pt x="182" y="128"/>
                      <a:pt x="182" y="127"/>
                    </a:cubicBezTo>
                    <a:cubicBezTo>
                      <a:pt x="182" y="127"/>
                      <a:pt x="182" y="127"/>
                      <a:pt x="182" y="127"/>
                    </a:cubicBezTo>
                    <a:cubicBezTo>
                      <a:pt x="181" y="127"/>
                      <a:pt x="181" y="126"/>
                      <a:pt x="182" y="125"/>
                    </a:cubicBezTo>
                    <a:cubicBezTo>
                      <a:pt x="182" y="125"/>
                      <a:pt x="182" y="125"/>
                      <a:pt x="182" y="125"/>
                    </a:cubicBezTo>
                    <a:cubicBezTo>
                      <a:pt x="182" y="125"/>
                      <a:pt x="183" y="125"/>
                      <a:pt x="183" y="125"/>
                    </a:cubicBezTo>
                    <a:cubicBezTo>
                      <a:pt x="183" y="125"/>
                      <a:pt x="183" y="125"/>
                      <a:pt x="183" y="125"/>
                    </a:cubicBezTo>
                    <a:cubicBezTo>
                      <a:pt x="183" y="125"/>
                      <a:pt x="184" y="125"/>
                      <a:pt x="184" y="126"/>
                    </a:cubicBezTo>
                    <a:close/>
                    <a:moveTo>
                      <a:pt x="173" y="133"/>
                    </a:moveTo>
                    <a:cubicBezTo>
                      <a:pt x="173" y="134"/>
                      <a:pt x="173" y="135"/>
                      <a:pt x="172" y="135"/>
                    </a:cubicBezTo>
                    <a:cubicBezTo>
                      <a:pt x="172" y="135"/>
                      <a:pt x="172" y="135"/>
                      <a:pt x="172" y="135"/>
                    </a:cubicBezTo>
                    <a:cubicBezTo>
                      <a:pt x="172" y="135"/>
                      <a:pt x="171" y="135"/>
                      <a:pt x="170" y="135"/>
                    </a:cubicBezTo>
                    <a:cubicBezTo>
                      <a:pt x="170" y="135"/>
                      <a:pt x="170" y="135"/>
                      <a:pt x="170" y="135"/>
                    </a:cubicBezTo>
                    <a:cubicBezTo>
                      <a:pt x="170" y="134"/>
                      <a:pt x="170" y="133"/>
                      <a:pt x="171" y="133"/>
                    </a:cubicBezTo>
                    <a:cubicBezTo>
                      <a:pt x="171" y="133"/>
                      <a:pt x="171" y="133"/>
                      <a:pt x="171" y="133"/>
                    </a:cubicBezTo>
                    <a:cubicBezTo>
                      <a:pt x="171" y="133"/>
                      <a:pt x="171" y="133"/>
                      <a:pt x="171" y="133"/>
                    </a:cubicBezTo>
                    <a:cubicBezTo>
                      <a:pt x="171" y="133"/>
                      <a:pt x="171" y="133"/>
                      <a:pt x="171" y="133"/>
                    </a:cubicBezTo>
                    <a:cubicBezTo>
                      <a:pt x="172" y="133"/>
                      <a:pt x="172" y="133"/>
                      <a:pt x="173" y="133"/>
                    </a:cubicBezTo>
                    <a:close/>
                    <a:moveTo>
                      <a:pt x="161" y="140"/>
                    </a:moveTo>
                    <a:cubicBezTo>
                      <a:pt x="162" y="141"/>
                      <a:pt x="161" y="142"/>
                      <a:pt x="161" y="142"/>
                    </a:cubicBezTo>
                    <a:cubicBezTo>
                      <a:pt x="161" y="142"/>
                      <a:pt x="161" y="142"/>
                      <a:pt x="161" y="142"/>
                    </a:cubicBezTo>
                    <a:cubicBezTo>
                      <a:pt x="160" y="143"/>
                      <a:pt x="159" y="143"/>
                      <a:pt x="159" y="142"/>
                    </a:cubicBezTo>
                    <a:cubicBezTo>
                      <a:pt x="159" y="142"/>
                      <a:pt x="159" y="142"/>
                      <a:pt x="159" y="142"/>
                    </a:cubicBezTo>
                    <a:cubicBezTo>
                      <a:pt x="159" y="141"/>
                      <a:pt x="159" y="140"/>
                      <a:pt x="159" y="140"/>
                    </a:cubicBezTo>
                    <a:cubicBezTo>
                      <a:pt x="159" y="140"/>
                      <a:pt x="159" y="140"/>
                      <a:pt x="159" y="140"/>
                    </a:cubicBezTo>
                    <a:cubicBezTo>
                      <a:pt x="160" y="140"/>
                      <a:pt x="160" y="140"/>
                      <a:pt x="160" y="140"/>
                    </a:cubicBezTo>
                    <a:cubicBezTo>
                      <a:pt x="160" y="140"/>
                      <a:pt x="160" y="140"/>
                      <a:pt x="160" y="140"/>
                    </a:cubicBezTo>
                    <a:cubicBezTo>
                      <a:pt x="161" y="140"/>
                      <a:pt x="161" y="140"/>
                      <a:pt x="161" y="140"/>
                    </a:cubicBezTo>
                    <a:close/>
                    <a:moveTo>
                      <a:pt x="150" y="148"/>
                    </a:moveTo>
                    <a:cubicBezTo>
                      <a:pt x="150" y="148"/>
                      <a:pt x="150" y="149"/>
                      <a:pt x="150" y="150"/>
                    </a:cubicBezTo>
                    <a:cubicBezTo>
                      <a:pt x="150" y="150"/>
                      <a:pt x="150" y="150"/>
                      <a:pt x="150" y="150"/>
                    </a:cubicBezTo>
                    <a:cubicBezTo>
                      <a:pt x="149" y="150"/>
                      <a:pt x="148" y="150"/>
                      <a:pt x="148" y="149"/>
                    </a:cubicBezTo>
                    <a:cubicBezTo>
                      <a:pt x="148" y="149"/>
                      <a:pt x="148" y="149"/>
                      <a:pt x="148" y="149"/>
                    </a:cubicBezTo>
                    <a:cubicBezTo>
                      <a:pt x="147" y="149"/>
                      <a:pt x="148" y="148"/>
                      <a:pt x="148" y="147"/>
                    </a:cubicBezTo>
                    <a:cubicBezTo>
                      <a:pt x="148" y="147"/>
                      <a:pt x="148" y="147"/>
                      <a:pt x="148" y="147"/>
                    </a:cubicBezTo>
                    <a:cubicBezTo>
                      <a:pt x="148" y="147"/>
                      <a:pt x="149" y="147"/>
                      <a:pt x="149" y="147"/>
                    </a:cubicBezTo>
                    <a:cubicBezTo>
                      <a:pt x="149" y="147"/>
                      <a:pt x="149" y="147"/>
                      <a:pt x="149" y="147"/>
                    </a:cubicBezTo>
                    <a:cubicBezTo>
                      <a:pt x="149" y="147"/>
                      <a:pt x="150" y="147"/>
                      <a:pt x="150" y="148"/>
                    </a:cubicBezTo>
                    <a:close/>
                    <a:moveTo>
                      <a:pt x="139" y="155"/>
                    </a:moveTo>
                    <a:cubicBezTo>
                      <a:pt x="139" y="156"/>
                      <a:pt x="139" y="157"/>
                      <a:pt x="138" y="157"/>
                    </a:cubicBezTo>
                    <a:cubicBezTo>
                      <a:pt x="138" y="157"/>
                      <a:pt x="138" y="157"/>
                      <a:pt x="138" y="157"/>
                    </a:cubicBezTo>
                    <a:cubicBezTo>
                      <a:pt x="138" y="157"/>
                      <a:pt x="137" y="157"/>
                      <a:pt x="136" y="157"/>
                    </a:cubicBezTo>
                    <a:cubicBezTo>
                      <a:pt x="136" y="157"/>
                      <a:pt x="136" y="157"/>
                      <a:pt x="136" y="157"/>
                    </a:cubicBezTo>
                    <a:cubicBezTo>
                      <a:pt x="136" y="156"/>
                      <a:pt x="136" y="155"/>
                      <a:pt x="137" y="155"/>
                    </a:cubicBezTo>
                    <a:cubicBezTo>
                      <a:pt x="137" y="155"/>
                      <a:pt x="137" y="155"/>
                      <a:pt x="137" y="155"/>
                    </a:cubicBezTo>
                    <a:cubicBezTo>
                      <a:pt x="137" y="155"/>
                      <a:pt x="137" y="155"/>
                      <a:pt x="138" y="155"/>
                    </a:cubicBezTo>
                    <a:cubicBezTo>
                      <a:pt x="138" y="155"/>
                      <a:pt x="138" y="155"/>
                      <a:pt x="138" y="155"/>
                    </a:cubicBezTo>
                    <a:cubicBezTo>
                      <a:pt x="138" y="155"/>
                      <a:pt x="138" y="155"/>
                      <a:pt x="139" y="155"/>
                    </a:cubicBezTo>
                    <a:close/>
                    <a:moveTo>
                      <a:pt x="127" y="163"/>
                    </a:moveTo>
                    <a:cubicBezTo>
                      <a:pt x="128" y="163"/>
                      <a:pt x="128" y="164"/>
                      <a:pt x="127" y="164"/>
                    </a:cubicBezTo>
                    <a:cubicBezTo>
                      <a:pt x="127" y="164"/>
                      <a:pt x="127" y="164"/>
                      <a:pt x="127" y="164"/>
                    </a:cubicBezTo>
                    <a:cubicBezTo>
                      <a:pt x="126" y="165"/>
                      <a:pt x="126" y="165"/>
                      <a:pt x="125" y="164"/>
                    </a:cubicBezTo>
                    <a:cubicBezTo>
                      <a:pt x="125" y="164"/>
                      <a:pt x="125" y="164"/>
                      <a:pt x="125" y="164"/>
                    </a:cubicBezTo>
                    <a:cubicBezTo>
                      <a:pt x="125" y="163"/>
                      <a:pt x="125" y="163"/>
                      <a:pt x="126" y="162"/>
                    </a:cubicBezTo>
                    <a:cubicBezTo>
                      <a:pt x="126" y="162"/>
                      <a:pt x="126" y="162"/>
                      <a:pt x="126" y="162"/>
                    </a:cubicBezTo>
                    <a:cubicBezTo>
                      <a:pt x="126" y="162"/>
                      <a:pt x="126" y="162"/>
                      <a:pt x="126" y="162"/>
                    </a:cubicBezTo>
                    <a:cubicBezTo>
                      <a:pt x="126" y="162"/>
                      <a:pt x="126" y="162"/>
                      <a:pt x="126" y="162"/>
                    </a:cubicBezTo>
                    <a:cubicBezTo>
                      <a:pt x="127" y="162"/>
                      <a:pt x="127" y="162"/>
                      <a:pt x="127" y="163"/>
                    </a:cubicBezTo>
                    <a:close/>
                    <a:moveTo>
                      <a:pt x="116" y="170"/>
                    </a:moveTo>
                    <a:cubicBezTo>
                      <a:pt x="116" y="171"/>
                      <a:pt x="116" y="171"/>
                      <a:pt x="116" y="172"/>
                    </a:cubicBezTo>
                    <a:cubicBezTo>
                      <a:pt x="116" y="172"/>
                      <a:pt x="116" y="172"/>
                      <a:pt x="116" y="172"/>
                    </a:cubicBezTo>
                    <a:cubicBezTo>
                      <a:pt x="115" y="172"/>
                      <a:pt x="114" y="172"/>
                      <a:pt x="114" y="171"/>
                    </a:cubicBezTo>
                    <a:cubicBezTo>
                      <a:pt x="114" y="171"/>
                      <a:pt x="114" y="171"/>
                      <a:pt x="114" y="171"/>
                    </a:cubicBezTo>
                    <a:cubicBezTo>
                      <a:pt x="113" y="171"/>
                      <a:pt x="114" y="170"/>
                      <a:pt x="114" y="170"/>
                    </a:cubicBezTo>
                    <a:cubicBezTo>
                      <a:pt x="114" y="170"/>
                      <a:pt x="114" y="170"/>
                      <a:pt x="114" y="170"/>
                    </a:cubicBezTo>
                    <a:cubicBezTo>
                      <a:pt x="114" y="169"/>
                      <a:pt x="115" y="169"/>
                      <a:pt x="115" y="169"/>
                    </a:cubicBezTo>
                    <a:cubicBezTo>
                      <a:pt x="115" y="169"/>
                      <a:pt x="115" y="169"/>
                      <a:pt x="115" y="169"/>
                    </a:cubicBezTo>
                    <a:cubicBezTo>
                      <a:pt x="115" y="169"/>
                      <a:pt x="116" y="170"/>
                      <a:pt x="116" y="170"/>
                    </a:cubicBezTo>
                    <a:close/>
                    <a:moveTo>
                      <a:pt x="105" y="177"/>
                    </a:moveTo>
                    <a:cubicBezTo>
                      <a:pt x="105" y="178"/>
                      <a:pt x="105" y="179"/>
                      <a:pt x="104" y="179"/>
                    </a:cubicBezTo>
                    <a:cubicBezTo>
                      <a:pt x="104" y="179"/>
                      <a:pt x="104" y="179"/>
                      <a:pt x="104" y="179"/>
                    </a:cubicBezTo>
                    <a:cubicBezTo>
                      <a:pt x="104" y="180"/>
                      <a:pt x="103" y="179"/>
                      <a:pt x="102" y="179"/>
                    </a:cubicBezTo>
                    <a:cubicBezTo>
                      <a:pt x="102" y="179"/>
                      <a:pt x="102" y="179"/>
                      <a:pt x="102" y="179"/>
                    </a:cubicBezTo>
                    <a:cubicBezTo>
                      <a:pt x="102" y="178"/>
                      <a:pt x="102" y="177"/>
                      <a:pt x="103" y="177"/>
                    </a:cubicBezTo>
                    <a:cubicBezTo>
                      <a:pt x="103" y="177"/>
                      <a:pt x="103" y="177"/>
                      <a:pt x="103" y="177"/>
                    </a:cubicBezTo>
                    <a:cubicBezTo>
                      <a:pt x="103" y="177"/>
                      <a:pt x="103" y="177"/>
                      <a:pt x="104" y="177"/>
                    </a:cubicBezTo>
                    <a:cubicBezTo>
                      <a:pt x="104" y="177"/>
                      <a:pt x="104" y="177"/>
                      <a:pt x="104" y="177"/>
                    </a:cubicBezTo>
                    <a:cubicBezTo>
                      <a:pt x="104" y="177"/>
                      <a:pt x="104" y="177"/>
                      <a:pt x="105" y="177"/>
                    </a:cubicBezTo>
                    <a:close/>
                    <a:moveTo>
                      <a:pt x="93" y="185"/>
                    </a:moveTo>
                    <a:cubicBezTo>
                      <a:pt x="94" y="185"/>
                      <a:pt x="94" y="186"/>
                      <a:pt x="93" y="187"/>
                    </a:cubicBezTo>
                    <a:cubicBezTo>
                      <a:pt x="93" y="187"/>
                      <a:pt x="93" y="187"/>
                      <a:pt x="93" y="187"/>
                    </a:cubicBezTo>
                    <a:cubicBezTo>
                      <a:pt x="92" y="187"/>
                      <a:pt x="92" y="187"/>
                      <a:pt x="91" y="186"/>
                    </a:cubicBezTo>
                    <a:cubicBezTo>
                      <a:pt x="91" y="186"/>
                      <a:pt x="91" y="186"/>
                      <a:pt x="91" y="186"/>
                    </a:cubicBezTo>
                    <a:cubicBezTo>
                      <a:pt x="91" y="186"/>
                      <a:pt x="91" y="185"/>
                      <a:pt x="92" y="184"/>
                    </a:cubicBezTo>
                    <a:cubicBezTo>
                      <a:pt x="92" y="184"/>
                      <a:pt x="92" y="184"/>
                      <a:pt x="92" y="184"/>
                    </a:cubicBezTo>
                    <a:cubicBezTo>
                      <a:pt x="92" y="184"/>
                      <a:pt x="92" y="184"/>
                      <a:pt x="92" y="184"/>
                    </a:cubicBezTo>
                    <a:cubicBezTo>
                      <a:pt x="92" y="184"/>
                      <a:pt x="92" y="184"/>
                      <a:pt x="92" y="184"/>
                    </a:cubicBezTo>
                    <a:cubicBezTo>
                      <a:pt x="93" y="184"/>
                      <a:pt x="93" y="184"/>
                      <a:pt x="93" y="185"/>
                    </a:cubicBezTo>
                    <a:close/>
                    <a:moveTo>
                      <a:pt x="82" y="192"/>
                    </a:moveTo>
                    <a:cubicBezTo>
                      <a:pt x="83" y="193"/>
                      <a:pt x="82" y="193"/>
                      <a:pt x="82" y="194"/>
                    </a:cubicBezTo>
                    <a:cubicBezTo>
                      <a:pt x="82" y="194"/>
                      <a:pt x="82" y="194"/>
                      <a:pt x="82" y="194"/>
                    </a:cubicBezTo>
                    <a:cubicBezTo>
                      <a:pt x="81" y="194"/>
                      <a:pt x="80" y="194"/>
                      <a:pt x="80" y="194"/>
                    </a:cubicBezTo>
                    <a:cubicBezTo>
                      <a:pt x="80" y="194"/>
                      <a:pt x="80" y="194"/>
                      <a:pt x="80" y="194"/>
                    </a:cubicBezTo>
                    <a:cubicBezTo>
                      <a:pt x="79" y="193"/>
                      <a:pt x="80" y="192"/>
                      <a:pt x="80" y="192"/>
                    </a:cubicBezTo>
                    <a:cubicBezTo>
                      <a:pt x="80" y="192"/>
                      <a:pt x="80" y="192"/>
                      <a:pt x="80" y="192"/>
                    </a:cubicBezTo>
                    <a:cubicBezTo>
                      <a:pt x="80" y="192"/>
                      <a:pt x="81" y="191"/>
                      <a:pt x="81" y="191"/>
                    </a:cubicBezTo>
                    <a:cubicBezTo>
                      <a:pt x="81" y="191"/>
                      <a:pt x="81" y="191"/>
                      <a:pt x="81" y="191"/>
                    </a:cubicBezTo>
                    <a:cubicBezTo>
                      <a:pt x="81" y="191"/>
                      <a:pt x="82" y="192"/>
                      <a:pt x="82" y="192"/>
                    </a:cubicBezTo>
                    <a:close/>
                    <a:moveTo>
                      <a:pt x="71" y="199"/>
                    </a:moveTo>
                    <a:cubicBezTo>
                      <a:pt x="71" y="200"/>
                      <a:pt x="71" y="201"/>
                      <a:pt x="70" y="201"/>
                    </a:cubicBezTo>
                    <a:cubicBezTo>
                      <a:pt x="70" y="201"/>
                      <a:pt x="70" y="201"/>
                      <a:pt x="70" y="201"/>
                    </a:cubicBezTo>
                    <a:cubicBezTo>
                      <a:pt x="70" y="202"/>
                      <a:pt x="69" y="202"/>
                      <a:pt x="69" y="201"/>
                    </a:cubicBezTo>
                    <a:cubicBezTo>
                      <a:pt x="69" y="201"/>
                      <a:pt x="69" y="201"/>
                      <a:pt x="69" y="201"/>
                    </a:cubicBezTo>
                    <a:cubicBezTo>
                      <a:pt x="68" y="200"/>
                      <a:pt x="68" y="199"/>
                      <a:pt x="69" y="199"/>
                    </a:cubicBezTo>
                    <a:cubicBezTo>
                      <a:pt x="69" y="199"/>
                      <a:pt x="69" y="199"/>
                      <a:pt x="69" y="199"/>
                    </a:cubicBezTo>
                    <a:cubicBezTo>
                      <a:pt x="69" y="199"/>
                      <a:pt x="69" y="199"/>
                      <a:pt x="70" y="199"/>
                    </a:cubicBezTo>
                    <a:cubicBezTo>
                      <a:pt x="70" y="199"/>
                      <a:pt x="70" y="199"/>
                      <a:pt x="70" y="199"/>
                    </a:cubicBezTo>
                    <a:cubicBezTo>
                      <a:pt x="70" y="199"/>
                      <a:pt x="71" y="199"/>
                      <a:pt x="71" y="199"/>
                    </a:cubicBezTo>
                    <a:close/>
                    <a:moveTo>
                      <a:pt x="60" y="207"/>
                    </a:moveTo>
                    <a:cubicBezTo>
                      <a:pt x="60" y="207"/>
                      <a:pt x="60" y="208"/>
                      <a:pt x="59" y="209"/>
                    </a:cubicBezTo>
                    <a:cubicBezTo>
                      <a:pt x="59" y="209"/>
                      <a:pt x="59" y="209"/>
                      <a:pt x="59" y="209"/>
                    </a:cubicBezTo>
                    <a:cubicBezTo>
                      <a:pt x="58" y="209"/>
                      <a:pt x="58" y="209"/>
                      <a:pt x="57" y="208"/>
                    </a:cubicBezTo>
                    <a:cubicBezTo>
                      <a:pt x="57" y="208"/>
                      <a:pt x="57" y="208"/>
                      <a:pt x="57" y="208"/>
                    </a:cubicBezTo>
                    <a:cubicBezTo>
                      <a:pt x="57" y="208"/>
                      <a:pt x="57" y="207"/>
                      <a:pt x="58" y="206"/>
                    </a:cubicBezTo>
                    <a:cubicBezTo>
                      <a:pt x="58" y="206"/>
                      <a:pt x="58" y="206"/>
                      <a:pt x="58" y="206"/>
                    </a:cubicBezTo>
                    <a:cubicBezTo>
                      <a:pt x="58" y="206"/>
                      <a:pt x="58" y="206"/>
                      <a:pt x="58" y="206"/>
                    </a:cubicBezTo>
                    <a:cubicBezTo>
                      <a:pt x="58" y="206"/>
                      <a:pt x="58" y="206"/>
                      <a:pt x="58" y="206"/>
                    </a:cubicBezTo>
                    <a:cubicBezTo>
                      <a:pt x="59" y="206"/>
                      <a:pt x="59" y="206"/>
                      <a:pt x="60" y="207"/>
                    </a:cubicBezTo>
                    <a:close/>
                    <a:moveTo>
                      <a:pt x="48" y="214"/>
                    </a:moveTo>
                    <a:cubicBezTo>
                      <a:pt x="49" y="215"/>
                      <a:pt x="48" y="216"/>
                      <a:pt x="48" y="216"/>
                    </a:cubicBezTo>
                    <a:cubicBezTo>
                      <a:pt x="48" y="216"/>
                      <a:pt x="48" y="216"/>
                      <a:pt x="48" y="216"/>
                    </a:cubicBezTo>
                    <a:cubicBezTo>
                      <a:pt x="47" y="216"/>
                      <a:pt x="46" y="216"/>
                      <a:pt x="46" y="216"/>
                    </a:cubicBezTo>
                    <a:cubicBezTo>
                      <a:pt x="46" y="216"/>
                      <a:pt x="46" y="216"/>
                      <a:pt x="46" y="216"/>
                    </a:cubicBezTo>
                    <a:cubicBezTo>
                      <a:pt x="46" y="215"/>
                      <a:pt x="46" y="214"/>
                      <a:pt x="46" y="214"/>
                    </a:cubicBezTo>
                    <a:cubicBezTo>
                      <a:pt x="46" y="214"/>
                      <a:pt x="46" y="214"/>
                      <a:pt x="46" y="214"/>
                    </a:cubicBezTo>
                    <a:cubicBezTo>
                      <a:pt x="47" y="214"/>
                      <a:pt x="47" y="214"/>
                      <a:pt x="47" y="214"/>
                    </a:cubicBezTo>
                    <a:cubicBezTo>
                      <a:pt x="47" y="214"/>
                      <a:pt x="47" y="214"/>
                      <a:pt x="47" y="214"/>
                    </a:cubicBezTo>
                    <a:cubicBezTo>
                      <a:pt x="48" y="214"/>
                      <a:pt x="48" y="214"/>
                      <a:pt x="48" y="214"/>
                    </a:cubicBezTo>
                    <a:close/>
                    <a:moveTo>
                      <a:pt x="37" y="222"/>
                    </a:moveTo>
                    <a:cubicBezTo>
                      <a:pt x="37" y="222"/>
                      <a:pt x="37" y="223"/>
                      <a:pt x="36" y="223"/>
                    </a:cubicBezTo>
                    <a:cubicBezTo>
                      <a:pt x="36" y="223"/>
                      <a:pt x="36" y="223"/>
                      <a:pt x="36" y="223"/>
                    </a:cubicBezTo>
                    <a:cubicBezTo>
                      <a:pt x="36" y="224"/>
                      <a:pt x="35" y="224"/>
                      <a:pt x="35" y="223"/>
                    </a:cubicBezTo>
                    <a:cubicBezTo>
                      <a:pt x="35" y="223"/>
                      <a:pt x="35" y="223"/>
                      <a:pt x="35" y="223"/>
                    </a:cubicBezTo>
                    <a:cubicBezTo>
                      <a:pt x="34" y="222"/>
                      <a:pt x="34" y="222"/>
                      <a:pt x="35" y="221"/>
                    </a:cubicBezTo>
                    <a:cubicBezTo>
                      <a:pt x="35" y="221"/>
                      <a:pt x="35" y="221"/>
                      <a:pt x="35" y="221"/>
                    </a:cubicBezTo>
                    <a:cubicBezTo>
                      <a:pt x="35" y="221"/>
                      <a:pt x="36" y="221"/>
                      <a:pt x="36" y="221"/>
                    </a:cubicBezTo>
                    <a:cubicBezTo>
                      <a:pt x="36" y="221"/>
                      <a:pt x="36" y="221"/>
                      <a:pt x="36" y="221"/>
                    </a:cubicBezTo>
                    <a:cubicBezTo>
                      <a:pt x="36" y="221"/>
                      <a:pt x="37" y="221"/>
                      <a:pt x="37" y="222"/>
                    </a:cubicBezTo>
                    <a:close/>
                    <a:moveTo>
                      <a:pt x="26" y="229"/>
                    </a:moveTo>
                    <a:cubicBezTo>
                      <a:pt x="26" y="230"/>
                      <a:pt x="26" y="230"/>
                      <a:pt x="25" y="231"/>
                    </a:cubicBezTo>
                    <a:cubicBezTo>
                      <a:pt x="25" y="231"/>
                      <a:pt x="25" y="231"/>
                      <a:pt x="25" y="231"/>
                    </a:cubicBezTo>
                    <a:cubicBezTo>
                      <a:pt x="25" y="231"/>
                      <a:pt x="24" y="231"/>
                      <a:pt x="23" y="230"/>
                    </a:cubicBezTo>
                    <a:cubicBezTo>
                      <a:pt x="23" y="230"/>
                      <a:pt x="23" y="230"/>
                      <a:pt x="23" y="230"/>
                    </a:cubicBezTo>
                    <a:cubicBezTo>
                      <a:pt x="23" y="230"/>
                      <a:pt x="23" y="229"/>
                      <a:pt x="24" y="228"/>
                    </a:cubicBezTo>
                    <a:cubicBezTo>
                      <a:pt x="24" y="228"/>
                      <a:pt x="24" y="228"/>
                      <a:pt x="24" y="228"/>
                    </a:cubicBezTo>
                    <a:cubicBezTo>
                      <a:pt x="24" y="228"/>
                      <a:pt x="24" y="228"/>
                      <a:pt x="24" y="228"/>
                    </a:cubicBezTo>
                    <a:cubicBezTo>
                      <a:pt x="24" y="228"/>
                      <a:pt x="24" y="228"/>
                      <a:pt x="24" y="228"/>
                    </a:cubicBezTo>
                    <a:cubicBezTo>
                      <a:pt x="25" y="228"/>
                      <a:pt x="25" y="228"/>
                      <a:pt x="26" y="229"/>
                    </a:cubicBezTo>
                    <a:close/>
                    <a:moveTo>
                      <a:pt x="14" y="236"/>
                    </a:moveTo>
                    <a:cubicBezTo>
                      <a:pt x="15" y="237"/>
                      <a:pt x="14" y="238"/>
                      <a:pt x="14" y="238"/>
                    </a:cubicBezTo>
                    <a:cubicBezTo>
                      <a:pt x="14" y="238"/>
                      <a:pt x="14" y="238"/>
                      <a:pt x="14" y="238"/>
                    </a:cubicBezTo>
                    <a:cubicBezTo>
                      <a:pt x="13" y="239"/>
                      <a:pt x="12" y="238"/>
                      <a:pt x="12" y="238"/>
                    </a:cubicBezTo>
                    <a:cubicBezTo>
                      <a:pt x="12" y="238"/>
                      <a:pt x="12" y="238"/>
                      <a:pt x="12" y="238"/>
                    </a:cubicBezTo>
                    <a:cubicBezTo>
                      <a:pt x="12" y="237"/>
                      <a:pt x="12" y="236"/>
                      <a:pt x="12" y="236"/>
                    </a:cubicBezTo>
                    <a:cubicBezTo>
                      <a:pt x="12" y="236"/>
                      <a:pt x="12" y="236"/>
                      <a:pt x="12" y="236"/>
                    </a:cubicBezTo>
                    <a:cubicBezTo>
                      <a:pt x="13" y="236"/>
                      <a:pt x="13" y="236"/>
                      <a:pt x="13" y="236"/>
                    </a:cubicBezTo>
                    <a:cubicBezTo>
                      <a:pt x="13" y="236"/>
                      <a:pt x="13" y="236"/>
                      <a:pt x="13" y="236"/>
                    </a:cubicBezTo>
                    <a:cubicBezTo>
                      <a:pt x="14" y="236"/>
                      <a:pt x="14" y="236"/>
                      <a:pt x="14" y="236"/>
                    </a:cubicBezTo>
                    <a:close/>
                    <a:moveTo>
                      <a:pt x="3" y="244"/>
                    </a:moveTo>
                    <a:cubicBezTo>
                      <a:pt x="3" y="244"/>
                      <a:pt x="3" y="245"/>
                      <a:pt x="3" y="245"/>
                    </a:cubicBezTo>
                    <a:cubicBezTo>
                      <a:pt x="3" y="245"/>
                      <a:pt x="3" y="245"/>
                      <a:pt x="3" y="245"/>
                    </a:cubicBezTo>
                    <a:cubicBezTo>
                      <a:pt x="2" y="246"/>
                      <a:pt x="1" y="246"/>
                      <a:pt x="1" y="245"/>
                    </a:cubicBezTo>
                    <a:cubicBezTo>
                      <a:pt x="1" y="245"/>
                      <a:pt x="1" y="245"/>
                      <a:pt x="1" y="245"/>
                    </a:cubicBezTo>
                    <a:cubicBezTo>
                      <a:pt x="0" y="244"/>
                      <a:pt x="1" y="244"/>
                      <a:pt x="1" y="243"/>
                    </a:cubicBezTo>
                    <a:cubicBezTo>
                      <a:pt x="1" y="243"/>
                      <a:pt x="1" y="243"/>
                      <a:pt x="1" y="243"/>
                    </a:cubicBezTo>
                    <a:cubicBezTo>
                      <a:pt x="1" y="243"/>
                      <a:pt x="2" y="243"/>
                      <a:pt x="2" y="243"/>
                    </a:cubicBezTo>
                    <a:cubicBezTo>
                      <a:pt x="2" y="243"/>
                      <a:pt x="2" y="243"/>
                      <a:pt x="2" y="243"/>
                    </a:cubicBezTo>
                    <a:cubicBezTo>
                      <a:pt x="2" y="243"/>
                      <a:pt x="3" y="243"/>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9" name="Google Shape;449;p8"/>
              <p:cNvSpPr/>
              <p:nvPr/>
            </p:nvSpPr>
            <p:spPr>
              <a:xfrm>
                <a:off x="18943966" y="2645018"/>
                <a:ext cx="19581" cy="11748"/>
              </a:xfrm>
              <a:custGeom>
                <a:avLst/>
                <a:gdLst/>
                <a:ahLst/>
                <a:cxnLst/>
                <a:rect l="l" t="t" r="r" b="b"/>
                <a:pathLst>
                  <a:path w="3" h="2" extrusionOk="0">
                    <a:moveTo>
                      <a:pt x="1" y="0"/>
                    </a:moveTo>
                    <a:cubicBezTo>
                      <a:pt x="2" y="0"/>
                      <a:pt x="2" y="0"/>
                      <a:pt x="2" y="0"/>
                    </a:cubicBezTo>
                    <a:cubicBezTo>
                      <a:pt x="2" y="0"/>
                      <a:pt x="2" y="0"/>
                      <a:pt x="2" y="0"/>
                    </a:cubicBezTo>
                    <a:cubicBezTo>
                      <a:pt x="3" y="0"/>
                      <a:pt x="3" y="1"/>
                      <a:pt x="3" y="1"/>
                    </a:cubicBezTo>
                    <a:cubicBezTo>
                      <a:pt x="3" y="1"/>
                      <a:pt x="3" y="1"/>
                      <a:pt x="3" y="1"/>
                    </a:cubicBezTo>
                    <a:cubicBezTo>
                      <a:pt x="3" y="2"/>
                      <a:pt x="2" y="2"/>
                      <a:pt x="2" y="2"/>
                    </a:cubicBezTo>
                    <a:cubicBezTo>
                      <a:pt x="2" y="2"/>
                      <a:pt x="2" y="2"/>
                      <a:pt x="2" y="2"/>
                    </a:cubicBezTo>
                    <a:cubicBezTo>
                      <a:pt x="2" y="2"/>
                      <a:pt x="1" y="2"/>
                      <a:pt x="1" y="2"/>
                    </a:cubicBezTo>
                    <a:cubicBezTo>
                      <a:pt x="1" y="2"/>
                      <a:pt x="1" y="2"/>
                      <a:pt x="0" y="2"/>
                    </a:cubicBezTo>
                    <a:cubicBezTo>
                      <a:pt x="0" y="2"/>
                      <a:pt x="0" y="2"/>
                      <a:pt x="0" y="1"/>
                    </a:cubicBezTo>
                    <a:cubicBezTo>
                      <a:pt x="0" y="1"/>
                      <a:pt x="0" y="1"/>
                      <a:pt x="0" y="1"/>
                    </a:cubicBezTo>
                    <a:cubicBezTo>
                      <a:pt x="0" y="1"/>
                      <a:pt x="0" y="0"/>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0" name="Google Shape;450;p8"/>
              <p:cNvSpPr/>
              <p:nvPr/>
            </p:nvSpPr>
            <p:spPr>
              <a:xfrm>
                <a:off x="16347584" y="4238870"/>
                <a:ext cx="19581" cy="15664"/>
              </a:xfrm>
              <a:custGeom>
                <a:avLst/>
                <a:gdLst/>
                <a:ahLst/>
                <a:cxnLst/>
                <a:rect l="l" t="t" r="r" b="b"/>
                <a:pathLst>
                  <a:path w="3" h="3" extrusionOk="0">
                    <a:moveTo>
                      <a:pt x="1" y="0"/>
                    </a:moveTo>
                    <a:cubicBezTo>
                      <a:pt x="1" y="0"/>
                      <a:pt x="2" y="0"/>
                      <a:pt x="2" y="0"/>
                    </a:cubicBezTo>
                    <a:cubicBezTo>
                      <a:pt x="2" y="1"/>
                      <a:pt x="2" y="1"/>
                      <a:pt x="2" y="1"/>
                    </a:cubicBezTo>
                    <a:cubicBezTo>
                      <a:pt x="2" y="1"/>
                      <a:pt x="3" y="1"/>
                      <a:pt x="3" y="2"/>
                    </a:cubicBezTo>
                    <a:cubicBezTo>
                      <a:pt x="3" y="2"/>
                      <a:pt x="2" y="2"/>
                      <a:pt x="2" y="3"/>
                    </a:cubicBezTo>
                    <a:cubicBezTo>
                      <a:pt x="2" y="3"/>
                      <a:pt x="1" y="3"/>
                      <a:pt x="1" y="3"/>
                    </a:cubicBezTo>
                    <a:cubicBezTo>
                      <a:pt x="1" y="3"/>
                      <a:pt x="0" y="3"/>
                      <a:pt x="0" y="3"/>
                    </a:cubicBezTo>
                    <a:cubicBezTo>
                      <a:pt x="0" y="2"/>
                      <a:pt x="0" y="2"/>
                      <a:pt x="0" y="2"/>
                    </a:cubicBezTo>
                    <a:cubicBezTo>
                      <a:pt x="0" y="1"/>
                      <a:pt x="0" y="1"/>
                      <a:pt x="0" y="1"/>
                    </a:cubicBezTo>
                    <a:cubicBezTo>
                      <a:pt x="0" y="1"/>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1" name="Google Shape;451;p8"/>
              <p:cNvSpPr/>
              <p:nvPr/>
            </p:nvSpPr>
            <p:spPr>
              <a:xfrm>
                <a:off x="16414158" y="2688095"/>
                <a:ext cx="2334003" cy="1523362"/>
              </a:xfrm>
              <a:custGeom>
                <a:avLst/>
                <a:gdLst/>
                <a:ahLst/>
                <a:cxnLst/>
                <a:rect l="l" t="t" r="r" b="b"/>
                <a:pathLst>
                  <a:path w="376" h="246" extrusionOk="0">
                    <a:moveTo>
                      <a:pt x="376" y="1"/>
                    </a:moveTo>
                    <a:cubicBezTo>
                      <a:pt x="376" y="1"/>
                      <a:pt x="376" y="2"/>
                      <a:pt x="375" y="2"/>
                    </a:cubicBezTo>
                    <a:cubicBezTo>
                      <a:pt x="375" y="2"/>
                      <a:pt x="375" y="2"/>
                      <a:pt x="375" y="2"/>
                    </a:cubicBezTo>
                    <a:cubicBezTo>
                      <a:pt x="375" y="3"/>
                      <a:pt x="374" y="3"/>
                      <a:pt x="374" y="2"/>
                    </a:cubicBezTo>
                    <a:cubicBezTo>
                      <a:pt x="374" y="2"/>
                      <a:pt x="374" y="2"/>
                      <a:pt x="374" y="2"/>
                    </a:cubicBezTo>
                    <a:cubicBezTo>
                      <a:pt x="373" y="1"/>
                      <a:pt x="373" y="1"/>
                      <a:pt x="374" y="0"/>
                    </a:cubicBezTo>
                    <a:cubicBezTo>
                      <a:pt x="374" y="0"/>
                      <a:pt x="374" y="0"/>
                      <a:pt x="374" y="0"/>
                    </a:cubicBezTo>
                    <a:cubicBezTo>
                      <a:pt x="374" y="0"/>
                      <a:pt x="374" y="0"/>
                      <a:pt x="375" y="0"/>
                    </a:cubicBezTo>
                    <a:cubicBezTo>
                      <a:pt x="375" y="0"/>
                      <a:pt x="375" y="0"/>
                      <a:pt x="375" y="0"/>
                    </a:cubicBezTo>
                    <a:cubicBezTo>
                      <a:pt x="375" y="0"/>
                      <a:pt x="376" y="0"/>
                      <a:pt x="376" y="1"/>
                    </a:cubicBezTo>
                    <a:close/>
                    <a:moveTo>
                      <a:pt x="364" y="8"/>
                    </a:moveTo>
                    <a:cubicBezTo>
                      <a:pt x="365" y="9"/>
                      <a:pt x="365" y="9"/>
                      <a:pt x="364" y="10"/>
                    </a:cubicBezTo>
                    <a:cubicBezTo>
                      <a:pt x="364" y="10"/>
                      <a:pt x="364" y="10"/>
                      <a:pt x="364" y="10"/>
                    </a:cubicBezTo>
                    <a:cubicBezTo>
                      <a:pt x="363" y="10"/>
                      <a:pt x="363" y="10"/>
                      <a:pt x="362" y="9"/>
                    </a:cubicBezTo>
                    <a:cubicBezTo>
                      <a:pt x="362" y="9"/>
                      <a:pt x="362" y="9"/>
                      <a:pt x="362" y="9"/>
                    </a:cubicBezTo>
                    <a:cubicBezTo>
                      <a:pt x="362" y="9"/>
                      <a:pt x="362" y="8"/>
                      <a:pt x="363" y="8"/>
                    </a:cubicBezTo>
                    <a:cubicBezTo>
                      <a:pt x="363" y="8"/>
                      <a:pt x="363" y="8"/>
                      <a:pt x="363" y="8"/>
                    </a:cubicBezTo>
                    <a:cubicBezTo>
                      <a:pt x="363" y="7"/>
                      <a:pt x="363" y="7"/>
                      <a:pt x="363" y="7"/>
                    </a:cubicBezTo>
                    <a:cubicBezTo>
                      <a:pt x="363" y="7"/>
                      <a:pt x="363" y="7"/>
                      <a:pt x="363" y="7"/>
                    </a:cubicBezTo>
                    <a:cubicBezTo>
                      <a:pt x="364" y="7"/>
                      <a:pt x="364" y="8"/>
                      <a:pt x="364" y="8"/>
                    </a:cubicBezTo>
                    <a:close/>
                    <a:moveTo>
                      <a:pt x="353" y="15"/>
                    </a:moveTo>
                    <a:cubicBezTo>
                      <a:pt x="354" y="16"/>
                      <a:pt x="353" y="17"/>
                      <a:pt x="353" y="17"/>
                    </a:cubicBezTo>
                    <a:cubicBezTo>
                      <a:pt x="353" y="17"/>
                      <a:pt x="353" y="17"/>
                      <a:pt x="353" y="17"/>
                    </a:cubicBezTo>
                    <a:cubicBezTo>
                      <a:pt x="352" y="18"/>
                      <a:pt x="351" y="17"/>
                      <a:pt x="351" y="17"/>
                    </a:cubicBezTo>
                    <a:cubicBezTo>
                      <a:pt x="351" y="17"/>
                      <a:pt x="351" y="17"/>
                      <a:pt x="351" y="17"/>
                    </a:cubicBezTo>
                    <a:cubicBezTo>
                      <a:pt x="351" y="16"/>
                      <a:pt x="351" y="15"/>
                      <a:pt x="351" y="15"/>
                    </a:cubicBezTo>
                    <a:cubicBezTo>
                      <a:pt x="351" y="15"/>
                      <a:pt x="351" y="15"/>
                      <a:pt x="351" y="15"/>
                    </a:cubicBezTo>
                    <a:cubicBezTo>
                      <a:pt x="352" y="15"/>
                      <a:pt x="352" y="15"/>
                      <a:pt x="352" y="15"/>
                    </a:cubicBezTo>
                    <a:cubicBezTo>
                      <a:pt x="352" y="15"/>
                      <a:pt x="352" y="15"/>
                      <a:pt x="352" y="15"/>
                    </a:cubicBezTo>
                    <a:cubicBezTo>
                      <a:pt x="352" y="15"/>
                      <a:pt x="353" y="15"/>
                      <a:pt x="353" y="15"/>
                    </a:cubicBezTo>
                    <a:close/>
                    <a:moveTo>
                      <a:pt x="342" y="23"/>
                    </a:moveTo>
                    <a:cubicBezTo>
                      <a:pt x="342" y="23"/>
                      <a:pt x="342" y="24"/>
                      <a:pt x="341" y="24"/>
                    </a:cubicBezTo>
                    <a:cubicBezTo>
                      <a:pt x="341" y="24"/>
                      <a:pt x="341" y="24"/>
                      <a:pt x="341" y="24"/>
                    </a:cubicBezTo>
                    <a:cubicBezTo>
                      <a:pt x="341" y="25"/>
                      <a:pt x="340" y="25"/>
                      <a:pt x="340" y="24"/>
                    </a:cubicBezTo>
                    <a:cubicBezTo>
                      <a:pt x="340" y="24"/>
                      <a:pt x="340" y="24"/>
                      <a:pt x="340" y="24"/>
                    </a:cubicBezTo>
                    <a:cubicBezTo>
                      <a:pt x="339" y="23"/>
                      <a:pt x="339" y="23"/>
                      <a:pt x="340" y="22"/>
                    </a:cubicBezTo>
                    <a:cubicBezTo>
                      <a:pt x="340" y="22"/>
                      <a:pt x="340" y="22"/>
                      <a:pt x="340" y="22"/>
                    </a:cubicBezTo>
                    <a:cubicBezTo>
                      <a:pt x="340" y="22"/>
                      <a:pt x="340" y="22"/>
                      <a:pt x="341" y="22"/>
                    </a:cubicBezTo>
                    <a:cubicBezTo>
                      <a:pt x="341" y="22"/>
                      <a:pt x="341" y="22"/>
                      <a:pt x="341" y="22"/>
                    </a:cubicBezTo>
                    <a:cubicBezTo>
                      <a:pt x="341" y="22"/>
                      <a:pt x="342" y="22"/>
                      <a:pt x="342" y="23"/>
                    </a:cubicBezTo>
                    <a:close/>
                    <a:moveTo>
                      <a:pt x="331" y="30"/>
                    </a:moveTo>
                    <a:cubicBezTo>
                      <a:pt x="331" y="31"/>
                      <a:pt x="331" y="31"/>
                      <a:pt x="330" y="32"/>
                    </a:cubicBezTo>
                    <a:cubicBezTo>
                      <a:pt x="330" y="32"/>
                      <a:pt x="330" y="32"/>
                      <a:pt x="330" y="32"/>
                    </a:cubicBezTo>
                    <a:cubicBezTo>
                      <a:pt x="330" y="32"/>
                      <a:pt x="329" y="32"/>
                      <a:pt x="328" y="31"/>
                    </a:cubicBezTo>
                    <a:cubicBezTo>
                      <a:pt x="328" y="31"/>
                      <a:pt x="328" y="31"/>
                      <a:pt x="328" y="31"/>
                    </a:cubicBezTo>
                    <a:cubicBezTo>
                      <a:pt x="328" y="31"/>
                      <a:pt x="328" y="30"/>
                      <a:pt x="329" y="30"/>
                    </a:cubicBezTo>
                    <a:cubicBezTo>
                      <a:pt x="329" y="30"/>
                      <a:pt x="329" y="30"/>
                      <a:pt x="329" y="30"/>
                    </a:cubicBezTo>
                    <a:cubicBezTo>
                      <a:pt x="329" y="29"/>
                      <a:pt x="329" y="29"/>
                      <a:pt x="329" y="29"/>
                    </a:cubicBezTo>
                    <a:cubicBezTo>
                      <a:pt x="329" y="29"/>
                      <a:pt x="329" y="29"/>
                      <a:pt x="329" y="29"/>
                    </a:cubicBezTo>
                    <a:cubicBezTo>
                      <a:pt x="330" y="29"/>
                      <a:pt x="330" y="30"/>
                      <a:pt x="331" y="30"/>
                    </a:cubicBezTo>
                    <a:close/>
                    <a:moveTo>
                      <a:pt x="319" y="37"/>
                    </a:moveTo>
                    <a:cubicBezTo>
                      <a:pt x="320" y="38"/>
                      <a:pt x="319" y="39"/>
                      <a:pt x="319" y="39"/>
                    </a:cubicBezTo>
                    <a:cubicBezTo>
                      <a:pt x="319" y="39"/>
                      <a:pt x="319" y="39"/>
                      <a:pt x="319" y="39"/>
                    </a:cubicBezTo>
                    <a:cubicBezTo>
                      <a:pt x="318" y="40"/>
                      <a:pt x="317" y="39"/>
                      <a:pt x="317" y="39"/>
                    </a:cubicBezTo>
                    <a:cubicBezTo>
                      <a:pt x="317" y="39"/>
                      <a:pt x="317" y="39"/>
                      <a:pt x="317" y="39"/>
                    </a:cubicBezTo>
                    <a:cubicBezTo>
                      <a:pt x="317" y="38"/>
                      <a:pt x="317" y="37"/>
                      <a:pt x="317" y="37"/>
                    </a:cubicBezTo>
                    <a:cubicBezTo>
                      <a:pt x="317" y="37"/>
                      <a:pt x="317" y="37"/>
                      <a:pt x="317" y="37"/>
                    </a:cubicBezTo>
                    <a:cubicBezTo>
                      <a:pt x="318" y="37"/>
                      <a:pt x="318" y="37"/>
                      <a:pt x="318" y="37"/>
                    </a:cubicBezTo>
                    <a:cubicBezTo>
                      <a:pt x="318" y="37"/>
                      <a:pt x="318" y="37"/>
                      <a:pt x="318" y="37"/>
                    </a:cubicBezTo>
                    <a:cubicBezTo>
                      <a:pt x="319" y="37"/>
                      <a:pt x="319" y="37"/>
                      <a:pt x="319" y="37"/>
                    </a:cubicBezTo>
                    <a:close/>
                    <a:moveTo>
                      <a:pt x="308" y="45"/>
                    </a:moveTo>
                    <a:cubicBezTo>
                      <a:pt x="308" y="45"/>
                      <a:pt x="308" y="46"/>
                      <a:pt x="308" y="47"/>
                    </a:cubicBezTo>
                    <a:cubicBezTo>
                      <a:pt x="308" y="47"/>
                      <a:pt x="308" y="47"/>
                      <a:pt x="308" y="47"/>
                    </a:cubicBezTo>
                    <a:cubicBezTo>
                      <a:pt x="307" y="47"/>
                      <a:pt x="306" y="47"/>
                      <a:pt x="306" y="46"/>
                    </a:cubicBezTo>
                    <a:cubicBezTo>
                      <a:pt x="306" y="46"/>
                      <a:pt x="306" y="46"/>
                      <a:pt x="306" y="46"/>
                    </a:cubicBezTo>
                    <a:cubicBezTo>
                      <a:pt x="305" y="46"/>
                      <a:pt x="305" y="45"/>
                      <a:pt x="306" y="44"/>
                    </a:cubicBezTo>
                    <a:cubicBezTo>
                      <a:pt x="306" y="44"/>
                      <a:pt x="306" y="44"/>
                      <a:pt x="306" y="44"/>
                    </a:cubicBezTo>
                    <a:cubicBezTo>
                      <a:pt x="306" y="44"/>
                      <a:pt x="307" y="44"/>
                      <a:pt x="307" y="44"/>
                    </a:cubicBezTo>
                    <a:cubicBezTo>
                      <a:pt x="307" y="44"/>
                      <a:pt x="307" y="44"/>
                      <a:pt x="307" y="44"/>
                    </a:cubicBezTo>
                    <a:cubicBezTo>
                      <a:pt x="307" y="44"/>
                      <a:pt x="308" y="44"/>
                      <a:pt x="308" y="45"/>
                    </a:cubicBezTo>
                    <a:close/>
                    <a:moveTo>
                      <a:pt x="297" y="52"/>
                    </a:moveTo>
                    <a:cubicBezTo>
                      <a:pt x="297" y="53"/>
                      <a:pt x="297" y="54"/>
                      <a:pt x="296" y="54"/>
                    </a:cubicBezTo>
                    <a:cubicBezTo>
                      <a:pt x="296" y="54"/>
                      <a:pt x="296" y="54"/>
                      <a:pt x="296" y="54"/>
                    </a:cubicBezTo>
                    <a:cubicBezTo>
                      <a:pt x="296" y="54"/>
                      <a:pt x="295" y="54"/>
                      <a:pt x="294" y="54"/>
                    </a:cubicBezTo>
                    <a:cubicBezTo>
                      <a:pt x="294" y="54"/>
                      <a:pt x="294" y="54"/>
                      <a:pt x="294" y="54"/>
                    </a:cubicBezTo>
                    <a:cubicBezTo>
                      <a:pt x="294" y="53"/>
                      <a:pt x="294" y="52"/>
                      <a:pt x="295" y="52"/>
                    </a:cubicBezTo>
                    <a:cubicBezTo>
                      <a:pt x="295" y="52"/>
                      <a:pt x="295" y="52"/>
                      <a:pt x="295" y="52"/>
                    </a:cubicBezTo>
                    <a:cubicBezTo>
                      <a:pt x="295" y="52"/>
                      <a:pt x="295" y="51"/>
                      <a:pt x="296" y="51"/>
                    </a:cubicBezTo>
                    <a:cubicBezTo>
                      <a:pt x="296" y="51"/>
                      <a:pt x="296" y="51"/>
                      <a:pt x="296" y="51"/>
                    </a:cubicBezTo>
                    <a:cubicBezTo>
                      <a:pt x="296" y="51"/>
                      <a:pt x="296" y="52"/>
                      <a:pt x="297" y="52"/>
                    </a:cubicBezTo>
                    <a:close/>
                    <a:moveTo>
                      <a:pt x="285" y="59"/>
                    </a:moveTo>
                    <a:cubicBezTo>
                      <a:pt x="286" y="60"/>
                      <a:pt x="286" y="61"/>
                      <a:pt x="285" y="61"/>
                    </a:cubicBezTo>
                    <a:cubicBezTo>
                      <a:pt x="285" y="61"/>
                      <a:pt x="285" y="61"/>
                      <a:pt x="285" y="61"/>
                    </a:cubicBezTo>
                    <a:cubicBezTo>
                      <a:pt x="284" y="62"/>
                      <a:pt x="283" y="62"/>
                      <a:pt x="283" y="61"/>
                    </a:cubicBezTo>
                    <a:cubicBezTo>
                      <a:pt x="283" y="61"/>
                      <a:pt x="283" y="61"/>
                      <a:pt x="283" y="61"/>
                    </a:cubicBezTo>
                    <a:cubicBezTo>
                      <a:pt x="283" y="60"/>
                      <a:pt x="283" y="59"/>
                      <a:pt x="283" y="59"/>
                    </a:cubicBezTo>
                    <a:cubicBezTo>
                      <a:pt x="283" y="59"/>
                      <a:pt x="283" y="59"/>
                      <a:pt x="283" y="59"/>
                    </a:cubicBezTo>
                    <a:cubicBezTo>
                      <a:pt x="284" y="59"/>
                      <a:pt x="284" y="59"/>
                      <a:pt x="284" y="59"/>
                    </a:cubicBezTo>
                    <a:cubicBezTo>
                      <a:pt x="284" y="59"/>
                      <a:pt x="284" y="59"/>
                      <a:pt x="284" y="59"/>
                    </a:cubicBezTo>
                    <a:cubicBezTo>
                      <a:pt x="285" y="59"/>
                      <a:pt x="285" y="59"/>
                      <a:pt x="285" y="59"/>
                    </a:cubicBezTo>
                    <a:close/>
                    <a:moveTo>
                      <a:pt x="274" y="67"/>
                    </a:moveTo>
                    <a:cubicBezTo>
                      <a:pt x="274" y="67"/>
                      <a:pt x="274" y="68"/>
                      <a:pt x="274" y="69"/>
                    </a:cubicBezTo>
                    <a:cubicBezTo>
                      <a:pt x="274" y="69"/>
                      <a:pt x="274" y="69"/>
                      <a:pt x="274" y="69"/>
                    </a:cubicBezTo>
                    <a:cubicBezTo>
                      <a:pt x="273" y="69"/>
                      <a:pt x="272" y="69"/>
                      <a:pt x="272" y="68"/>
                    </a:cubicBezTo>
                    <a:cubicBezTo>
                      <a:pt x="272" y="68"/>
                      <a:pt x="272" y="68"/>
                      <a:pt x="272" y="68"/>
                    </a:cubicBezTo>
                    <a:cubicBezTo>
                      <a:pt x="271" y="68"/>
                      <a:pt x="272" y="67"/>
                      <a:pt x="272" y="66"/>
                    </a:cubicBezTo>
                    <a:cubicBezTo>
                      <a:pt x="272" y="66"/>
                      <a:pt x="272" y="66"/>
                      <a:pt x="272" y="66"/>
                    </a:cubicBezTo>
                    <a:cubicBezTo>
                      <a:pt x="272" y="66"/>
                      <a:pt x="273" y="66"/>
                      <a:pt x="273" y="66"/>
                    </a:cubicBezTo>
                    <a:cubicBezTo>
                      <a:pt x="273" y="66"/>
                      <a:pt x="273" y="66"/>
                      <a:pt x="273" y="66"/>
                    </a:cubicBezTo>
                    <a:cubicBezTo>
                      <a:pt x="273" y="66"/>
                      <a:pt x="274" y="66"/>
                      <a:pt x="274" y="67"/>
                    </a:cubicBezTo>
                    <a:close/>
                    <a:moveTo>
                      <a:pt x="263" y="74"/>
                    </a:moveTo>
                    <a:cubicBezTo>
                      <a:pt x="263" y="75"/>
                      <a:pt x="263" y="76"/>
                      <a:pt x="262" y="76"/>
                    </a:cubicBezTo>
                    <a:cubicBezTo>
                      <a:pt x="262" y="76"/>
                      <a:pt x="262" y="76"/>
                      <a:pt x="262" y="76"/>
                    </a:cubicBezTo>
                    <a:cubicBezTo>
                      <a:pt x="262" y="76"/>
                      <a:pt x="261" y="76"/>
                      <a:pt x="260" y="76"/>
                    </a:cubicBezTo>
                    <a:cubicBezTo>
                      <a:pt x="260" y="76"/>
                      <a:pt x="260" y="76"/>
                      <a:pt x="260" y="76"/>
                    </a:cubicBezTo>
                    <a:cubicBezTo>
                      <a:pt x="260" y="75"/>
                      <a:pt x="260" y="74"/>
                      <a:pt x="261" y="74"/>
                    </a:cubicBezTo>
                    <a:cubicBezTo>
                      <a:pt x="261" y="74"/>
                      <a:pt x="261" y="74"/>
                      <a:pt x="261" y="74"/>
                    </a:cubicBezTo>
                    <a:cubicBezTo>
                      <a:pt x="261" y="74"/>
                      <a:pt x="261" y="74"/>
                      <a:pt x="262" y="74"/>
                    </a:cubicBezTo>
                    <a:cubicBezTo>
                      <a:pt x="262" y="74"/>
                      <a:pt x="262" y="74"/>
                      <a:pt x="262" y="74"/>
                    </a:cubicBezTo>
                    <a:cubicBezTo>
                      <a:pt x="262" y="74"/>
                      <a:pt x="262" y="74"/>
                      <a:pt x="263" y="74"/>
                    </a:cubicBezTo>
                    <a:close/>
                    <a:moveTo>
                      <a:pt x="251" y="82"/>
                    </a:moveTo>
                    <a:cubicBezTo>
                      <a:pt x="252" y="82"/>
                      <a:pt x="252" y="83"/>
                      <a:pt x="251" y="83"/>
                    </a:cubicBezTo>
                    <a:cubicBezTo>
                      <a:pt x="251" y="83"/>
                      <a:pt x="251" y="83"/>
                      <a:pt x="251" y="83"/>
                    </a:cubicBezTo>
                    <a:cubicBezTo>
                      <a:pt x="250" y="84"/>
                      <a:pt x="250" y="84"/>
                      <a:pt x="249" y="83"/>
                    </a:cubicBezTo>
                    <a:cubicBezTo>
                      <a:pt x="249" y="83"/>
                      <a:pt x="249" y="83"/>
                      <a:pt x="249" y="83"/>
                    </a:cubicBezTo>
                    <a:cubicBezTo>
                      <a:pt x="249" y="82"/>
                      <a:pt x="249" y="82"/>
                      <a:pt x="250" y="81"/>
                    </a:cubicBezTo>
                    <a:cubicBezTo>
                      <a:pt x="250" y="81"/>
                      <a:pt x="250" y="81"/>
                      <a:pt x="250" y="81"/>
                    </a:cubicBezTo>
                    <a:cubicBezTo>
                      <a:pt x="250" y="81"/>
                      <a:pt x="250" y="81"/>
                      <a:pt x="250" y="81"/>
                    </a:cubicBezTo>
                    <a:cubicBezTo>
                      <a:pt x="250" y="81"/>
                      <a:pt x="250" y="81"/>
                      <a:pt x="250" y="81"/>
                    </a:cubicBezTo>
                    <a:cubicBezTo>
                      <a:pt x="251" y="81"/>
                      <a:pt x="251" y="81"/>
                      <a:pt x="251" y="82"/>
                    </a:cubicBezTo>
                    <a:close/>
                    <a:moveTo>
                      <a:pt x="240" y="89"/>
                    </a:moveTo>
                    <a:cubicBezTo>
                      <a:pt x="241" y="90"/>
                      <a:pt x="240" y="90"/>
                      <a:pt x="240" y="91"/>
                    </a:cubicBezTo>
                    <a:cubicBezTo>
                      <a:pt x="240" y="91"/>
                      <a:pt x="240" y="91"/>
                      <a:pt x="240" y="91"/>
                    </a:cubicBezTo>
                    <a:cubicBezTo>
                      <a:pt x="239" y="91"/>
                      <a:pt x="238" y="91"/>
                      <a:pt x="238" y="90"/>
                    </a:cubicBezTo>
                    <a:cubicBezTo>
                      <a:pt x="238" y="90"/>
                      <a:pt x="238" y="90"/>
                      <a:pt x="238" y="90"/>
                    </a:cubicBezTo>
                    <a:cubicBezTo>
                      <a:pt x="237" y="90"/>
                      <a:pt x="238" y="89"/>
                      <a:pt x="238" y="89"/>
                    </a:cubicBezTo>
                    <a:cubicBezTo>
                      <a:pt x="238" y="89"/>
                      <a:pt x="238" y="89"/>
                      <a:pt x="238" y="89"/>
                    </a:cubicBezTo>
                    <a:cubicBezTo>
                      <a:pt x="238" y="88"/>
                      <a:pt x="239" y="88"/>
                      <a:pt x="239" y="88"/>
                    </a:cubicBezTo>
                    <a:cubicBezTo>
                      <a:pt x="239" y="88"/>
                      <a:pt x="239" y="88"/>
                      <a:pt x="239" y="88"/>
                    </a:cubicBezTo>
                    <a:cubicBezTo>
                      <a:pt x="239" y="88"/>
                      <a:pt x="240" y="89"/>
                      <a:pt x="240" y="89"/>
                    </a:cubicBezTo>
                    <a:close/>
                    <a:moveTo>
                      <a:pt x="229" y="96"/>
                    </a:moveTo>
                    <a:cubicBezTo>
                      <a:pt x="229" y="97"/>
                      <a:pt x="229" y="98"/>
                      <a:pt x="228" y="98"/>
                    </a:cubicBezTo>
                    <a:cubicBezTo>
                      <a:pt x="228" y="98"/>
                      <a:pt x="228" y="98"/>
                      <a:pt x="228" y="98"/>
                    </a:cubicBezTo>
                    <a:cubicBezTo>
                      <a:pt x="228" y="99"/>
                      <a:pt x="227" y="98"/>
                      <a:pt x="227" y="98"/>
                    </a:cubicBezTo>
                    <a:cubicBezTo>
                      <a:pt x="227" y="98"/>
                      <a:pt x="227" y="98"/>
                      <a:pt x="227" y="98"/>
                    </a:cubicBezTo>
                    <a:cubicBezTo>
                      <a:pt x="226" y="97"/>
                      <a:pt x="226" y="96"/>
                      <a:pt x="227" y="96"/>
                    </a:cubicBezTo>
                    <a:cubicBezTo>
                      <a:pt x="227" y="96"/>
                      <a:pt x="227" y="96"/>
                      <a:pt x="227" y="96"/>
                    </a:cubicBezTo>
                    <a:cubicBezTo>
                      <a:pt x="227" y="96"/>
                      <a:pt x="227" y="96"/>
                      <a:pt x="228" y="96"/>
                    </a:cubicBezTo>
                    <a:cubicBezTo>
                      <a:pt x="228" y="96"/>
                      <a:pt x="228" y="96"/>
                      <a:pt x="228" y="96"/>
                    </a:cubicBezTo>
                    <a:cubicBezTo>
                      <a:pt x="228" y="96"/>
                      <a:pt x="229" y="96"/>
                      <a:pt x="229" y="96"/>
                    </a:cubicBezTo>
                    <a:close/>
                    <a:moveTo>
                      <a:pt x="217" y="104"/>
                    </a:moveTo>
                    <a:cubicBezTo>
                      <a:pt x="218" y="104"/>
                      <a:pt x="218" y="105"/>
                      <a:pt x="217" y="105"/>
                    </a:cubicBezTo>
                    <a:cubicBezTo>
                      <a:pt x="217" y="105"/>
                      <a:pt x="217" y="105"/>
                      <a:pt x="217" y="105"/>
                    </a:cubicBezTo>
                    <a:cubicBezTo>
                      <a:pt x="216" y="106"/>
                      <a:pt x="216" y="106"/>
                      <a:pt x="215" y="105"/>
                    </a:cubicBezTo>
                    <a:cubicBezTo>
                      <a:pt x="215" y="105"/>
                      <a:pt x="215" y="105"/>
                      <a:pt x="215" y="105"/>
                    </a:cubicBezTo>
                    <a:cubicBezTo>
                      <a:pt x="215" y="105"/>
                      <a:pt x="215" y="104"/>
                      <a:pt x="216" y="103"/>
                    </a:cubicBezTo>
                    <a:cubicBezTo>
                      <a:pt x="216" y="103"/>
                      <a:pt x="216" y="103"/>
                      <a:pt x="216" y="103"/>
                    </a:cubicBezTo>
                    <a:cubicBezTo>
                      <a:pt x="216" y="103"/>
                      <a:pt x="216" y="103"/>
                      <a:pt x="216" y="103"/>
                    </a:cubicBezTo>
                    <a:cubicBezTo>
                      <a:pt x="216" y="103"/>
                      <a:pt x="216" y="103"/>
                      <a:pt x="216" y="103"/>
                    </a:cubicBezTo>
                    <a:cubicBezTo>
                      <a:pt x="217" y="103"/>
                      <a:pt x="217" y="103"/>
                      <a:pt x="217" y="104"/>
                    </a:cubicBezTo>
                    <a:close/>
                    <a:moveTo>
                      <a:pt x="206" y="111"/>
                    </a:moveTo>
                    <a:cubicBezTo>
                      <a:pt x="207" y="112"/>
                      <a:pt x="206" y="112"/>
                      <a:pt x="206" y="113"/>
                    </a:cubicBezTo>
                    <a:cubicBezTo>
                      <a:pt x="206" y="113"/>
                      <a:pt x="206" y="113"/>
                      <a:pt x="206" y="113"/>
                    </a:cubicBezTo>
                    <a:cubicBezTo>
                      <a:pt x="205" y="113"/>
                      <a:pt x="204" y="113"/>
                      <a:pt x="204" y="112"/>
                    </a:cubicBezTo>
                    <a:cubicBezTo>
                      <a:pt x="204" y="112"/>
                      <a:pt x="204" y="112"/>
                      <a:pt x="204" y="112"/>
                    </a:cubicBezTo>
                    <a:cubicBezTo>
                      <a:pt x="204" y="112"/>
                      <a:pt x="204" y="111"/>
                      <a:pt x="204" y="111"/>
                    </a:cubicBezTo>
                    <a:cubicBezTo>
                      <a:pt x="204" y="111"/>
                      <a:pt x="204" y="111"/>
                      <a:pt x="204" y="111"/>
                    </a:cubicBezTo>
                    <a:cubicBezTo>
                      <a:pt x="205" y="110"/>
                      <a:pt x="205" y="110"/>
                      <a:pt x="205" y="110"/>
                    </a:cubicBezTo>
                    <a:cubicBezTo>
                      <a:pt x="205" y="110"/>
                      <a:pt x="205" y="110"/>
                      <a:pt x="205" y="110"/>
                    </a:cubicBezTo>
                    <a:cubicBezTo>
                      <a:pt x="205" y="110"/>
                      <a:pt x="206" y="111"/>
                      <a:pt x="206" y="111"/>
                    </a:cubicBezTo>
                    <a:close/>
                    <a:moveTo>
                      <a:pt x="195" y="118"/>
                    </a:moveTo>
                    <a:cubicBezTo>
                      <a:pt x="195" y="119"/>
                      <a:pt x="195" y="120"/>
                      <a:pt x="194" y="120"/>
                    </a:cubicBezTo>
                    <a:cubicBezTo>
                      <a:pt x="194" y="120"/>
                      <a:pt x="194" y="120"/>
                      <a:pt x="194" y="120"/>
                    </a:cubicBezTo>
                    <a:cubicBezTo>
                      <a:pt x="194" y="121"/>
                      <a:pt x="193" y="120"/>
                      <a:pt x="193" y="120"/>
                    </a:cubicBezTo>
                    <a:cubicBezTo>
                      <a:pt x="193" y="120"/>
                      <a:pt x="193" y="120"/>
                      <a:pt x="193" y="120"/>
                    </a:cubicBezTo>
                    <a:cubicBezTo>
                      <a:pt x="192" y="119"/>
                      <a:pt x="192" y="118"/>
                      <a:pt x="193" y="118"/>
                    </a:cubicBezTo>
                    <a:cubicBezTo>
                      <a:pt x="193" y="118"/>
                      <a:pt x="193" y="118"/>
                      <a:pt x="193" y="118"/>
                    </a:cubicBezTo>
                    <a:cubicBezTo>
                      <a:pt x="193" y="118"/>
                      <a:pt x="193" y="118"/>
                      <a:pt x="194" y="118"/>
                    </a:cubicBezTo>
                    <a:cubicBezTo>
                      <a:pt x="194" y="118"/>
                      <a:pt x="194" y="118"/>
                      <a:pt x="194" y="118"/>
                    </a:cubicBezTo>
                    <a:cubicBezTo>
                      <a:pt x="194" y="118"/>
                      <a:pt x="195" y="118"/>
                      <a:pt x="195" y="118"/>
                    </a:cubicBezTo>
                    <a:close/>
                    <a:moveTo>
                      <a:pt x="184" y="126"/>
                    </a:moveTo>
                    <a:cubicBezTo>
                      <a:pt x="184" y="126"/>
                      <a:pt x="184" y="127"/>
                      <a:pt x="183" y="128"/>
                    </a:cubicBezTo>
                    <a:cubicBezTo>
                      <a:pt x="183" y="128"/>
                      <a:pt x="183" y="128"/>
                      <a:pt x="183" y="128"/>
                    </a:cubicBezTo>
                    <a:cubicBezTo>
                      <a:pt x="183" y="128"/>
                      <a:pt x="182" y="128"/>
                      <a:pt x="181" y="127"/>
                    </a:cubicBezTo>
                    <a:cubicBezTo>
                      <a:pt x="181" y="127"/>
                      <a:pt x="181" y="127"/>
                      <a:pt x="181" y="127"/>
                    </a:cubicBezTo>
                    <a:cubicBezTo>
                      <a:pt x="181" y="127"/>
                      <a:pt x="181" y="126"/>
                      <a:pt x="182" y="125"/>
                    </a:cubicBezTo>
                    <a:cubicBezTo>
                      <a:pt x="182" y="125"/>
                      <a:pt x="182" y="125"/>
                      <a:pt x="182" y="125"/>
                    </a:cubicBezTo>
                    <a:cubicBezTo>
                      <a:pt x="182" y="125"/>
                      <a:pt x="182" y="125"/>
                      <a:pt x="182" y="125"/>
                    </a:cubicBezTo>
                    <a:cubicBezTo>
                      <a:pt x="182" y="125"/>
                      <a:pt x="182" y="125"/>
                      <a:pt x="182" y="125"/>
                    </a:cubicBezTo>
                    <a:cubicBezTo>
                      <a:pt x="183" y="125"/>
                      <a:pt x="183" y="125"/>
                      <a:pt x="184" y="126"/>
                    </a:cubicBezTo>
                    <a:close/>
                    <a:moveTo>
                      <a:pt x="172" y="133"/>
                    </a:moveTo>
                    <a:cubicBezTo>
                      <a:pt x="173" y="134"/>
                      <a:pt x="172" y="135"/>
                      <a:pt x="172" y="135"/>
                    </a:cubicBezTo>
                    <a:cubicBezTo>
                      <a:pt x="172" y="135"/>
                      <a:pt x="172" y="135"/>
                      <a:pt x="172" y="135"/>
                    </a:cubicBezTo>
                    <a:cubicBezTo>
                      <a:pt x="171" y="135"/>
                      <a:pt x="170" y="135"/>
                      <a:pt x="170" y="135"/>
                    </a:cubicBezTo>
                    <a:cubicBezTo>
                      <a:pt x="170" y="135"/>
                      <a:pt x="170" y="135"/>
                      <a:pt x="170" y="135"/>
                    </a:cubicBezTo>
                    <a:cubicBezTo>
                      <a:pt x="170" y="134"/>
                      <a:pt x="170" y="133"/>
                      <a:pt x="170" y="133"/>
                    </a:cubicBezTo>
                    <a:cubicBezTo>
                      <a:pt x="170" y="133"/>
                      <a:pt x="170" y="133"/>
                      <a:pt x="170" y="133"/>
                    </a:cubicBezTo>
                    <a:cubicBezTo>
                      <a:pt x="171" y="133"/>
                      <a:pt x="171" y="133"/>
                      <a:pt x="171" y="133"/>
                    </a:cubicBezTo>
                    <a:cubicBezTo>
                      <a:pt x="171" y="133"/>
                      <a:pt x="171" y="133"/>
                      <a:pt x="171" y="133"/>
                    </a:cubicBezTo>
                    <a:cubicBezTo>
                      <a:pt x="172" y="133"/>
                      <a:pt x="172" y="133"/>
                      <a:pt x="172" y="133"/>
                    </a:cubicBezTo>
                    <a:close/>
                    <a:moveTo>
                      <a:pt x="161" y="140"/>
                    </a:moveTo>
                    <a:cubicBezTo>
                      <a:pt x="161" y="141"/>
                      <a:pt x="161" y="142"/>
                      <a:pt x="161" y="142"/>
                    </a:cubicBezTo>
                    <a:cubicBezTo>
                      <a:pt x="161" y="142"/>
                      <a:pt x="161" y="142"/>
                      <a:pt x="161" y="142"/>
                    </a:cubicBezTo>
                    <a:cubicBezTo>
                      <a:pt x="160" y="143"/>
                      <a:pt x="159" y="143"/>
                      <a:pt x="159" y="142"/>
                    </a:cubicBezTo>
                    <a:cubicBezTo>
                      <a:pt x="159" y="142"/>
                      <a:pt x="159" y="142"/>
                      <a:pt x="159" y="142"/>
                    </a:cubicBezTo>
                    <a:cubicBezTo>
                      <a:pt x="158" y="141"/>
                      <a:pt x="158" y="140"/>
                      <a:pt x="159" y="140"/>
                    </a:cubicBezTo>
                    <a:cubicBezTo>
                      <a:pt x="159" y="140"/>
                      <a:pt x="159" y="140"/>
                      <a:pt x="159" y="140"/>
                    </a:cubicBezTo>
                    <a:cubicBezTo>
                      <a:pt x="159" y="140"/>
                      <a:pt x="160" y="140"/>
                      <a:pt x="160" y="140"/>
                    </a:cubicBezTo>
                    <a:cubicBezTo>
                      <a:pt x="160" y="140"/>
                      <a:pt x="160" y="140"/>
                      <a:pt x="160" y="140"/>
                    </a:cubicBezTo>
                    <a:cubicBezTo>
                      <a:pt x="160" y="140"/>
                      <a:pt x="161" y="140"/>
                      <a:pt x="161" y="140"/>
                    </a:cubicBezTo>
                    <a:close/>
                    <a:moveTo>
                      <a:pt x="150" y="148"/>
                    </a:moveTo>
                    <a:cubicBezTo>
                      <a:pt x="150" y="148"/>
                      <a:pt x="150" y="149"/>
                      <a:pt x="149" y="150"/>
                    </a:cubicBezTo>
                    <a:cubicBezTo>
                      <a:pt x="149" y="150"/>
                      <a:pt x="149" y="150"/>
                      <a:pt x="149" y="150"/>
                    </a:cubicBezTo>
                    <a:cubicBezTo>
                      <a:pt x="149" y="150"/>
                      <a:pt x="148" y="150"/>
                      <a:pt x="147" y="149"/>
                    </a:cubicBezTo>
                    <a:cubicBezTo>
                      <a:pt x="147" y="149"/>
                      <a:pt x="147" y="149"/>
                      <a:pt x="147" y="149"/>
                    </a:cubicBezTo>
                    <a:cubicBezTo>
                      <a:pt x="147" y="149"/>
                      <a:pt x="147" y="148"/>
                      <a:pt x="148" y="147"/>
                    </a:cubicBezTo>
                    <a:cubicBezTo>
                      <a:pt x="148" y="147"/>
                      <a:pt x="148" y="147"/>
                      <a:pt x="148" y="147"/>
                    </a:cubicBezTo>
                    <a:cubicBezTo>
                      <a:pt x="148" y="147"/>
                      <a:pt x="148" y="147"/>
                      <a:pt x="149" y="147"/>
                    </a:cubicBezTo>
                    <a:cubicBezTo>
                      <a:pt x="149" y="147"/>
                      <a:pt x="149" y="147"/>
                      <a:pt x="149" y="147"/>
                    </a:cubicBezTo>
                    <a:cubicBezTo>
                      <a:pt x="149" y="147"/>
                      <a:pt x="149" y="147"/>
                      <a:pt x="150" y="148"/>
                    </a:cubicBezTo>
                    <a:close/>
                    <a:moveTo>
                      <a:pt x="138" y="155"/>
                    </a:moveTo>
                    <a:cubicBezTo>
                      <a:pt x="139" y="156"/>
                      <a:pt x="139" y="157"/>
                      <a:pt x="138" y="157"/>
                    </a:cubicBezTo>
                    <a:cubicBezTo>
                      <a:pt x="138" y="157"/>
                      <a:pt x="138" y="157"/>
                      <a:pt x="138" y="157"/>
                    </a:cubicBezTo>
                    <a:cubicBezTo>
                      <a:pt x="137" y="157"/>
                      <a:pt x="136" y="157"/>
                      <a:pt x="136" y="157"/>
                    </a:cubicBezTo>
                    <a:cubicBezTo>
                      <a:pt x="136" y="157"/>
                      <a:pt x="136" y="157"/>
                      <a:pt x="136" y="157"/>
                    </a:cubicBezTo>
                    <a:cubicBezTo>
                      <a:pt x="136" y="156"/>
                      <a:pt x="136" y="155"/>
                      <a:pt x="136" y="155"/>
                    </a:cubicBezTo>
                    <a:cubicBezTo>
                      <a:pt x="136" y="155"/>
                      <a:pt x="136" y="155"/>
                      <a:pt x="136" y="155"/>
                    </a:cubicBezTo>
                    <a:cubicBezTo>
                      <a:pt x="137" y="155"/>
                      <a:pt x="137" y="155"/>
                      <a:pt x="137" y="155"/>
                    </a:cubicBezTo>
                    <a:cubicBezTo>
                      <a:pt x="137" y="155"/>
                      <a:pt x="137" y="155"/>
                      <a:pt x="137" y="155"/>
                    </a:cubicBezTo>
                    <a:cubicBezTo>
                      <a:pt x="138" y="155"/>
                      <a:pt x="138" y="155"/>
                      <a:pt x="138" y="155"/>
                    </a:cubicBezTo>
                    <a:close/>
                    <a:moveTo>
                      <a:pt x="127" y="163"/>
                    </a:moveTo>
                    <a:cubicBezTo>
                      <a:pt x="127" y="163"/>
                      <a:pt x="127" y="164"/>
                      <a:pt x="127" y="164"/>
                    </a:cubicBezTo>
                    <a:cubicBezTo>
                      <a:pt x="127" y="164"/>
                      <a:pt x="127" y="164"/>
                      <a:pt x="127" y="164"/>
                    </a:cubicBezTo>
                    <a:cubicBezTo>
                      <a:pt x="126" y="165"/>
                      <a:pt x="125" y="165"/>
                      <a:pt x="125" y="164"/>
                    </a:cubicBezTo>
                    <a:cubicBezTo>
                      <a:pt x="125" y="164"/>
                      <a:pt x="125" y="164"/>
                      <a:pt x="125" y="164"/>
                    </a:cubicBezTo>
                    <a:cubicBezTo>
                      <a:pt x="124" y="163"/>
                      <a:pt x="125" y="163"/>
                      <a:pt x="125" y="162"/>
                    </a:cubicBezTo>
                    <a:cubicBezTo>
                      <a:pt x="125" y="162"/>
                      <a:pt x="125" y="162"/>
                      <a:pt x="125" y="162"/>
                    </a:cubicBezTo>
                    <a:cubicBezTo>
                      <a:pt x="125" y="162"/>
                      <a:pt x="126" y="162"/>
                      <a:pt x="126" y="162"/>
                    </a:cubicBezTo>
                    <a:cubicBezTo>
                      <a:pt x="126" y="162"/>
                      <a:pt x="126" y="162"/>
                      <a:pt x="126" y="162"/>
                    </a:cubicBezTo>
                    <a:cubicBezTo>
                      <a:pt x="126" y="162"/>
                      <a:pt x="127" y="162"/>
                      <a:pt x="127" y="163"/>
                    </a:cubicBezTo>
                    <a:close/>
                    <a:moveTo>
                      <a:pt x="116" y="170"/>
                    </a:moveTo>
                    <a:cubicBezTo>
                      <a:pt x="116" y="171"/>
                      <a:pt x="116" y="171"/>
                      <a:pt x="115" y="172"/>
                    </a:cubicBezTo>
                    <a:cubicBezTo>
                      <a:pt x="115" y="172"/>
                      <a:pt x="115" y="172"/>
                      <a:pt x="115" y="172"/>
                    </a:cubicBezTo>
                    <a:cubicBezTo>
                      <a:pt x="115" y="172"/>
                      <a:pt x="114" y="172"/>
                      <a:pt x="113" y="171"/>
                    </a:cubicBezTo>
                    <a:cubicBezTo>
                      <a:pt x="113" y="171"/>
                      <a:pt x="113" y="171"/>
                      <a:pt x="113" y="171"/>
                    </a:cubicBezTo>
                    <a:cubicBezTo>
                      <a:pt x="113" y="171"/>
                      <a:pt x="113" y="170"/>
                      <a:pt x="114" y="170"/>
                    </a:cubicBezTo>
                    <a:cubicBezTo>
                      <a:pt x="114" y="170"/>
                      <a:pt x="114" y="170"/>
                      <a:pt x="114" y="170"/>
                    </a:cubicBezTo>
                    <a:cubicBezTo>
                      <a:pt x="114" y="169"/>
                      <a:pt x="114" y="169"/>
                      <a:pt x="115" y="169"/>
                    </a:cubicBezTo>
                    <a:cubicBezTo>
                      <a:pt x="115" y="169"/>
                      <a:pt x="115" y="169"/>
                      <a:pt x="115" y="169"/>
                    </a:cubicBezTo>
                    <a:cubicBezTo>
                      <a:pt x="115" y="169"/>
                      <a:pt x="115" y="170"/>
                      <a:pt x="116" y="170"/>
                    </a:cubicBezTo>
                    <a:close/>
                    <a:moveTo>
                      <a:pt x="104" y="177"/>
                    </a:moveTo>
                    <a:cubicBezTo>
                      <a:pt x="105" y="178"/>
                      <a:pt x="105" y="179"/>
                      <a:pt x="104" y="179"/>
                    </a:cubicBezTo>
                    <a:cubicBezTo>
                      <a:pt x="104" y="179"/>
                      <a:pt x="104" y="179"/>
                      <a:pt x="104" y="179"/>
                    </a:cubicBezTo>
                    <a:cubicBezTo>
                      <a:pt x="103" y="180"/>
                      <a:pt x="103" y="179"/>
                      <a:pt x="102" y="179"/>
                    </a:cubicBezTo>
                    <a:cubicBezTo>
                      <a:pt x="102" y="179"/>
                      <a:pt x="102" y="179"/>
                      <a:pt x="102" y="179"/>
                    </a:cubicBezTo>
                    <a:cubicBezTo>
                      <a:pt x="102" y="178"/>
                      <a:pt x="102" y="177"/>
                      <a:pt x="103" y="177"/>
                    </a:cubicBezTo>
                    <a:cubicBezTo>
                      <a:pt x="103" y="177"/>
                      <a:pt x="103" y="177"/>
                      <a:pt x="103" y="177"/>
                    </a:cubicBezTo>
                    <a:cubicBezTo>
                      <a:pt x="103" y="177"/>
                      <a:pt x="103" y="177"/>
                      <a:pt x="103" y="177"/>
                    </a:cubicBezTo>
                    <a:cubicBezTo>
                      <a:pt x="103" y="177"/>
                      <a:pt x="103" y="177"/>
                      <a:pt x="103" y="177"/>
                    </a:cubicBezTo>
                    <a:cubicBezTo>
                      <a:pt x="104" y="177"/>
                      <a:pt x="104" y="177"/>
                      <a:pt x="104" y="177"/>
                    </a:cubicBezTo>
                    <a:close/>
                    <a:moveTo>
                      <a:pt x="93" y="185"/>
                    </a:moveTo>
                    <a:cubicBezTo>
                      <a:pt x="93" y="185"/>
                      <a:pt x="93" y="186"/>
                      <a:pt x="93" y="187"/>
                    </a:cubicBezTo>
                    <a:cubicBezTo>
                      <a:pt x="93" y="187"/>
                      <a:pt x="93" y="187"/>
                      <a:pt x="93" y="187"/>
                    </a:cubicBezTo>
                    <a:cubicBezTo>
                      <a:pt x="92" y="187"/>
                      <a:pt x="91" y="187"/>
                      <a:pt x="91" y="186"/>
                    </a:cubicBezTo>
                    <a:cubicBezTo>
                      <a:pt x="91" y="186"/>
                      <a:pt x="91" y="186"/>
                      <a:pt x="91" y="186"/>
                    </a:cubicBezTo>
                    <a:cubicBezTo>
                      <a:pt x="90" y="186"/>
                      <a:pt x="91" y="185"/>
                      <a:pt x="91" y="184"/>
                    </a:cubicBezTo>
                    <a:cubicBezTo>
                      <a:pt x="91" y="184"/>
                      <a:pt x="91" y="184"/>
                      <a:pt x="91" y="184"/>
                    </a:cubicBezTo>
                    <a:cubicBezTo>
                      <a:pt x="91" y="184"/>
                      <a:pt x="92" y="184"/>
                      <a:pt x="92" y="184"/>
                    </a:cubicBezTo>
                    <a:cubicBezTo>
                      <a:pt x="92" y="184"/>
                      <a:pt x="92" y="184"/>
                      <a:pt x="92" y="184"/>
                    </a:cubicBezTo>
                    <a:cubicBezTo>
                      <a:pt x="92" y="184"/>
                      <a:pt x="93" y="184"/>
                      <a:pt x="93" y="185"/>
                    </a:cubicBezTo>
                    <a:close/>
                    <a:moveTo>
                      <a:pt x="82" y="192"/>
                    </a:moveTo>
                    <a:cubicBezTo>
                      <a:pt x="82" y="193"/>
                      <a:pt x="82" y="193"/>
                      <a:pt x="81" y="194"/>
                    </a:cubicBezTo>
                    <a:cubicBezTo>
                      <a:pt x="81" y="194"/>
                      <a:pt x="81" y="194"/>
                      <a:pt x="81" y="194"/>
                    </a:cubicBezTo>
                    <a:cubicBezTo>
                      <a:pt x="81" y="194"/>
                      <a:pt x="80" y="194"/>
                      <a:pt x="80" y="194"/>
                    </a:cubicBezTo>
                    <a:cubicBezTo>
                      <a:pt x="80" y="194"/>
                      <a:pt x="80" y="194"/>
                      <a:pt x="80" y="194"/>
                    </a:cubicBezTo>
                    <a:cubicBezTo>
                      <a:pt x="79" y="193"/>
                      <a:pt x="79" y="192"/>
                      <a:pt x="80" y="192"/>
                    </a:cubicBezTo>
                    <a:cubicBezTo>
                      <a:pt x="80" y="192"/>
                      <a:pt x="80" y="192"/>
                      <a:pt x="80" y="192"/>
                    </a:cubicBezTo>
                    <a:cubicBezTo>
                      <a:pt x="80" y="192"/>
                      <a:pt x="80" y="191"/>
                      <a:pt x="81" y="191"/>
                    </a:cubicBezTo>
                    <a:cubicBezTo>
                      <a:pt x="81" y="191"/>
                      <a:pt x="81" y="191"/>
                      <a:pt x="81" y="191"/>
                    </a:cubicBezTo>
                    <a:cubicBezTo>
                      <a:pt x="81" y="191"/>
                      <a:pt x="82" y="192"/>
                      <a:pt x="82" y="192"/>
                    </a:cubicBezTo>
                    <a:close/>
                    <a:moveTo>
                      <a:pt x="70" y="199"/>
                    </a:moveTo>
                    <a:cubicBezTo>
                      <a:pt x="71" y="200"/>
                      <a:pt x="71" y="201"/>
                      <a:pt x="70" y="201"/>
                    </a:cubicBezTo>
                    <a:cubicBezTo>
                      <a:pt x="70" y="201"/>
                      <a:pt x="70" y="201"/>
                      <a:pt x="70" y="201"/>
                    </a:cubicBezTo>
                    <a:cubicBezTo>
                      <a:pt x="69" y="202"/>
                      <a:pt x="69" y="202"/>
                      <a:pt x="68" y="201"/>
                    </a:cubicBezTo>
                    <a:cubicBezTo>
                      <a:pt x="68" y="201"/>
                      <a:pt x="68" y="201"/>
                      <a:pt x="68" y="201"/>
                    </a:cubicBezTo>
                    <a:cubicBezTo>
                      <a:pt x="68" y="200"/>
                      <a:pt x="68" y="199"/>
                      <a:pt x="69" y="199"/>
                    </a:cubicBezTo>
                    <a:cubicBezTo>
                      <a:pt x="69" y="199"/>
                      <a:pt x="69" y="199"/>
                      <a:pt x="69" y="199"/>
                    </a:cubicBezTo>
                    <a:cubicBezTo>
                      <a:pt x="69" y="199"/>
                      <a:pt x="69" y="199"/>
                      <a:pt x="69" y="199"/>
                    </a:cubicBezTo>
                    <a:cubicBezTo>
                      <a:pt x="69" y="199"/>
                      <a:pt x="69" y="199"/>
                      <a:pt x="69" y="199"/>
                    </a:cubicBezTo>
                    <a:cubicBezTo>
                      <a:pt x="70" y="199"/>
                      <a:pt x="70" y="199"/>
                      <a:pt x="70" y="199"/>
                    </a:cubicBezTo>
                    <a:close/>
                    <a:moveTo>
                      <a:pt x="59" y="207"/>
                    </a:moveTo>
                    <a:cubicBezTo>
                      <a:pt x="60" y="207"/>
                      <a:pt x="59" y="208"/>
                      <a:pt x="59" y="209"/>
                    </a:cubicBezTo>
                    <a:cubicBezTo>
                      <a:pt x="59" y="209"/>
                      <a:pt x="59" y="209"/>
                      <a:pt x="59" y="209"/>
                    </a:cubicBezTo>
                    <a:cubicBezTo>
                      <a:pt x="58" y="209"/>
                      <a:pt x="57" y="209"/>
                      <a:pt x="57" y="208"/>
                    </a:cubicBezTo>
                    <a:cubicBezTo>
                      <a:pt x="57" y="208"/>
                      <a:pt x="57" y="208"/>
                      <a:pt x="57" y="208"/>
                    </a:cubicBezTo>
                    <a:cubicBezTo>
                      <a:pt x="57" y="208"/>
                      <a:pt x="57" y="207"/>
                      <a:pt x="57" y="206"/>
                    </a:cubicBezTo>
                    <a:cubicBezTo>
                      <a:pt x="57" y="206"/>
                      <a:pt x="57" y="206"/>
                      <a:pt x="57" y="206"/>
                    </a:cubicBezTo>
                    <a:cubicBezTo>
                      <a:pt x="58" y="206"/>
                      <a:pt x="58" y="206"/>
                      <a:pt x="58" y="206"/>
                    </a:cubicBezTo>
                    <a:cubicBezTo>
                      <a:pt x="58" y="206"/>
                      <a:pt x="58" y="206"/>
                      <a:pt x="58" y="206"/>
                    </a:cubicBezTo>
                    <a:cubicBezTo>
                      <a:pt x="58" y="206"/>
                      <a:pt x="59" y="206"/>
                      <a:pt x="59" y="207"/>
                    </a:cubicBezTo>
                    <a:close/>
                    <a:moveTo>
                      <a:pt x="48" y="214"/>
                    </a:moveTo>
                    <a:cubicBezTo>
                      <a:pt x="48" y="215"/>
                      <a:pt x="48" y="216"/>
                      <a:pt x="47" y="216"/>
                    </a:cubicBezTo>
                    <a:cubicBezTo>
                      <a:pt x="47" y="216"/>
                      <a:pt x="47" y="216"/>
                      <a:pt x="47" y="216"/>
                    </a:cubicBezTo>
                    <a:cubicBezTo>
                      <a:pt x="47" y="216"/>
                      <a:pt x="46" y="216"/>
                      <a:pt x="46" y="216"/>
                    </a:cubicBezTo>
                    <a:cubicBezTo>
                      <a:pt x="46" y="216"/>
                      <a:pt x="46" y="216"/>
                      <a:pt x="46" y="216"/>
                    </a:cubicBezTo>
                    <a:cubicBezTo>
                      <a:pt x="45" y="215"/>
                      <a:pt x="45" y="214"/>
                      <a:pt x="46" y="214"/>
                    </a:cubicBezTo>
                    <a:cubicBezTo>
                      <a:pt x="46" y="214"/>
                      <a:pt x="46" y="214"/>
                      <a:pt x="46" y="214"/>
                    </a:cubicBezTo>
                    <a:cubicBezTo>
                      <a:pt x="46" y="214"/>
                      <a:pt x="46" y="214"/>
                      <a:pt x="47" y="214"/>
                    </a:cubicBezTo>
                    <a:cubicBezTo>
                      <a:pt x="47" y="214"/>
                      <a:pt x="47" y="214"/>
                      <a:pt x="47" y="214"/>
                    </a:cubicBezTo>
                    <a:cubicBezTo>
                      <a:pt x="47" y="214"/>
                      <a:pt x="48" y="214"/>
                      <a:pt x="48" y="214"/>
                    </a:cubicBezTo>
                    <a:close/>
                    <a:moveTo>
                      <a:pt x="37" y="222"/>
                    </a:moveTo>
                    <a:cubicBezTo>
                      <a:pt x="37" y="222"/>
                      <a:pt x="37" y="223"/>
                      <a:pt x="36" y="223"/>
                    </a:cubicBezTo>
                    <a:cubicBezTo>
                      <a:pt x="36" y="223"/>
                      <a:pt x="36" y="223"/>
                      <a:pt x="36" y="223"/>
                    </a:cubicBezTo>
                    <a:cubicBezTo>
                      <a:pt x="36" y="224"/>
                      <a:pt x="35" y="224"/>
                      <a:pt x="34" y="223"/>
                    </a:cubicBezTo>
                    <a:cubicBezTo>
                      <a:pt x="34" y="223"/>
                      <a:pt x="34" y="223"/>
                      <a:pt x="34" y="223"/>
                    </a:cubicBezTo>
                    <a:cubicBezTo>
                      <a:pt x="34" y="222"/>
                      <a:pt x="34" y="222"/>
                      <a:pt x="35" y="221"/>
                    </a:cubicBezTo>
                    <a:cubicBezTo>
                      <a:pt x="35" y="221"/>
                      <a:pt x="35" y="221"/>
                      <a:pt x="35" y="221"/>
                    </a:cubicBezTo>
                    <a:cubicBezTo>
                      <a:pt x="35" y="221"/>
                      <a:pt x="35" y="221"/>
                      <a:pt x="35" y="221"/>
                    </a:cubicBezTo>
                    <a:cubicBezTo>
                      <a:pt x="35" y="221"/>
                      <a:pt x="35" y="221"/>
                      <a:pt x="35" y="221"/>
                    </a:cubicBezTo>
                    <a:cubicBezTo>
                      <a:pt x="36" y="221"/>
                      <a:pt x="36" y="221"/>
                      <a:pt x="37" y="222"/>
                    </a:cubicBezTo>
                    <a:close/>
                    <a:moveTo>
                      <a:pt x="25" y="229"/>
                    </a:moveTo>
                    <a:cubicBezTo>
                      <a:pt x="26" y="230"/>
                      <a:pt x="25" y="230"/>
                      <a:pt x="25" y="231"/>
                    </a:cubicBezTo>
                    <a:cubicBezTo>
                      <a:pt x="25" y="231"/>
                      <a:pt x="25" y="231"/>
                      <a:pt x="25" y="231"/>
                    </a:cubicBezTo>
                    <a:cubicBezTo>
                      <a:pt x="24" y="231"/>
                      <a:pt x="23" y="231"/>
                      <a:pt x="23" y="230"/>
                    </a:cubicBezTo>
                    <a:cubicBezTo>
                      <a:pt x="23" y="230"/>
                      <a:pt x="23" y="230"/>
                      <a:pt x="23" y="230"/>
                    </a:cubicBezTo>
                    <a:cubicBezTo>
                      <a:pt x="23" y="230"/>
                      <a:pt x="23" y="229"/>
                      <a:pt x="23" y="228"/>
                    </a:cubicBezTo>
                    <a:cubicBezTo>
                      <a:pt x="23" y="228"/>
                      <a:pt x="23" y="228"/>
                      <a:pt x="23" y="228"/>
                    </a:cubicBezTo>
                    <a:cubicBezTo>
                      <a:pt x="24" y="228"/>
                      <a:pt x="24" y="228"/>
                      <a:pt x="24" y="228"/>
                    </a:cubicBezTo>
                    <a:cubicBezTo>
                      <a:pt x="24" y="228"/>
                      <a:pt x="24" y="228"/>
                      <a:pt x="24" y="228"/>
                    </a:cubicBezTo>
                    <a:cubicBezTo>
                      <a:pt x="25" y="228"/>
                      <a:pt x="25" y="228"/>
                      <a:pt x="25" y="229"/>
                    </a:cubicBezTo>
                    <a:close/>
                    <a:moveTo>
                      <a:pt x="14" y="236"/>
                    </a:moveTo>
                    <a:cubicBezTo>
                      <a:pt x="14" y="237"/>
                      <a:pt x="14" y="238"/>
                      <a:pt x="14" y="238"/>
                    </a:cubicBezTo>
                    <a:cubicBezTo>
                      <a:pt x="14" y="238"/>
                      <a:pt x="14" y="238"/>
                      <a:pt x="14" y="238"/>
                    </a:cubicBezTo>
                    <a:cubicBezTo>
                      <a:pt x="13" y="239"/>
                      <a:pt x="12" y="238"/>
                      <a:pt x="12" y="238"/>
                    </a:cubicBezTo>
                    <a:cubicBezTo>
                      <a:pt x="12" y="238"/>
                      <a:pt x="12" y="238"/>
                      <a:pt x="12" y="238"/>
                    </a:cubicBezTo>
                    <a:cubicBezTo>
                      <a:pt x="11" y="237"/>
                      <a:pt x="11" y="236"/>
                      <a:pt x="12" y="236"/>
                    </a:cubicBezTo>
                    <a:cubicBezTo>
                      <a:pt x="12" y="236"/>
                      <a:pt x="12" y="236"/>
                      <a:pt x="12" y="236"/>
                    </a:cubicBezTo>
                    <a:cubicBezTo>
                      <a:pt x="12" y="236"/>
                      <a:pt x="13" y="236"/>
                      <a:pt x="13" y="236"/>
                    </a:cubicBezTo>
                    <a:cubicBezTo>
                      <a:pt x="13" y="236"/>
                      <a:pt x="13" y="236"/>
                      <a:pt x="13" y="236"/>
                    </a:cubicBezTo>
                    <a:cubicBezTo>
                      <a:pt x="13" y="236"/>
                      <a:pt x="14" y="236"/>
                      <a:pt x="14" y="236"/>
                    </a:cubicBezTo>
                    <a:close/>
                    <a:moveTo>
                      <a:pt x="3" y="244"/>
                    </a:moveTo>
                    <a:cubicBezTo>
                      <a:pt x="3" y="244"/>
                      <a:pt x="3" y="245"/>
                      <a:pt x="2" y="245"/>
                    </a:cubicBezTo>
                    <a:cubicBezTo>
                      <a:pt x="2" y="245"/>
                      <a:pt x="2" y="245"/>
                      <a:pt x="2" y="245"/>
                    </a:cubicBezTo>
                    <a:cubicBezTo>
                      <a:pt x="2" y="246"/>
                      <a:pt x="1" y="246"/>
                      <a:pt x="0" y="245"/>
                    </a:cubicBezTo>
                    <a:cubicBezTo>
                      <a:pt x="0" y="245"/>
                      <a:pt x="0" y="245"/>
                      <a:pt x="0" y="245"/>
                    </a:cubicBezTo>
                    <a:cubicBezTo>
                      <a:pt x="0" y="244"/>
                      <a:pt x="0" y="244"/>
                      <a:pt x="1" y="243"/>
                    </a:cubicBezTo>
                    <a:cubicBezTo>
                      <a:pt x="1" y="243"/>
                      <a:pt x="1" y="243"/>
                      <a:pt x="1" y="243"/>
                    </a:cubicBezTo>
                    <a:cubicBezTo>
                      <a:pt x="1" y="243"/>
                      <a:pt x="1" y="243"/>
                      <a:pt x="2" y="243"/>
                    </a:cubicBezTo>
                    <a:cubicBezTo>
                      <a:pt x="2" y="243"/>
                      <a:pt x="2" y="243"/>
                      <a:pt x="2" y="243"/>
                    </a:cubicBezTo>
                    <a:cubicBezTo>
                      <a:pt x="2" y="243"/>
                      <a:pt x="2" y="243"/>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2" name="Google Shape;452;p8"/>
              <p:cNvSpPr/>
              <p:nvPr/>
            </p:nvSpPr>
            <p:spPr>
              <a:xfrm>
                <a:off x="18802986" y="2645018"/>
                <a:ext cx="11748" cy="11748"/>
              </a:xfrm>
              <a:custGeom>
                <a:avLst/>
                <a:gdLst/>
                <a:ahLst/>
                <a:cxnLst/>
                <a:rect l="l" t="t" r="r" b="b"/>
                <a:pathLst>
                  <a:path w="2" h="2" extrusionOk="0">
                    <a:moveTo>
                      <a:pt x="1" y="0"/>
                    </a:moveTo>
                    <a:cubicBezTo>
                      <a:pt x="1" y="0"/>
                      <a:pt x="2" y="0"/>
                      <a:pt x="2" y="0"/>
                    </a:cubicBezTo>
                    <a:cubicBezTo>
                      <a:pt x="2" y="0"/>
                      <a:pt x="2" y="1"/>
                      <a:pt x="2" y="1"/>
                    </a:cubicBezTo>
                    <a:cubicBezTo>
                      <a:pt x="2" y="1"/>
                      <a:pt x="2" y="1"/>
                      <a:pt x="2" y="1"/>
                    </a:cubicBezTo>
                    <a:cubicBezTo>
                      <a:pt x="2" y="2"/>
                      <a:pt x="2" y="2"/>
                      <a:pt x="2" y="2"/>
                    </a:cubicBezTo>
                    <a:cubicBezTo>
                      <a:pt x="2" y="2"/>
                      <a:pt x="2" y="2"/>
                      <a:pt x="1" y="2"/>
                    </a:cubicBezTo>
                    <a:cubicBezTo>
                      <a:pt x="1" y="2"/>
                      <a:pt x="1" y="2"/>
                      <a:pt x="0" y="2"/>
                    </a:cubicBezTo>
                    <a:cubicBezTo>
                      <a:pt x="0" y="2"/>
                      <a:pt x="0" y="2"/>
                      <a:pt x="0" y="2"/>
                    </a:cubicBezTo>
                    <a:cubicBezTo>
                      <a:pt x="0" y="2"/>
                      <a:pt x="0" y="1"/>
                      <a:pt x="0" y="1"/>
                    </a:cubicBezTo>
                    <a:cubicBezTo>
                      <a:pt x="0" y="1"/>
                      <a:pt x="0" y="0"/>
                      <a:pt x="0" y="0"/>
                    </a:cubicBezTo>
                    <a:cubicBezTo>
                      <a:pt x="0" y="0"/>
                      <a:pt x="0" y="0"/>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3" name="Google Shape;453;p8"/>
              <p:cNvSpPr/>
              <p:nvPr/>
            </p:nvSpPr>
            <p:spPr>
              <a:xfrm>
                <a:off x="16202688" y="4238870"/>
                <a:ext cx="15664" cy="15664"/>
              </a:xfrm>
              <a:custGeom>
                <a:avLst/>
                <a:gdLst/>
                <a:ahLst/>
                <a:cxnLst/>
                <a:rect l="l" t="t" r="r" b="b"/>
                <a:pathLst>
                  <a:path w="2" h="3" extrusionOk="0">
                    <a:moveTo>
                      <a:pt x="1" y="0"/>
                    </a:moveTo>
                    <a:cubicBezTo>
                      <a:pt x="1" y="0"/>
                      <a:pt x="1" y="0"/>
                      <a:pt x="1" y="0"/>
                    </a:cubicBezTo>
                    <a:cubicBezTo>
                      <a:pt x="2" y="1"/>
                      <a:pt x="2" y="1"/>
                      <a:pt x="2" y="1"/>
                    </a:cubicBezTo>
                    <a:cubicBezTo>
                      <a:pt x="2" y="1"/>
                      <a:pt x="2" y="1"/>
                      <a:pt x="2" y="2"/>
                    </a:cubicBezTo>
                    <a:cubicBezTo>
                      <a:pt x="2" y="2"/>
                      <a:pt x="2" y="2"/>
                      <a:pt x="2" y="3"/>
                    </a:cubicBezTo>
                    <a:cubicBezTo>
                      <a:pt x="1" y="3"/>
                      <a:pt x="0" y="3"/>
                      <a:pt x="0" y="3"/>
                    </a:cubicBezTo>
                    <a:cubicBezTo>
                      <a:pt x="0" y="2"/>
                      <a:pt x="0" y="2"/>
                      <a:pt x="0" y="2"/>
                    </a:cubicBezTo>
                    <a:cubicBezTo>
                      <a:pt x="0" y="2"/>
                      <a:pt x="0" y="1"/>
                      <a:pt x="0" y="1"/>
                    </a:cubicBezTo>
                    <a:cubicBezTo>
                      <a:pt x="0" y="1"/>
                      <a:pt x="0" y="1"/>
                      <a:pt x="0" y="1"/>
                    </a:cubicBezTo>
                    <a:cubicBezTo>
                      <a:pt x="0" y="1"/>
                      <a:pt x="0" y="1"/>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4" name="Google Shape;454;p8"/>
              <p:cNvSpPr/>
              <p:nvPr/>
            </p:nvSpPr>
            <p:spPr>
              <a:xfrm>
                <a:off x="16273178" y="2688095"/>
                <a:ext cx="2330087" cy="1523362"/>
              </a:xfrm>
              <a:custGeom>
                <a:avLst/>
                <a:gdLst/>
                <a:ahLst/>
                <a:cxnLst/>
                <a:rect l="l" t="t" r="r" b="b"/>
                <a:pathLst>
                  <a:path w="376" h="246" extrusionOk="0">
                    <a:moveTo>
                      <a:pt x="375" y="1"/>
                    </a:moveTo>
                    <a:cubicBezTo>
                      <a:pt x="376" y="1"/>
                      <a:pt x="376" y="2"/>
                      <a:pt x="375" y="2"/>
                    </a:cubicBezTo>
                    <a:cubicBezTo>
                      <a:pt x="375" y="2"/>
                      <a:pt x="375" y="2"/>
                      <a:pt x="375" y="2"/>
                    </a:cubicBezTo>
                    <a:cubicBezTo>
                      <a:pt x="374" y="3"/>
                      <a:pt x="374" y="3"/>
                      <a:pt x="373" y="2"/>
                    </a:cubicBezTo>
                    <a:cubicBezTo>
                      <a:pt x="373" y="2"/>
                      <a:pt x="373" y="2"/>
                      <a:pt x="373" y="2"/>
                    </a:cubicBezTo>
                    <a:cubicBezTo>
                      <a:pt x="373" y="1"/>
                      <a:pt x="373" y="1"/>
                      <a:pt x="374" y="0"/>
                    </a:cubicBezTo>
                    <a:cubicBezTo>
                      <a:pt x="374" y="0"/>
                      <a:pt x="374" y="0"/>
                      <a:pt x="374" y="0"/>
                    </a:cubicBezTo>
                    <a:cubicBezTo>
                      <a:pt x="374" y="0"/>
                      <a:pt x="374" y="0"/>
                      <a:pt x="374" y="0"/>
                    </a:cubicBezTo>
                    <a:cubicBezTo>
                      <a:pt x="374" y="0"/>
                      <a:pt x="374" y="0"/>
                      <a:pt x="374" y="0"/>
                    </a:cubicBezTo>
                    <a:cubicBezTo>
                      <a:pt x="375" y="0"/>
                      <a:pt x="375" y="0"/>
                      <a:pt x="375" y="1"/>
                    </a:cubicBezTo>
                    <a:close/>
                    <a:moveTo>
                      <a:pt x="364" y="8"/>
                    </a:moveTo>
                    <a:cubicBezTo>
                      <a:pt x="365" y="9"/>
                      <a:pt x="364" y="9"/>
                      <a:pt x="364" y="10"/>
                    </a:cubicBezTo>
                    <a:cubicBezTo>
                      <a:pt x="364" y="10"/>
                      <a:pt x="364" y="10"/>
                      <a:pt x="364" y="10"/>
                    </a:cubicBezTo>
                    <a:cubicBezTo>
                      <a:pt x="363" y="10"/>
                      <a:pt x="362" y="10"/>
                      <a:pt x="362" y="9"/>
                    </a:cubicBezTo>
                    <a:cubicBezTo>
                      <a:pt x="362" y="9"/>
                      <a:pt x="362" y="9"/>
                      <a:pt x="362" y="9"/>
                    </a:cubicBezTo>
                    <a:cubicBezTo>
                      <a:pt x="362" y="9"/>
                      <a:pt x="362" y="8"/>
                      <a:pt x="362" y="8"/>
                    </a:cubicBezTo>
                    <a:cubicBezTo>
                      <a:pt x="362" y="8"/>
                      <a:pt x="362" y="8"/>
                      <a:pt x="362" y="8"/>
                    </a:cubicBezTo>
                    <a:cubicBezTo>
                      <a:pt x="363" y="7"/>
                      <a:pt x="363" y="7"/>
                      <a:pt x="363" y="7"/>
                    </a:cubicBezTo>
                    <a:cubicBezTo>
                      <a:pt x="363" y="7"/>
                      <a:pt x="363" y="7"/>
                      <a:pt x="363" y="7"/>
                    </a:cubicBezTo>
                    <a:cubicBezTo>
                      <a:pt x="363" y="7"/>
                      <a:pt x="364" y="8"/>
                      <a:pt x="364" y="8"/>
                    </a:cubicBezTo>
                    <a:close/>
                    <a:moveTo>
                      <a:pt x="353" y="15"/>
                    </a:moveTo>
                    <a:cubicBezTo>
                      <a:pt x="353" y="16"/>
                      <a:pt x="353" y="17"/>
                      <a:pt x="352" y="17"/>
                    </a:cubicBezTo>
                    <a:cubicBezTo>
                      <a:pt x="352" y="17"/>
                      <a:pt x="352" y="17"/>
                      <a:pt x="352" y="17"/>
                    </a:cubicBezTo>
                    <a:cubicBezTo>
                      <a:pt x="352" y="18"/>
                      <a:pt x="351" y="17"/>
                      <a:pt x="351" y="17"/>
                    </a:cubicBezTo>
                    <a:cubicBezTo>
                      <a:pt x="351" y="17"/>
                      <a:pt x="351" y="17"/>
                      <a:pt x="351" y="17"/>
                    </a:cubicBezTo>
                    <a:cubicBezTo>
                      <a:pt x="350" y="16"/>
                      <a:pt x="350" y="15"/>
                      <a:pt x="351" y="15"/>
                    </a:cubicBezTo>
                    <a:cubicBezTo>
                      <a:pt x="351" y="15"/>
                      <a:pt x="351" y="15"/>
                      <a:pt x="351" y="15"/>
                    </a:cubicBezTo>
                    <a:cubicBezTo>
                      <a:pt x="351" y="15"/>
                      <a:pt x="351" y="15"/>
                      <a:pt x="352" y="15"/>
                    </a:cubicBezTo>
                    <a:cubicBezTo>
                      <a:pt x="352" y="15"/>
                      <a:pt x="352" y="15"/>
                      <a:pt x="352" y="15"/>
                    </a:cubicBezTo>
                    <a:cubicBezTo>
                      <a:pt x="352" y="15"/>
                      <a:pt x="353" y="15"/>
                      <a:pt x="353" y="15"/>
                    </a:cubicBezTo>
                    <a:close/>
                    <a:moveTo>
                      <a:pt x="342" y="23"/>
                    </a:moveTo>
                    <a:cubicBezTo>
                      <a:pt x="342" y="23"/>
                      <a:pt x="342" y="24"/>
                      <a:pt x="341" y="24"/>
                    </a:cubicBezTo>
                    <a:cubicBezTo>
                      <a:pt x="341" y="24"/>
                      <a:pt x="341" y="24"/>
                      <a:pt x="341" y="24"/>
                    </a:cubicBezTo>
                    <a:cubicBezTo>
                      <a:pt x="341" y="25"/>
                      <a:pt x="340" y="25"/>
                      <a:pt x="339" y="24"/>
                    </a:cubicBezTo>
                    <a:cubicBezTo>
                      <a:pt x="339" y="24"/>
                      <a:pt x="339" y="24"/>
                      <a:pt x="339" y="24"/>
                    </a:cubicBezTo>
                    <a:cubicBezTo>
                      <a:pt x="339" y="23"/>
                      <a:pt x="339" y="23"/>
                      <a:pt x="340" y="22"/>
                    </a:cubicBezTo>
                    <a:cubicBezTo>
                      <a:pt x="340" y="22"/>
                      <a:pt x="340" y="22"/>
                      <a:pt x="340" y="22"/>
                    </a:cubicBezTo>
                    <a:cubicBezTo>
                      <a:pt x="340" y="22"/>
                      <a:pt x="340" y="22"/>
                      <a:pt x="340" y="22"/>
                    </a:cubicBezTo>
                    <a:cubicBezTo>
                      <a:pt x="340" y="22"/>
                      <a:pt x="340" y="22"/>
                      <a:pt x="340" y="22"/>
                    </a:cubicBezTo>
                    <a:cubicBezTo>
                      <a:pt x="341" y="22"/>
                      <a:pt x="341" y="22"/>
                      <a:pt x="342" y="23"/>
                    </a:cubicBezTo>
                    <a:close/>
                    <a:moveTo>
                      <a:pt x="330" y="30"/>
                    </a:moveTo>
                    <a:cubicBezTo>
                      <a:pt x="331" y="31"/>
                      <a:pt x="330" y="31"/>
                      <a:pt x="330" y="32"/>
                    </a:cubicBezTo>
                    <a:cubicBezTo>
                      <a:pt x="330" y="32"/>
                      <a:pt x="330" y="32"/>
                      <a:pt x="330" y="32"/>
                    </a:cubicBezTo>
                    <a:cubicBezTo>
                      <a:pt x="329" y="32"/>
                      <a:pt x="328" y="32"/>
                      <a:pt x="328" y="31"/>
                    </a:cubicBezTo>
                    <a:cubicBezTo>
                      <a:pt x="328" y="31"/>
                      <a:pt x="328" y="31"/>
                      <a:pt x="328" y="31"/>
                    </a:cubicBezTo>
                    <a:cubicBezTo>
                      <a:pt x="328" y="31"/>
                      <a:pt x="328" y="30"/>
                      <a:pt x="328" y="30"/>
                    </a:cubicBezTo>
                    <a:cubicBezTo>
                      <a:pt x="328" y="30"/>
                      <a:pt x="328" y="30"/>
                      <a:pt x="328" y="30"/>
                    </a:cubicBezTo>
                    <a:cubicBezTo>
                      <a:pt x="329" y="29"/>
                      <a:pt x="329" y="29"/>
                      <a:pt x="329" y="29"/>
                    </a:cubicBezTo>
                    <a:cubicBezTo>
                      <a:pt x="329" y="29"/>
                      <a:pt x="329" y="29"/>
                      <a:pt x="329" y="29"/>
                    </a:cubicBezTo>
                    <a:cubicBezTo>
                      <a:pt x="330" y="29"/>
                      <a:pt x="330" y="30"/>
                      <a:pt x="330" y="30"/>
                    </a:cubicBezTo>
                    <a:close/>
                    <a:moveTo>
                      <a:pt x="319" y="37"/>
                    </a:moveTo>
                    <a:cubicBezTo>
                      <a:pt x="319" y="38"/>
                      <a:pt x="319" y="39"/>
                      <a:pt x="319" y="39"/>
                    </a:cubicBezTo>
                    <a:cubicBezTo>
                      <a:pt x="319" y="39"/>
                      <a:pt x="319" y="39"/>
                      <a:pt x="319" y="39"/>
                    </a:cubicBezTo>
                    <a:cubicBezTo>
                      <a:pt x="318" y="40"/>
                      <a:pt x="317" y="39"/>
                      <a:pt x="317" y="39"/>
                    </a:cubicBezTo>
                    <a:cubicBezTo>
                      <a:pt x="317" y="39"/>
                      <a:pt x="317" y="39"/>
                      <a:pt x="317" y="39"/>
                    </a:cubicBezTo>
                    <a:cubicBezTo>
                      <a:pt x="316" y="38"/>
                      <a:pt x="316" y="37"/>
                      <a:pt x="317" y="37"/>
                    </a:cubicBezTo>
                    <a:cubicBezTo>
                      <a:pt x="317" y="37"/>
                      <a:pt x="317" y="37"/>
                      <a:pt x="317" y="37"/>
                    </a:cubicBezTo>
                    <a:cubicBezTo>
                      <a:pt x="317" y="37"/>
                      <a:pt x="318" y="37"/>
                      <a:pt x="318" y="37"/>
                    </a:cubicBezTo>
                    <a:cubicBezTo>
                      <a:pt x="318" y="37"/>
                      <a:pt x="318" y="37"/>
                      <a:pt x="318" y="37"/>
                    </a:cubicBezTo>
                    <a:cubicBezTo>
                      <a:pt x="318" y="37"/>
                      <a:pt x="319" y="37"/>
                      <a:pt x="319" y="37"/>
                    </a:cubicBezTo>
                    <a:close/>
                    <a:moveTo>
                      <a:pt x="308" y="45"/>
                    </a:moveTo>
                    <a:cubicBezTo>
                      <a:pt x="308" y="45"/>
                      <a:pt x="308" y="46"/>
                      <a:pt x="307" y="47"/>
                    </a:cubicBezTo>
                    <a:cubicBezTo>
                      <a:pt x="307" y="47"/>
                      <a:pt x="307" y="47"/>
                      <a:pt x="307" y="47"/>
                    </a:cubicBezTo>
                    <a:cubicBezTo>
                      <a:pt x="307" y="47"/>
                      <a:pt x="306" y="47"/>
                      <a:pt x="305" y="46"/>
                    </a:cubicBezTo>
                    <a:cubicBezTo>
                      <a:pt x="305" y="46"/>
                      <a:pt x="305" y="46"/>
                      <a:pt x="305" y="46"/>
                    </a:cubicBezTo>
                    <a:cubicBezTo>
                      <a:pt x="305" y="46"/>
                      <a:pt x="305" y="45"/>
                      <a:pt x="306" y="44"/>
                    </a:cubicBezTo>
                    <a:cubicBezTo>
                      <a:pt x="306" y="44"/>
                      <a:pt x="306" y="44"/>
                      <a:pt x="306" y="44"/>
                    </a:cubicBezTo>
                    <a:cubicBezTo>
                      <a:pt x="306" y="44"/>
                      <a:pt x="306" y="44"/>
                      <a:pt x="306" y="44"/>
                    </a:cubicBezTo>
                    <a:cubicBezTo>
                      <a:pt x="306" y="44"/>
                      <a:pt x="306" y="44"/>
                      <a:pt x="306" y="44"/>
                    </a:cubicBezTo>
                    <a:cubicBezTo>
                      <a:pt x="307" y="44"/>
                      <a:pt x="307" y="44"/>
                      <a:pt x="308" y="45"/>
                    </a:cubicBezTo>
                    <a:close/>
                    <a:moveTo>
                      <a:pt x="296" y="52"/>
                    </a:moveTo>
                    <a:cubicBezTo>
                      <a:pt x="297" y="53"/>
                      <a:pt x="297" y="54"/>
                      <a:pt x="296" y="54"/>
                    </a:cubicBezTo>
                    <a:cubicBezTo>
                      <a:pt x="296" y="54"/>
                      <a:pt x="296" y="54"/>
                      <a:pt x="296" y="54"/>
                    </a:cubicBezTo>
                    <a:cubicBezTo>
                      <a:pt x="295" y="54"/>
                      <a:pt x="294" y="54"/>
                      <a:pt x="294" y="54"/>
                    </a:cubicBezTo>
                    <a:cubicBezTo>
                      <a:pt x="294" y="54"/>
                      <a:pt x="294" y="54"/>
                      <a:pt x="294" y="54"/>
                    </a:cubicBezTo>
                    <a:cubicBezTo>
                      <a:pt x="294" y="53"/>
                      <a:pt x="294" y="52"/>
                      <a:pt x="294" y="52"/>
                    </a:cubicBezTo>
                    <a:cubicBezTo>
                      <a:pt x="294" y="52"/>
                      <a:pt x="294" y="52"/>
                      <a:pt x="294" y="52"/>
                    </a:cubicBezTo>
                    <a:cubicBezTo>
                      <a:pt x="295" y="52"/>
                      <a:pt x="295" y="51"/>
                      <a:pt x="295" y="51"/>
                    </a:cubicBezTo>
                    <a:cubicBezTo>
                      <a:pt x="295" y="51"/>
                      <a:pt x="295" y="51"/>
                      <a:pt x="295" y="51"/>
                    </a:cubicBezTo>
                    <a:cubicBezTo>
                      <a:pt x="296" y="51"/>
                      <a:pt x="296" y="52"/>
                      <a:pt x="296" y="52"/>
                    </a:cubicBezTo>
                    <a:close/>
                    <a:moveTo>
                      <a:pt x="285" y="59"/>
                    </a:moveTo>
                    <a:cubicBezTo>
                      <a:pt x="285" y="60"/>
                      <a:pt x="285" y="61"/>
                      <a:pt x="285" y="61"/>
                    </a:cubicBezTo>
                    <a:cubicBezTo>
                      <a:pt x="285" y="61"/>
                      <a:pt x="285" y="61"/>
                      <a:pt x="285" y="61"/>
                    </a:cubicBezTo>
                    <a:cubicBezTo>
                      <a:pt x="284" y="62"/>
                      <a:pt x="283" y="62"/>
                      <a:pt x="283" y="61"/>
                    </a:cubicBezTo>
                    <a:cubicBezTo>
                      <a:pt x="283" y="61"/>
                      <a:pt x="283" y="61"/>
                      <a:pt x="283" y="61"/>
                    </a:cubicBezTo>
                    <a:cubicBezTo>
                      <a:pt x="282" y="60"/>
                      <a:pt x="283" y="59"/>
                      <a:pt x="283" y="59"/>
                    </a:cubicBezTo>
                    <a:cubicBezTo>
                      <a:pt x="283" y="59"/>
                      <a:pt x="283" y="59"/>
                      <a:pt x="283" y="59"/>
                    </a:cubicBezTo>
                    <a:cubicBezTo>
                      <a:pt x="283" y="59"/>
                      <a:pt x="284" y="59"/>
                      <a:pt x="284" y="59"/>
                    </a:cubicBezTo>
                    <a:cubicBezTo>
                      <a:pt x="284" y="59"/>
                      <a:pt x="284" y="59"/>
                      <a:pt x="284" y="59"/>
                    </a:cubicBezTo>
                    <a:cubicBezTo>
                      <a:pt x="284" y="59"/>
                      <a:pt x="285" y="59"/>
                      <a:pt x="285" y="59"/>
                    </a:cubicBezTo>
                    <a:close/>
                    <a:moveTo>
                      <a:pt x="274" y="67"/>
                    </a:moveTo>
                    <a:cubicBezTo>
                      <a:pt x="274" y="67"/>
                      <a:pt x="274" y="68"/>
                      <a:pt x="273" y="69"/>
                    </a:cubicBezTo>
                    <a:cubicBezTo>
                      <a:pt x="273" y="69"/>
                      <a:pt x="273" y="69"/>
                      <a:pt x="273" y="69"/>
                    </a:cubicBezTo>
                    <a:cubicBezTo>
                      <a:pt x="273" y="69"/>
                      <a:pt x="272" y="69"/>
                      <a:pt x="271" y="68"/>
                    </a:cubicBezTo>
                    <a:cubicBezTo>
                      <a:pt x="271" y="68"/>
                      <a:pt x="271" y="68"/>
                      <a:pt x="271" y="68"/>
                    </a:cubicBezTo>
                    <a:cubicBezTo>
                      <a:pt x="271" y="68"/>
                      <a:pt x="271" y="67"/>
                      <a:pt x="272" y="66"/>
                    </a:cubicBezTo>
                    <a:cubicBezTo>
                      <a:pt x="272" y="66"/>
                      <a:pt x="272" y="66"/>
                      <a:pt x="272" y="66"/>
                    </a:cubicBezTo>
                    <a:cubicBezTo>
                      <a:pt x="272" y="66"/>
                      <a:pt x="272" y="66"/>
                      <a:pt x="273" y="66"/>
                    </a:cubicBezTo>
                    <a:cubicBezTo>
                      <a:pt x="273" y="66"/>
                      <a:pt x="273" y="66"/>
                      <a:pt x="273" y="66"/>
                    </a:cubicBezTo>
                    <a:cubicBezTo>
                      <a:pt x="273" y="66"/>
                      <a:pt x="273" y="66"/>
                      <a:pt x="274" y="67"/>
                    </a:cubicBezTo>
                    <a:close/>
                    <a:moveTo>
                      <a:pt x="262" y="74"/>
                    </a:moveTo>
                    <a:cubicBezTo>
                      <a:pt x="263" y="75"/>
                      <a:pt x="263" y="76"/>
                      <a:pt x="262" y="76"/>
                    </a:cubicBezTo>
                    <a:cubicBezTo>
                      <a:pt x="262" y="76"/>
                      <a:pt x="262" y="76"/>
                      <a:pt x="262" y="76"/>
                    </a:cubicBezTo>
                    <a:cubicBezTo>
                      <a:pt x="261" y="76"/>
                      <a:pt x="261" y="76"/>
                      <a:pt x="260" y="76"/>
                    </a:cubicBezTo>
                    <a:cubicBezTo>
                      <a:pt x="260" y="76"/>
                      <a:pt x="260" y="76"/>
                      <a:pt x="260" y="76"/>
                    </a:cubicBezTo>
                    <a:cubicBezTo>
                      <a:pt x="260" y="75"/>
                      <a:pt x="260" y="74"/>
                      <a:pt x="261" y="74"/>
                    </a:cubicBezTo>
                    <a:cubicBezTo>
                      <a:pt x="261" y="74"/>
                      <a:pt x="261" y="74"/>
                      <a:pt x="261" y="74"/>
                    </a:cubicBezTo>
                    <a:cubicBezTo>
                      <a:pt x="261" y="74"/>
                      <a:pt x="261" y="74"/>
                      <a:pt x="261" y="74"/>
                    </a:cubicBezTo>
                    <a:cubicBezTo>
                      <a:pt x="261" y="74"/>
                      <a:pt x="261" y="74"/>
                      <a:pt x="261" y="74"/>
                    </a:cubicBezTo>
                    <a:cubicBezTo>
                      <a:pt x="262" y="74"/>
                      <a:pt x="262" y="74"/>
                      <a:pt x="262" y="74"/>
                    </a:cubicBezTo>
                    <a:close/>
                    <a:moveTo>
                      <a:pt x="251" y="82"/>
                    </a:moveTo>
                    <a:cubicBezTo>
                      <a:pt x="251" y="82"/>
                      <a:pt x="251" y="83"/>
                      <a:pt x="251" y="83"/>
                    </a:cubicBezTo>
                    <a:cubicBezTo>
                      <a:pt x="251" y="83"/>
                      <a:pt x="251" y="83"/>
                      <a:pt x="251" y="83"/>
                    </a:cubicBezTo>
                    <a:cubicBezTo>
                      <a:pt x="250" y="84"/>
                      <a:pt x="249" y="84"/>
                      <a:pt x="249" y="83"/>
                    </a:cubicBezTo>
                    <a:cubicBezTo>
                      <a:pt x="249" y="83"/>
                      <a:pt x="249" y="83"/>
                      <a:pt x="249" y="83"/>
                    </a:cubicBezTo>
                    <a:cubicBezTo>
                      <a:pt x="248" y="82"/>
                      <a:pt x="249" y="82"/>
                      <a:pt x="249" y="81"/>
                    </a:cubicBezTo>
                    <a:cubicBezTo>
                      <a:pt x="249" y="81"/>
                      <a:pt x="249" y="81"/>
                      <a:pt x="249" y="81"/>
                    </a:cubicBezTo>
                    <a:cubicBezTo>
                      <a:pt x="249" y="81"/>
                      <a:pt x="250" y="81"/>
                      <a:pt x="250" y="81"/>
                    </a:cubicBezTo>
                    <a:cubicBezTo>
                      <a:pt x="250" y="81"/>
                      <a:pt x="250" y="81"/>
                      <a:pt x="250" y="81"/>
                    </a:cubicBezTo>
                    <a:cubicBezTo>
                      <a:pt x="250" y="81"/>
                      <a:pt x="251" y="81"/>
                      <a:pt x="251" y="82"/>
                    </a:cubicBezTo>
                    <a:close/>
                    <a:moveTo>
                      <a:pt x="240" y="89"/>
                    </a:moveTo>
                    <a:cubicBezTo>
                      <a:pt x="240" y="90"/>
                      <a:pt x="240" y="90"/>
                      <a:pt x="239" y="91"/>
                    </a:cubicBezTo>
                    <a:cubicBezTo>
                      <a:pt x="239" y="91"/>
                      <a:pt x="239" y="91"/>
                      <a:pt x="239" y="91"/>
                    </a:cubicBezTo>
                    <a:cubicBezTo>
                      <a:pt x="239" y="91"/>
                      <a:pt x="238" y="91"/>
                      <a:pt x="238" y="90"/>
                    </a:cubicBezTo>
                    <a:cubicBezTo>
                      <a:pt x="238" y="90"/>
                      <a:pt x="238" y="90"/>
                      <a:pt x="238" y="90"/>
                    </a:cubicBezTo>
                    <a:cubicBezTo>
                      <a:pt x="237" y="90"/>
                      <a:pt x="237" y="89"/>
                      <a:pt x="238" y="89"/>
                    </a:cubicBezTo>
                    <a:cubicBezTo>
                      <a:pt x="238" y="89"/>
                      <a:pt x="238" y="89"/>
                      <a:pt x="238" y="89"/>
                    </a:cubicBezTo>
                    <a:cubicBezTo>
                      <a:pt x="238" y="88"/>
                      <a:pt x="238" y="88"/>
                      <a:pt x="239" y="88"/>
                    </a:cubicBezTo>
                    <a:cubicBezTo>
                      <a:pt x="239" y="88"/>
                      <a:pt x="239" y="88"/>
                      <a:pt x="239" y="88"/>
                    </a:cubicBezTo>
                    <a:cubicBezTo>
                      <a:pt x="239" y="88"/>
                      <a:pt x="240" y="89"/>
                      <a:pt x="240" y="89"/>
                    </a:cubicBezTo>
                    <a:close/>
                    <a:moveTo>
                      <a:pt x="228" y="96"/>
                    </a:moveTo>
                    <a:cubicBezTo>
                      <a:pt x="229" y="97"/>
                      <a:pt x="229" y="98"/>
                      <a:pt x="228" y="98"/>
                    </a:cubicBezTo>
                    <a:cubicBezTo>
                      <a:pt x="228" y="98"/>
                      <a:pt x="228" y="98"/>
                      <a:pt x="228" y="98"/>
                    </a:cubicBezTo>
                    <a:cubicBezTo>
                      <a:pt x="227" y="99"/>
                      <a:pt x="227" y="98"/>
                      <a:pt x="226" y="98"/>
                    </a:cubicBezTo>
                    <a:cubicBezTo>
                      <a:pt x="226" y="98"/>
                      <a:pt x="226" y="98"/>
                      <a:pt x="226" y="98"/>
                    </a:cubicBezTo>
                    <a:cubicBezTo>
                      <a:pt x="226" y="97"/>
                      <a:pt x="226" y="96"/>
                      <a:pt x="227" y="96"/>
                    </a:cubicBezTo>
                    <a:cubicBezTo>
                      <a:pt x="227" y="96"/>
                      <a:pt x="227" y="96"/>
                      <a:pt x="227" y="96"/>
                    </a:cubicBezTo>
                    <a:cubicBezTo>
                      <a:pt x="227" y="96"/>
                      <a:pt x="227" y="96"/>
                      <a:pt x="227" y="96"/>
                    </a:cubicBezTo>
                    <a:cubicBezTo>
                      <a:pt x="227" y="96"/>
                      <a:pt x="227" y="96"/>
                      <a:pt x="227" y="96"/>
                    </a:cubicBezTo>
                    <a:cubicBezTo>
                      <a:pt x="228" y="96"/>
                      <a:pt x="228" y="96"/>
                      <a:pt x="228" y="96"/>
                    </a:cubicBezTo>
                    <a:close/>
                    <a:moveTo>
                      <a:pt x="217" y="104"/>
                    </a:moveTo>
                    <a:cubicBezTo>
                      <a:pt x="218" y="104"/>
                      <a:pt x="217" y="105"/>
                      <a:pt x="217" y="105"/>
                    </a:cubicBezTo>
                    <a:cubicBezTo>
                      <a:pt x="217" y="105"/>
                      <a:pt x="217" y="105"/>
                      <a:pt x="217" y="105"/>
                    </a:cubicBezTo>
                    <a:cubicBezTo>
                      <a:pt x="216" y="106"/>
                      <a:pt x="215" y="106"/>
                      <a:pt x="215" y="105"/>
                    </a:cubicBezTo>
                    <a:cubicBezTo>
                      <a:pt x="215" y="105"/>
                      <a:pt x="215" y="105"/>
                      <a:pt x="215" y="105"/>
                    </a:cubicBezTo>
                    <a:cubicBezTo>
                      <a:pt x="214" y="105"/>
                      <a:pt x="215" y="104"/>
                      <a:pt x="215" y="103"/>
                    </a:cubicBezTo>
                    <a:cubicBezTo>
                      <a:pt x="215" y="103"/>
                      <a:pt x="215" y="103"/>
                      <a:pt x="215" y="103"/>
                    </a:cubicBezTo>
                    <a:cubicBezTo>
                      <a:pt x="216" y="103"/>
                      <a:pt x="216" y="103"/>
                      <a:pt x="216" y="103"/>
                    </a:cubicBezTo>
                    <a:cubicBezTo>
                      <a:pt x="216" y="103"/>
                      <a:pt x="216" y="103"/>
                      <a:pt x="216" y="103"/>
                    </a:cubicBezTo>
                    <a:cubicBezTo>
                      <a:pt x="216" y="103"/>
                      <a:pt x="217" y="103"/>
                      <a:pt x="217" y="104"/>
                    </a:cubicBezTo>
                    <a:close/>
                    <a:moveTo>
                      <a:pt x="206" y="111"/>
                    </a:moveTo>
                    <a:cubicBezTo>
                      <a:pt x="206" y="112"/>
                      <a:pt x="206" y="112"/>
                      <a:pt x="205" y="113"/>
                    </a:cubicBezTo>
                    <a:cubicBezTo>
                      <a:pt x="205" y="113"/>
                      <a:pt x="205" y="113"/>
                      <a:pt x="205" y="113"/>
                    </a:cubicBezTo>
                    <a:cubicBezTo>
                      <a:pt x="205" y="113"/>
                      <a:pt x="204" y="113"/>
                      <a:pt x="204" y="112"/>
                    </a:cubicBezTo>
                    <a:cubicBezTo>
                      <a:pt x="204" y="112"/>
                      <a:pt x="204" y="112"/>
                      <a:pt x="204" y="112"/>
                    </a:cubicBezTo>
                    <a:cubicBezTo>
                      <a:pt x="203" y="112"/>
                      <a:pt x="203" y="111"/>
                      <a:pt x="204" y="111"/>
                    </a:cubicBezTo>
                    <a:cubicBezTo>
                      <a:pt x="204" y="111"/>
                      <a:pt x="204" y="111"/>
                      <a:pt x="204" y="111"/>
                    </a:cubicBezTo>
                    <a:cubicBezTo>
                      <a:pt x="204" y="110"/>
                      <a:pt x="204" y="110"/>
                      <a:pt x="205" y="110"/>
                    </a:cubicBezTo>
                    <a:cubicBezTo>
                      <a:pt x="205" y="110"/>
                      <a:pt x="205" y="110"/>
                      <a:pt x="205" y="110"/>
                    </a:cubicBezTo>
                    <a:cubicBezTo>
                      <a:pt x="205" y="110"/>
                      <a:pt x="206" y="111"/>
                      <a:pt x="206" y="111"/>
                    </a:cubicBezTo>
                    <a:close/>
                    <a:moveTo>
                      <a:pt x="195" y="118"/>
                    </a:moveTo>
                    <a:cubicBezTo>
                      <a:pt x="195" y="119"/>
                      <a:pt x="195" y="120"/>
                      <a:pt x="194" y="120"/>
                    </a:cubicBezTo>
                    <a:cubicBezTo>
                      <a:pt x="194" y="120"/>
                      <a:pt x="194" y="120"/>
                      <a:pt x="194" y="120"/>
                    </a:cubicBezTo>
                    <a:cubicBezTo>
                      <a:pt x="194" y="121"/>
                      <a:pt x="193" y="120"/>
                      <a:pt x="192" y="120"/>
                    </a:cubicBezTo>
                    <a:cubicBezTo>
                      <a:pt x="192" y="120"/>
                      <a:pt x="192" y="120"/>
                      <a:pt x="192" y="120"/>
                    </a:cubicBezTo>
                    <a:cubicBezTo>
                      <a:pt x="192" y="119"/>
                      <a:pt x="192" y="118"/>
                      <a:pt x="193" y="118"/>
                    </a:cubicBezTo>
                    <a:cubicBezTo>
                      <a:pt x="193" y="118"/>
                      <a:pt x="193" y="118"/>
                      <a:pt x="193" y="118"/>
                    </a:cubicBezTo>
                    <a:cubicBezTo>
                      <a:pt x="193" y="118"/>
                      <a:pt x="193" y="118"/>
                      <a:pt x="193" y="118"/>
                    </a:cubicBezTo>
                    <a:cubicBezTo>
                      <a:pt x="193" y="118"/>
                      <a:pt x="193" y="118"/>
                      <a:pt x="193" y="118"/>
                    </a:cubicBezTo>
                    <a:cubicBezTo>
                      <a:pt x="194" y="118"/>
                      <a:pt x="194" y="118"/>
                      <a:pt x="195" y="118"/>
                    </a:cubicBezTo>
                    <a:close/>
                    <a:moveTo>
                      <a:pt x="183" y="126"/>
                    </a:moveTo>
                    <a:cubicBezTo>
                      <a:pt x="184" y="126"/>
                      <a:pt x="183" y="127"/>
                      <a:pt x="183" y="128"/>
                    </a:cubicBezTo>
                    <a:cubicBezTo>
                      <a:pt x="183" y="128"/>
                      <a:pt x="183" y="128"/>
                      <a:pt x="183" y="128"/>
                    </a:cubicBezTo>
                    <a:cubicBezTo>
                      <a:pt x="182" y="128"/>
                      <a:pt x="181" y="128"/>
                      <a:pt x="181" y="127"/>
                    </a:cubicBezTo>
                    <a:cubicBezTo>
                      <a:pt x="181" y="127"/>
                      <a:pt x="181" y="127"/>
                      <a:pt x="181" y="127"/>
                    </a:cubicBezTo>
                    <a:cubicBezTo>
                      <a:pt x="181" y="127"/>
                      <a:pt x="181" y="126"/>
                      <a:pt x="181" y="125"/>
                    </a:cubicBezTo>
                    <a:cubicBezTo>
                      <a:pt x="181" y="125"/>
                      <a:pt x="181" y="125"/>
                      <a:pt x="181" y="125"/>
                    </a:cubicBezTo>
                    <a:cubicBezTo>
                      <a:pt x="182" y="125"/>
                      <a:pt x="182" y="125"/>
                      <a:pt x="182" y="125"/>
                    </a:cubicBezTo>
                    <a:cubicBezTo>
                      <a:pt x="182" y="125"/>
                      <a:pt x="182" y="125"/>
                      <a:pt x="182" y="125"/>
                    </a:cubicBezTo>
                    <a:cubicBezTo>
                      <a:pt x="183" y="125"/>
                      <a:pt x="183" y="125"/>
                      <a:pt x="183" y="126"/>
                    </a:cubicBezTo>
                    <a:close/>
                    <a:moveTo>
                      <a:pt x="172" y="133"/>
                    </a:moveTo>
                    <a:cubicBezTo>
                      <a:pt x="172" y="134"/>
                      <a:pt x="172" y="135"/>
                      <a:pt x="172" y="135"/>
                    </a:cubicBezTo>
                    <a:cubicBezTo>
                      <a:pt x="172" y="135"/>
                      <a:pt x="172" y="135"/>
                      <a:pt x="172" y="135"/>
                    </a:cubicBezTo>
                    <a:cubicBezTo>
                      <a:pt x="171" y="135"/>
                      <a:pt x="170" y="135"/>
                      <a:pt x="170" y="135"/>
                    </a:cubicBezTo>
                    <a:cubicBezTo>
                      <a:pt x="170" y="135"/>
                      <a:pt x="170" y="135"/>
                      <a:pt x="170" y="135"/>
                    </a:cubicBezTo>
                    <a:cubicBezTo>
                      <a:pt x="169" y="134"/>
                      <a:pt x="169" y="133"/>
                      <a:pt x="170" y="133"/>
                    </a:cubicBezTo>
                    <a:cubicBezTo>
                      <a:pt x="170" y="133"/>
                      <a:pt x="170" y="133"/>
                      <a:pt x="170" y="133"/>
                    </a:cubicBezTo>
                    <a:cubicBezTo>
                      <a:pt x="170" y="133"/>
                      <a:pt x="171" y="133"/>
                      <a:pt x="171" y="133"/>
                    </a:cubicBezTo>
                    <a:cubicBezTo>
                      <a:pt x="171" y="133"/>
                      <a:pt x="171" y="133"/>
                      <a:pt x="171" y="133"/>
                    </a:cubicBezTo>
                    <a:cubicBezTo>
                      <a:pt x="171" y="133"/>
                      <a:pt x="172" y="133"/>
                      <a:pt x="172" y="133"/>
                    </a:cubicBezTo>
                    <a:close/>
                    <a:moveTo>
                      <a:pt x="161" y="140"/>
                    </a:moveTo>
                    <a:cubicBezTo>
                      <a:pt x="161" y="141"/>
                      <a:pt x="161" y="142"/>
                      <a:pt x="160" y="142"/>
                    </a:cubicBezTo>
                    <a:cubicBezTo>
                      <a:pt x="160" y="142"/>
                      <a:pt x="160" y="142"/>
                      <a:pt x="160" y="142"/>
                    </a:cubicBezTo>
                    <a:cubicBezTo>
                      <a:pt x="160" y="143"/>
                      <a:pt x="159" y="143"/>
                      <a:pt x="158" y="142"/>
                    </a:cubicBezTo>
                    <a:cubicBezTo>
                      <a:pt x="158" y="142"/>
                      <a:pt x="158" y="142"/>
                      <a:pt x="158" y="142"/>
                    </a:cubicBezTo>
                    <a:cubicBezTo>
                      <a:pt x="158" y="141"/>
                      <a:pt x="158" y="140"/>
                      <a:pt x="159" y="140"/>
                    </a:cubicBezTo>
                    <a:cubicBezTo>
                      <a:pt x="159" y="140"/>
                      <a:pt x="159" y="140"/>
                      <a:pt x="159" y="140"/>
                    </a:cubicBezTo>
                    <a:cubicBezTo>
                      <a:pt x="159" y="140"/>
                      <a:pt x="159" y="140"/>
                      <a:pt x="159" y="140"/>
                    </a:cubicBezTo>
                    <a:cubicBezTo>
                      <a:pt x="159" y="140"/>
                      <a:pt x="159" y="140"/>
                      <a:pt x="159" y="140"/>
                    </a:cubicBezTo>
                    <a:cubicBezTo>
                      <a:pt x="160" y="140"/>
                      <a:pt x="160" y="140"/>
                      <a:pt x="161" y="140"/>
                    </a:cubicBezTo>
                    <a:close/>
                    <a:moveTo>
                      <a:pt x="149" y="148"/>
                    </a:moveTo>
                    <a:cubicBezTo>
                      <a:pt x="150" y="148"/>
                      <a:pt x="150" y="149"/>
                      <a:pt x="149" y="150"/>
                    </a:cubicBezTo>
                    <a:cubicBezTo>
                      <a:pt x="149" y="150"/>
                      <a:pt x="149" y="150"/>
                      <a:pt x="149" y="150"/>
                    </a:cubicBezTo>
                    <a:cubicBezTo>
                      <a:pt x="148" y="150"/>
                      <a:pt x="147" y="150"/>
                      <a:pt x="147" y="149"/>
                    </a:cubicBezTo>
                    <a:cubicBezTo>
                      <a:pt x="147" y="149"/>
                      <a:pt x="147" y="149"/>
                      <a:pt x="147" y="149"/>
                    </a:cubicBezTo>
                    <a:cubicBezTo>
                      <a:pt x="147" y="149"/>
                      <a:pt x="147" y="148"/>
                      <a:pt x="147" y="147"/>
                    </a:cubicBezTo>
                    <a:cubicBezTo>
                      <a:pt x="147" y="147"/>
                      <a:pt x="147" y="147"/>
                      <a:pt x="147" y="147"/>
                    </a:cubicBezTo>
                    <a:cubicBezTo>
                      <a:pt x="148" y="147"/>
                      <a:pt x="148" y="147"/>
                      <a:pt x="148" y="147"/>
                    </a:cubicBezTo>
                    <a:cubicBezTo>
                      <a:pt x="148" y="147"/>
                      <a:pt x="148" y="147"/>
                      <a:pt x="148" y="147"/>
                    </a:cubicBezTo>
                    <a:cubicBezTo>
                      <a:pt x="149" y="147"/>
                      <a:pt x="149" y="147"/>
                      <a:pt x="149" y="148"/>
                    </a:cubicBezTo>
                    <a:close/>
                    <a:moveTo>
                      <a:pt x="138" y="155"/>
                    </a:moveTo>
                    <a:cubicBezTo>
                      <a:pt x="138" y="156"/>
                      <a:pt x="138" y="157"/>
                      <a:pt x="138" y="157"/>
                    </a:cubicBezTo>
                    <a:cubicBezTo>
                      <a:pt x="138" y="157"/>
                      <a:pt x="138" y="157"/>
                      <a:pt x="138" y="157"/>
                    </a:cubicBezTo>
                    <a:cubicBezTo>
                      <a:pt x="137" y="157"/>
                      <a:pt x="136" y="157"/>
                      <a:pt x="136" y="157"/>
                    </a:cubicBezTo>
                    <a:cubicBezTo>
                      <a:pt x="136" y="157"/>
                      <a:pt x="136" y="157"/>
                      <a:pt x="136" y="157"/>
                    </a:cubicBezTo>
                    <a:cubicBezTo>
                      <a:pt x="135" y="156"/>
                      <a:pt x="136" y="155"/>
                      <a:pt x="136" y="155"/>
                    </a:cubicBezTo>
                    <a:cubicBezTo>
                      <a:pt x="136" y="155"/>
                      <a:pt x="136" y="155"/>
                      <a:pt x="136" y="155"/>
                    </a:cubicBezTo>
                    <a:cubicBezTo>
                      <a:pt x="136" y="155"/>
                      <a:pt x="137" y="155"/>
                      <a:pt x="137" y="155"/>
                    </a:cubicBezTo>
                    <a:cubicBezTo>
                      <a:pt x="137" y="155"/>
                      <a:pt x="137" y="155"/>
                      <a:pt x="137" y="155"/>
                    </a:cubicBezTo>
                    <a:cubicBezTo>
                      <a:pt x="137" y="155"/>
                      <a:pt x="138" y="155"/>
                      <a:pt x="138" y="155"/>
                    </a:cubicBezTo>
                    <a:close/>
                    <a:moveTo>
                      <a:pt x="127" y="163"/>
                    </a:moveTo>
                    <a:cubicBezTo>
                      <a:pt x="127" y="163"/>
                      <a:pt x="127" y="164"/>
                      <a:pt x="126" y="164"/>
                    </a:cubicBezTo>
                    <a:cubicBezTo>
                      <a:pt x="126" y="164"/>
                      <a:pt x="126" y="164"/>
                      <a:pt x="126" y="164"/>
                    </a:cubicBezTo>
                    <a:cubicBezTo>
                      <a:pt x="126" y="165"/>
                      <a:pt x="125" y="165"/>
                      <a:pt x="124" y="164"/>
                    </a:cubicBezTo>
                    <a:cubicBezTo>
                      <a:pt x="124" y="164"/>
                      <a:pt x="124" y="164"/>
                      <a:pt x="124" y="164"/>
                    </a:cubicBezTo>
                    <a:cubicBezTo>
                      <a:pt x="124" y="163"/>
                      <a:pt x="124" y="163"/>
                      <a:pt x="125" y="162"/>
                    </a:cubicBezTo>
                    <a:cubicBezTo>
                      <a:pt x="125" y="162"/>
                      <a:pt x="125" y="162"/>
                      <a:pt x="125" y="162"/>
                    </a:cubicBezTo>
                    <a:cubicBezTo>
                      <a:pt x="125" y="162"/>
                      <a:pt x="125" y="162"/>
                      <a:pt x="126" y="162"/>
                    </a:cubicBezTo>
                    <a:cubicBezTo>
                      <a:pt x="126" y="162"/>
                      <a:pt x="126" y="162"/>
                      <a:pt x="126" y="162"/>
                    </a:cubicBezTo>
                    <a:cubicBezTo>
                      <a:pt x="126" y="162"/>
                      <a:pt x="126" y="162"/>
                      <a:pt x="127" y="163"/>
                    </a:cubicBezTo>
                    <a:close/>
                    <a:moveTo>
                      <a:pt x="115" y="170"/>
                    </a:moveTo>
                    <a:cubicBezTo>
                      <a:pt x="116" y="171"/>
                      <a:pt x="116" y="171"/>
                      <a:pt x="115" y="172"/>
                    </a:cubicBezTo>
                    <a:cubicBezTo>
                      <a:pt x="115" y="172"/>
                      <a:pt x="115" y="172"/>
                      <a:pt x="115" y="172"/>
                    </a:cubicBezTo>
                    <a:cubicBezTo>
                      <a:pt x="114" y="172"/>
                      <a:pt x="114" y="172"/>
                      <a:pt x="113" y="171"/>
                    </a:cubicBezTo>
                    <a:cubicBezTo>
                      <a:pt x="113" y="171"/>
                      <a:pt x="113" y="171"/>
                      <a:pt x="113" y="171"/>
                    </a:cubicBezTo>
                    <a:cubicBezTo>
                      <a:pt x="113" y="171"/>
                      <a:pt x="113" y="170"/>
                      <a:pt x="114" y="170"/>
                    </a:cubicBezTo>
                    <a:cubicBezTo>
                      <a:pt x="114" y="170"/>
                      <a:pt x="114" y="170"/>
                      <a:pt x="114" y="170"/>
                    </a:cubicBezTo>
                    <a:cubicBezTo>
                      <a:pt x="114" y="169"/>
                      <a:pt x="114" y="169"/>
                      <a:pt x="114" y="169"/>
                    </a:cubicBezTo>
                    <a:cubicBezTo>
                      <a:pt x="114" y="169"/>
                      <a:pt x="114" y="169"/>
                      <a:pt x="114" y="169"/>
                    </a:cubicBezTo>
                    <a:cubicBezTo>
                      <a:pt x="115" y="169"/>
                      <a:pt x="115" y="170"/>
                      <a:pt x="115" y="170"/>
                    </a:cubicBezTo>
                    <a:close/>
                    <a:moveTo>
                      <a:pt x="104" y="177"/>
                    </a:moveTo>
                    <a:cubicBezTo>
                      <a:pt x="104" y="178"/>
                      <a:pt x="104" y="179"/>
                      <a:pt x="104" y="179"/>
                    </a:cubicBezTo>
                    <a:cubicBezTo>
                      <a:pt x="104" y="179"/>
                      <a:pt x="104" y="179"/>
                      <a:pt x="104" y="179"/>
                    </a:cubicBezTo>
                    <a:cubicBezTo>
                      <a:pt x="103" y="180"/>
                      <a:pt x="102" y="179"/>
                      <a:pt x="102" y="179"/>
                    </a:cubicBezTo>
                    <a:cubicBezTo>
                      <a:pt x="102" y="179"/>
                      <a:pt x="102" y="179"/>
                      <a:pt x="102" y="179"/>
                    </a:cubicBezTo>
                    <a:cubicBezTo>
                      <a:pt x="101" y="178"/>
                      <a:pt x="102" y="177"/>
                      <a:pt x="102" y="177"/>
                    </a:cubicBezTo>
                    <a:cubicBezTo>
                      <a:pt x="102" y="177"/>
                      <a:pt x="102" y="177"/>
                      <a:pt x="102" y="177"/>
                    </a:cubicBezTo>
                    <a:cubicBezTo>
                      <a:pt x="102" y="177"/>
                      <a:pt x="103" y="177"/>
                      <a:pt x="103" y="177"/>
                    </a:cubicBezTo>
                    <a:cubicBezTo>
                      <a:pt x="103" y="177"/>
                      <a:pt x="103" y="177"/>
                      <a:pt x="103" y="177"/>
                    </a:cubicBezTo>
                    <a:cubicBezTo>
                      <a:pt x="103" y="177"/>
                      <a:pt x="104" y="177"/>
                      <a:pt x="104" y="177"/>
                    </a:cubicBezTo>
                    <a:close/>
                    <a:moveTo>
                      <a:pt x="93" y="185"/>
                    </a:moveTo>
                    <a:cubicBezTo>
                      <a:pt x="93" y="185"/>
                      <a:pt x="93" y="186"/>
                      <a:pt x="92" y="187"/>
                    </a:cubicBezTo>
                    <a:cubicBezTo>
                      <a:pt x="92" y="187"/>
                      <a:pt x="92" y="187"/>
                      <a:pt x="92" y="187"/>
                    </a:cubicBezTo>
                    <a:cubicBezTo>
                      <a:pt x="92" y="187"/>
                      <a:pt x="91" y="187"/>
                      <a:pt x="91" y="186"/>
                    </a:cubicBezTo>
                    <a:cubicBezTo>
                      <a:pt x="91" y="186"/>
                      <a:pt x="91" y="186"/>
                      <a:pt x="91" y="186"/>
                    </a:cubicBezTo>
                    <a:cubicBezTo>
                      <a:pt x="90" y="186"/>
                      <a:pt x="90" y="185"/>
                      <a:pt x="91" y="184"/>
                    </a:cubicBezTo>
                    <a:cubicBezTo>
                      <a:pt x="91" y="184"/>
                      <a:pt x="91" y="184"/>
                      <a:pt x="91" y="184"/>
                    </a:cubicBezTo>
                    <a:cubicBezTo>
                      <a:pt x="91" y="184"/>
                      <a:pt x="91" y="184"/>
                      <a:pt x="92" y="184"/>
                    </a:cubicBezTo>
                    <a:cubicBezTo>
                      <a:pt x="92" y="184"/>
                      <a:pt x="92" y="184"/>
                      <a:pt x="92" y="184"/>
                    </a:cubicBezTo>
                    <a:cubicBezTo>
                      <a:pt x="92" y="184"/>
                      <a:pt x="92" y="184"/>
                      <a:pt x="93" y="185"/>
                    </a:cubicBezTo>
                    <a:close/>
                    <a:moveTo>
                      <a:pt x="81" y="192"/>
                    </a:moveTo>
                    <a:cubicBezTo>
                      <a:pt x="82" y="193"/>
                      <a:pt x="82" y="193"/>
                      <a:pt x="81" y="194"/>
                    </a:cubicBezTo>
                    <a:cubicBezTo>
                      <a:pt x="81" y="194"/>
                      <a:pt x="81" y="194"/>
                      <a:pt x="81" y="194"/>
                    </a:cubicBezTo>
                    <a:cubicBezTo>
                      <a:pt x="80" y="194"/>
                      <a:pt x="80" y="194"/>
                      <a:pt x="79" y="194"/>
                    </a:cubicBezTo>
                    <a:cubicBezTo>
                      <a:pt x="79" y="194"/>
                      <a:pt x="79" y="194"/>
                      <a:pt x="79" y="194"/>
                    </a:cubicBezTo>
                    <a:cubicBezTo>
                      <a:pt x="79" y="193"/>
                      <a:pt x="79" y="192"/>
                      <a:pt x="80" y="192"/>
                    </a:cubicBezTo>
                    <a:cubicBezTo>
                      <a:pt x="80" y="192"/>
                      <a:pt x="80" y="192"/>
                      <a:pt x="80" y="192"/>
                    </a:cubicBezTo>
                    <a:cubicBezTo>
                      <a:pt x="80" y="192"/>
                      <a:pt x="80" y="191"/>
                      <a:pt x="80" y="191"/>
                    </a:cubicBezTo>
                    <a:cubicBezTo>
                      <a:pt x="80" y="191"/>
                      <a:pt x="80" y="191"/>
                      <a:pt x="80" y="191"/>
                    </a:cubicBezTo>
                    <a:cubicBezTo>
                      <a:pt x="81" y="191"/>
                      <a:pt x="81" y="192"/>
                      <a:pt x="81" y="192"/>
                    </a:cubicBezTo>
                    <a:close/>
                    <a:moveTo>
                      <a:pt x="70" y="199"/>
                    </a:moveTo>
                    <a:cubicBezTo>
                      <a:pt x="71" y="200"/>
                      <a:pt x="70" y="201"/>
                      <a:pt x="70" y="201"/>
                    </a:cubicBezTo>
                    <a:cubicBezTo>
                      <a:pt x="70" y="201"/>
                      <a:pt x="70" y="201"/>
                      <a:pt x="70" y="201"/>
                    </a:cubicBezTo>
                    <a:cubicBezTo>
                      <a:pt x="69" y="202"/>
                      <a:pt x="68" y="202"/>
                      <a:pt x="68" y="201"/>
                    </a:cubicBezTo>
                    <a:cubicBezTo>
                      <a:pt x="68" y="201"/>
                      <a:pt x="68" y="201"/>
                      <a:pt x="68" y="201"/>
                    </a:cubicBezTo>
                    <a:cubicBezTo>
                      <a:pt x="67" y="200"/>
                      <a:pt x="68" y="199"/>
                      <a:pt x="68" y="199"/>
                    </a:cubicBezTo>
                    <a:cubicBezTo>
                      <a:pt x="68" y="199"/>
                      <a:pt x="68" y="199"/>
                      <a:pt x="68" y="199"/>
                    </a:cubicBezTo>
                    <a:cubicBezTo>
                      <a:pt x="69" y="199"/>
                      <a:pt x="69" y="199"/>
                      <a:pt x="69" y="199"/>
                    </a:cubicBezTo>
                    <a:cubicBezTo>
                      <a:pt x="69" y="199"/>
                      <a:pt x="69" y="199"/>
                      <a:pt x="69" y="199"/>
                    </a:cubicBezTo>
                    <a:cubicBezTo>
                      <a:pt x="69" y="199"/>
                      <a:pt x="70" y="199"/>
                      <a:pt x="70" y="199"/>
                    </a:cubicBezTo>
                    <a:close/>
                    <a:moveTo>
                      <a:pt x="59" y="207"/>
                    </a:moveTo>
                    <a:cubicBezTo>
                      <a:pt x="59" y="207"/>
                      <a:pt x="59" y="208"/>
                      <a:pt x="58" y="209"/>
                    </a:cubicBezTo>
                    <a:cubicBezTo>
                      <a:pt x="58" y="209"/>
                      <a:pt x="58" y="209"/>
                      <a:pt x="58" y="209"/>
                    </a:cubicBezTo>
                    <a:cubicBezTo>
                      <a:pt x="58" y="209"/>
                      <a:pt x="57" y="209"/>
                      <a:pt x="57" y="208"/>
                    </a:cubicBezTo>
                    <a:cubicBezTo>
                      <a:pt x="57" y="208"/>
                      <a:pt x="57" y="208"/>
                      <a:pt x="57" y="208"/>
                    </a:cubicBezTo>
                    <a:cubicBezTo>
                      <a:pt x="56" y="208"/>
                      <a:pt x="56" y="207"/>
                      <a:pt x="57" y="206"/>
                    </a:cubicBezTo>
                    <a:cubicBezTo>
                      <a:pt x="57" y="206"/>
                      <a:pt x="57" y="206"/>
                      <a:pt x="57" y="206"/>
                    </a:cubicBezTo>
                    <a:cubicBezTo>
                      <a:pt x="57" y="206"/>
                      <a:pt x="57" y="206"/>
                      <a:pt x="58" y="206"/>
                    </a:cubicBezTo>
                    <a:cubicBezTo>
                      <a:pt x="58" y="206"/>
                      <a:pt x="58" y="206"/>
                      <a:pt x="58" y="206"/>
                    </a:cubicBezTo>
                    <a:cubicBezTo>
                      <a:pt x="58" y="206"/>
                      <a:pt x="59" y="206"/>
                      <a:pt x="59" y="207"/>
                    </a:cubicBezTo>
                    <a:close/>
                    <a:moveTo>
                      <a:pt x="48" y="214"/>
                    </a:moveTo>
                    <a:cubicBezTo>
                      <a:pt x="48" y="215"/>
                      <a:pt x="48" y="216"/>
                      <a:pt x="47" y="216"/>
                    </a:cubicBezTo>
                    <a:cubicBezTo>
                      <a:pt x="47" y="216"/>
                      <a:pt x="47" y="216"/>
                      <a:pt x="47" y="216"/>
                    </a:cubicBezTo>
                    <a:cubicBezTo>
                      <a:pt x="47" y="216"/>
                      <a:pt x="46" y="216"/>
                      <a:pt x="45" y="216"/>
                    </a:cubicBezTo>
                    <a:cubicBezTo>
                      <a:pt x="45" y="216"/>
                      <a:pt x="45" y="216"/>
                      <a:pt x="45" y="216"/>
                    </a:cubicBezTo>
                    <a:cubicBezTo>
                      <a:pt x="45" y="215"/>
                      <a:pt x="45" y="214"/>
                      <a:pt x="46" y="214"/>
                    </a:cubicBezTo>
                    <a:cubicBezTo>
                      <a:pt x="46" y="214"/>
                      <a:pt x="46" y="214"/>
                      <a:pt x="46" y="214"/>
                    </a:cubicBezTo>
                    <a:cubicBezTo>
                      <a:pt x="46" y="214"/>
                      <a:pt x="46" y="214"/>
                      <a:pt x="46" y="214"/>
                    </a:cubicBezTo>
                    <a:cubicBezTo>
                      <a:pt x="46" y="214"/>
                      <a:pt x="46" y="214"/>
                      <a:pt x="46" y="214"/>
                    </a:cubicBezTo>
                    <a:cubicBezTo>
                      <a:pt x="47" y="214"/>
                      <a:pt x="47" y="214"/>
                      <a:pt x="48" y="214"/>
                    </a:cubicBezTo>
                    <a:close/>
                    <a:moveTo>
                      <a:pt x="36" y="222"/>
                    </a:moveTo>
                    <a:cubicBezTo>
                      <a:pt x="37" y="222"/>
                      <a:pt x="36" y="223"/>
                      <a:pt x="36" y="223"/>
                    </a:cubicBezTo>
                    <a:cubicBezTo>
                      <a:pt x="36" y="223"/>
                      <a:pt x="36" y="223"/>
                      <a:pt x="36" y="223"/>
                    </a:cubicBezTo>
                    <a:cubicBezTo>
                      <a:pt x="35" y="224"/>
                      <a:pt x="34" y="224"/>
                      <a:pt x="34" y="223"/>
                    </a:cubicBezTo>
                    <a:cubicBezTo>
                      <a:pt x="34" y="223"/>
                      <a:pt x="34" y="223"/>
                      <a:pt x="34" y="223"/>
                    </a:cubicBezTo>
                    <a:cubicBezTo>
                      <a:pt x="34" y="222"/>
                      <a:pt x="34" y="222"/>
                      <a:pt x="34" y="221"/>
                    </a:cubicBezTo>
                    <a:cubicBezTo>
                      <a:pt x="34" y="221"/>
                      <a:pt x="34" y="221"/>
                      <a:pt x="34" y="221"/>
                    </a:cubicBezTo>
                    <a:cubicBezTo>
                      <a:pt x="35" y="221"/>
                      <a:pt x="35" y="221"/>
                      <a:pt x="35" y="221"/>
                    </a:cubicBezTo>
                    <a:cubicBezTo>
                      <a:pt x="35" y="221"/>
                      <a:pt x="35" y="221"/>
                      <a:pt x="35" y="221"/>
                    </a:cubicBezTo>
                    <a:cubicBezTo>
                      <a:pt x="36" y="221"/>
                      <a:pt x="36" y="221"/>
                      <a:pt x="36" y="222"/>
                    </a:cubicBezTo>
                    <a:close/>
                    <a:moveTo>
                      <a:pt x="25" y="229"/>
                    </a:moveTo>
                    <a:cubicBezTo>
                      <a:pt x="25" y="230"/>
                      <a:pt x="25" y="230"/>
                      <a:pt x="25" y="231"/>
                    </a:cubicBezTo>
                    <a:cubicBezTo>
                      <a:pt x="25" y="231"/>
                      <a:pt x="25" y="231"/>
                      <a:pt x="25" y="231"/>
                    </a:cubicBezTo>
                    <a:cubicBezTo>
                      <a:pt x="24" y="231"/>
                      <a:pt x="23" y="231"/>
                      <a:pt x="23" y="230"/>
                    </a:cubicBezTo>
                    <a:cubicBezTo>
                      <a:pt x="23" y="230"/>
                      <a:pt x="23" y="230"/>
                      <a:pt x="23" y="230"/>
                    </a:cubicBezTo>
                    <a:cubicBezTo>
                      <a:pt x="22" y="230"/>
                      <a:pt x="22" y="229"/>
                      <a:pt x="23" y="228"/>
                    </a:cubicBezTo>
                    <a:cubicBezTo>
                      <a:pt x="23" y="228"/>
                      <a:pt x="23" y="228"/>
                      <a:pt x="23" y="228"/>
                    </a:cubicBezTo>
                    <a:cubicBezTo>
                      <a:pt x="23" y="228"/>
                      <a:pt x="24" y="228"/>
                      <a:pt x="24" y="228"/>
                    </a:cubicBezTo>
                    <a:cubicBezTo>
                      <a:pt x="24" y="228"/>
                      <a:pt x="24" y="228"/>
                      <a:pt x="24" y="228"/>
                    </a:cubicBezTo>
                    <a:cubicBezTo>
                      <a:pt x="24" y="228"/>
                      <a:pt x="25" y="228"/>
                      <a:pt x="25" y="229"/>
                    </a:cubicBezTo>
                    <a:close/>
                    <a:moveTo>
                      <a:pt x="14" y="236"/>
                    </a:moveTo>
                    <a:cubicBezTo>
                      <a:pt x="14" y="237"/>
                      <a:pt x="14" y="238"/>
                      <a:pt x="13" y="238"/>
                    </a:cubicBezTo>
                    <a:cubicBezTo>
                      <a:pt x="13" y="238"/>
                      <a:pt x="13" y="238"/>
                      <a:pt x="13" y="238"/>
                    </a:cubicBezTo>
                    <a:cubicBezTo>
                      <a:pt x="13" y="239"/>
                      <a:pt x="12" y="238"/>
                      <a:pt x="11" y="238"/>
                    </a:cubicBezTo>
                    <a:cubicBezTo>
                      <a:pt x="11" y="238"/>
                      <a:pt x="11" y="238"/>
                      <a:pt x="11" y="238"/>
                    </a:cubicBezTo>
                    <a:cubicBezTo>
                      <a:pt x="11" y="237"/>
                      <a:pt x="11" y="236"/>
                      <a:pt x="12" y="236"/>
                    </a:cubicBezTo>
                    <a:cubicBezTo>
                      <a:pt x="12" y="236"/>
                      <a:pt x="12" y="236"/>
                      <a:pt x="12" y="236"/>
                    </a:cubicBezTo>
                    <a:cubicBezTo>
                      <a:pt x="12" y="236"/>
                      <a:pt x="12" y="236"/>
                      <a:pt x="12" y="236"/>
                    </a:cubicBezTo>
                    <a:cubicBezTo>
                      <a:pt x="12" y="236"/>
                      <a:pt x="12" y="236"/>
                      <a:pt x="12" y="236"/>
                    </a:cubicBezTo>
                    <a:cubicBezTo>
                      <a:pt x="13" y="236"/>
                      <a:pt x="13" y="236"/>
                      <a:pt x="14" y="236"/>
                    </a:cubicBezTo>
                    <a:close/>
                    <a:moveTo>
                      <a:pt x="2" y="244"/>
                    </a:moveTo>
                    <a:cubicBezTo>
                      <a:pt x="3" y="244"/>
                      <a:pt x="3" y="245"/>
                      <a:pt x="2" y="245"/>
                    </a:cubicBezTo>
                    <a:cubicBezTo>
                      <a:pt x="2" y="245"/>
                      <a:pt x="2" y="245"/>
                      <a:pt x="2" y="245"/>
                    </a:cubicBezTo>
                    <a:cubicBezTo>
                      <a:pt x="1" y="246"/>
                      <a:pt x="0" y="246"/>
                      <a:pt x="0" y="245"/>
                    </a:cubicBezTo>
                    <a:cubicBezTo>
                      <a:pt x="0" y="245"/>
                      <a:pt x="0" y="245"/>
                      <a:pt x="0" y="245"/>
                    </a:cubicBezTo>
                    <a:cubicBezTo>
                      <a:pt x="0" y="244"/>
                      <a:pt x="0" y="244"/>
                      <a:pt x="0" y="243"/>
                    </a:cubicBezTo>
                    <a:cubicBezTo>
                      <a:pt x="0" y="243"/>
                      <a:pt x="0" y="243"/>
                      <a:pt x="0" y="243"/>
                    </a:cubicBezTo>
                    <a:cubicBezTo>
                      <a:pt x="1" y="243"/>
                      <a:pt x="1" y="243"/>
                      <a:pt x="1" y="243"/>
                    </a:cubicBezTo>
                    <a:cubicBezTo>
                      <a:pt x="1" y="243"/>
                      <a:pt x="1" y="243"/>
                      <a:pt x="1" y="243"/>
                    </a:cubicBezTo>
                    <a:cubicBezTo>
                      <a:pt x="2" y="243"/>
                      <a:pt x="2" y="243"/>
                      <a:pt x="2"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5" name="Google Shape;455;p8"/>
              <p:cNvSpPr/>
              <p:nvPr/>
            </p:nvSpPr>
            <p:spPr>
              <a:xfrm>
                <a:off x="18654173" y="2645018"/>
                <a:ext cx="19581" cy="11748"/>
              </a:xfrm>
              <a:custGeom>
                <a:avLst/>
                <a:gdLst/>
                <a:ahLst/>
                <a:cxnLst/>
                <a:rect l="l" t="t" r="r" b="b"/>
                <a:pathLst>
                  <a:path w="3" h="2" extrusionOk="0">
                    <a:moveTo>
                      <a:pt x="2" y="0"/>
                    </a:moveTo>
                    <a:cubicBezTo>
                      <a:pt x="2" y="0"/>
                      <a:pt x="2" y="0"/>
                      <a:pt x="3" y="0"/>
                    </a:cubicBezTo>
                    <a:cubicBezTo>
                      <a:pt x="3" y="0"/>
                      <a:pt x="3" y="1"/>
                      <a:pt x="3" y="1"/>
                    </a:cubicBezTo>
                    <a:cubicBezTo>
                      <a:pt x="3" y="1"/>
                      <a:pt x="3" y="2"/>
                      <a:pt x="3" y="2"/>
                    </a:cubicBezTo>
                    <a:cubicBezTo>
                      <a:pt x="2" y="2"/>
                      <a:pt x="2" y="2"/>
                      <a:pt x="2" y="2"/>
                    </a:cubicBezTo>
                    <a:cubicBezTo>
                      <a:pt x="2" y="2"/>
                      <a:pt x="1" y="2"/>
                      <a:pt x="1" y="2"/>
                    </a:cubicBezTo>
                    <a:cubicBezTo>
                      <a:pt x="1" y="2"/>
                      <a:pt x="1" y="2"/>
                      <a:pt x="1" y="2"/>
                    </a:cubicBezTo>
                    <a:cubicBezTo>
                      <a:pt x="1" y="2"/>
                      <a:pt x="0" y="2"/>
                      <a:pt x="0" y="1"/>
                    </a:cubicBezTo>
                    <a:cubicBezTo>
                      <a:pt x="0" y="1"/>
                      <a:pt x="0" y="1"/>
                      <a:pt x="0" y="1"/>
                    </a:cubicBezTo>
                    <a:cubicBezTo>
                      <a:pt x="0" y="1"/>
                      <a:pt x="0" y="0"/>
                      <a:pt x="1" y="0"/>
                    </a:cubicBezTo>
                    <a:cubicBezTo>
                      <a:pt x="1" y="0"/>
                      <a:pt x="1"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6" name="Google Shape;456;p8"/>
              <p:cNvSpPr/>
              <p:nvPr/>
            </p:nvSpPr>
            <p:spPr>
              <a:xfrm>
                <a:off x="16053876" y="4238870"/>
                <a:ext cx="19581" cy="15664"/>
              </a:xfrm>
              <a:custGeom>
                <a:avLst/>
                <a:gdLst/>
                <a:ahLst/>
                <a:cxnLst/>
                <a:rect l="l" t="t" r="r" b="b"/>
                <a:pathLst>
                  <a:path w="3" h="3" extrusionOk="0">
                    <a:moveTo>
                      <a:pt x="2" y="0"/>
                    </a:moveTo>
                    <a:cubicBezTo>
                      <a:pt x="2" y="0"/>
                      <a:pt x="2" y="1"/>
                      <a:pt x="2" y="1"/>
                    </a:cubicBezTo>
                    <a:cubicBezTo>
                      <a:pt x="3" y="1"/>
                      <a:pt x="3" y="1"/>
                      <a:pt x="3" y="2"/>
                    </a:cubicBezTo>
                    <a:cubicBezTo>
                      <a:pt x="3" y="2"/>
                      <a:pt x="3" y="2"/>
                      <a:pt x="2" y="3"/>
                    </a:cubicBezTo>
                    <a:cubicBezTo>
                      <a:pt x="2" y="3"/>
                      <a:pt x="2" y="3"/>
                      <a:pt x="2" y="3"/>
                    </a:cubicBezTo>
                    <a:cubicBezTo>
                      <a:pt x="2" y="3"/>
                      <a:pt x="1" y="3"/>
                      <a:pt x="1" y="3"/>
                    </a:cubicBezTo>
                    <a:cubicBezTo>
                      <a:pt x="0" y="2"/>
                      <a:pt x="0" y="2"/>
                      <a:pt x="0" y="2"/>
                    </a:cubicBezTo>
                    <a:cubicBezTo>
                      <a:pt x="0" y="1"/>
                      <a:pt x="0" y="1"/>
                      <a:pt x="1" y="1"/>
                    </a:cubicBezTo>
                    <a:cubicBezTo>
                      <a:pt x="1" y="1"/>
                      <a:pt x="1" y="1"/>
                      <a:pt x="1" y="0"/>
                    </a:cubicBezTo>
                    <a:cubicBezTo>
                      <a:pt x="1" y="0"/>
                      <a:pt x="1"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7" name="Google Shape;457;p8"/>
              <p:cNvSpPr/>
              <p:nvPr/>
            </p:nvSpPr>
            <p:spPr>
              <a:xfrm>
                <a:off x="16124366" y="2688095"/>
                <a:ext cx="2337917" cy="1523362"/>
              </a:xfrm>
              <a:custGeom>
                <a:avLst/>
                <a:gdLst/>
                <a:ahLst/>
                <a:cxnLst/>
                <a:rect l="l" t="t" r="r" b="b"/>
                <a:pathLst>
                  <a:path w="377" h="246" extrusionOk="0">
                    <a:moveTo>
                      <a:pt x="376" y="1"/>
                    </a:moveTo>
                    <a:cubicBezTo>
                      <a:pt x="377" y="1"/>
                      <a:pt x="376" y="2"/>
                      <a:pt x="376" y="2"/>
                    </a:cubicBezTo>
                    <a:cubicBezTo>
                      <a:pt x="376" y="2"/>
                      <a:pt x="376" y="2"/>
                      <a:pt x="376" y="2"/>
                    </a:cubicBezTo>
                    <a:cubicBezTo>
                      <a:pt x="375" y="3"/>
                      <a:pt x="374" y="3"/>
                      <a:pt x="374" y="2"/>
                    </a:cubicBezTo>
                    <a:cubicBezTo>
                      <a:pt x="374" y="2"/>
                      <a:pt x="374" y="2"/>
                      <a:pt x="374" y="2"/>
                    </a:cubicBezTo>
                    <a:cubicBezTo>
                      <a:pt x="373" y="1"/>
                      <a:pt x="374" y="1"/>
                      <a:pt x="374" y="0"/>
                    </a:cubicBezTo>
                    <a:cubicBezTo>
                      <a:pt x="374" y="0"/>
                      <a:pt x="374" y="0"/>
                      <a:pt x="374" y="0"/>
                    </a:cubicBezTo>
                    <a:cubicBezTo>
                      <a:pt x="374" y="0"/>
                      <a:pt x="375" y="0"/>
                      <a:pt x="375" y="0"/>
                    </a:cubicBezTo>
                    <a:cubicBezTo>
                      <a:pt x="375" y="0"/>
                      <a:pt x="375" y="0"/>
                      <a:pt x="375" y="0"/>
                    </a:cubicBezTo>
                    <a:cubicBezTo>
                      <a:pt x="375" y="0"/>
                      <a:pt x="376" y="0"/>
                      <a:pt x="376" y="1"/>
                    </a:cubicBezTo>
                    <a:close/>
                    <a:moveTo>
                      <a:pt x="365" y="8"/>
                    </a:moveTo>
                    <a:cubicBezTo>
                      <a:pt x="365" y="9"/>
                      <a:pt x="365" y="9"/>
                      <a:pt x="364" y="10"/>
                    </a:cubicBezTo>
                    <a:cubicBezTo>
                      <a:pt x="364" y="10"/>
                      <a:pt x="364" y="10"/>
                      <a:pt x="364" y="10"/>
                    </a:cubicBezTo>
                    <a:cubicBezTo>
                      <a:pt x="364" y="10"/>
                      <a:pt x="363" y="10"/>
                      <a:pt x="363" y="9"/>
                    </a:cubicBezTo>
                    <a:cubicBezTo>
                      <a:pt x="363" y="9"/>
                      <a:pt x="363" y="9"/>
                      <a:pt x="363" y="9"/>
                    </a:cubicBezTo>
                    <a:cubicBezTo>
                      <a:pt x="362" y="9"/>
                      <a:pt x="362" y="8"/>
                      <a:pt x="363" y="8"/>
                    </a:cubicBezTo>
                    <a:cubicBezTo>
                      <a:pt x="363" y="8"/>
                      <a:pt x="363" y="8"/>
                      <a:pt x="363" y="8"/>
                    </a:cubicBezTo>
                    <a:cubicBezTo>
                      <a:pt x="363" y="7"/>
                      <a:pt x="363" y="7"/>
                      <a:pt x="364" y="7"/>
                    </a:cubicBezTo>
                    <a:cubicBezTo>
                      <a:pt x="364" y="7"/>
                      <a:pt x="364" y="7"/>
                      <a:pt x="364" y="7"/>
                    </a:cubicBezTo>
                    <a:cubicBezTo>
                      <a:pt x="364" y="7"/>
                      <a:pt x="365" y="8"/>
                      <a:pt x="365" y="8"/>
                    </a:cubicBezTo>
                    <a:close/>
                    <a:moveTo>
                      <a:pt x="353" y="15"/>
                    </a:moveTo>
                    <a:cubicBezTo>
                      <a:pt x="354" y="16"/>
                      <a:pt x="354" y="17"/>
                      <a:pt x="353" y="17"/>
                    </a:cubicBezTo>
                    <a:cubicBezTo>
                      <a:pt x="353" y="17"/>
                      <a:pt x="353" y="17"/>
                      <a:pt x="353" y="17"/>
                    </a:cubicBezTo>
                    <a:cubicBezTo>
                      <a:pt x="352" y="18"/>
                      <a:pt x="352" y="17"/>
                      <a:pt x="351" y="17"/>
                    </a:cubicBezTo>
                    <a:cubicBezTo>
                      <a:pt x="351" y="17"/>
                      <a:pt x="351" y="17"/>
                      <a:pt x="351" y="17"/>
                    </a:cubicBezTo>
                    <a:cubicBezTo>
                      <a:pt x="351" y="16"/>
                      <a:pt x="351" y="15"/>
                      <a:pt x="352" y="15"/>
                    </a:cubicBezTo>
                    <a:cubicBezTo>
                      <a:pt x="352" y="15"/>
                      <a:pt x="352" y="15"/>
                      <a:pt x="352" y="15"/>
                    </a:cubicBezTo>
                    <a:cubicBezTo>
                      <a:pt x="352" y="15"/>
                      <a:pt x="352" y="15"/>
                      <a:pt x="352" y="15"/>
                    </a:cubicBezTo>
                    <a:cubicBezTo>
                      <a:pt x="352" y="15"/>
                      <a:pt x="352" y="15"/>
                      <a:pt x="352" y="15"/>
                    </a:cubicBezTo>
                    <a:cubicBezTo>
                      <a:pt x="353" y="15"/>
                      <a:pt x="353" y="15"/>
                      <a:pt x="353" y="15"/>
                    </a:cubicBezTo>
                    <a:close/>
                    <a:moveTo>
                      <a:pt x="342" y="23"/>
                    </a:moveTo>
                    <a:cubicBezTo>
                      <a:pt x="343" y="23"/>
                      <a:pt x="342" y="24"/>
                      <a:pt x="342" y="24"/>
                    </a:cubicBezTo>
                    <a:cubicBezTo>
                      <a:pt x="342" y="24"/>
                      <a:pt x="342" y="24"/>
                      <a:pt x="342" y="24"/>
                    </a:cubicBezTo>
                    <a:cubicBezTo>
                      <a:pt x="341" y="25"/>
                      <a:pt x="340" y="25"/>
                      <a:pt x="340" y="24"/>
                    </a:cubicBezTo>
                    <a:cubicBezTo>
                      <a:pt x="340" y="24"/>
                      <a:pt x="340" y="24"/>
                      <a:pt x="340" y="24"/>
                    </a:cubicBezTo>
                    <a:cubicBezTo>
                      <a:pt x="340" y="23"/>
                      <a:pt x="340" y="23"/>
                      <a:pt x="340" y="22"/>
                    </a:cubicBezTo>
                    <a:cubicBezTo>
                      <a:pt x="340" y="22"/>
                      <a:pt x="340" y="22"/>
                      <a:pt x="340" y="22"/>
                    </a:cubicBezTo>
                    <a:cubicBezTo>
                      <a:pt x="341" y="22"/>
                      <a:pt x="341" y="22"/>
                      <a:pt x="341" y="22"/>
                    </a:cubicBezTo>
                    <a:cubicBezTo>
                      <a:pt x="341" y="22"/>
                      <a:pt x="341" y="22"/>
                      <a:pt x="341" y="22"/>
                    </a:cubicBezTo>
                    <a:cubicBezTo>
                      <a:pt x="341" y="22"/>
                      <a:pt x="342" y="22"/>
                      <a:pt x="342" y="23"/>
                    </a:cubicBezTo>
                    <a:close/>
                    <a:moveTo>
                      <a:pt x="331" y="30"/>
                    </a:moveTo>
                    <a:cubicBezTo>
                      <a:pt x="331" y="31"/>
                      <a:pt x="331" y="31"/>
                      <a:pt x="330" y="32"/>
                    </a:cubicBezTo>
                    <a:cubicBezTo>
                      <a:pt x="330" y="32"/>
                      <a:pt x="330" y="32"/>
                      <a:pt x="330" y="32"/>
                    </a:cubicBezTo>
                    <a:cubicBezTo>
                      <a:pt x="330" y="32"/>
                      <a:pt x="329" y="32"/>
                      <a:pt x="329" y="31"/>
                    </a:cubicBezTo>
                    <a:cubicBezTo>
                      <a:pt x="329" y="31"/>
                      <a:pt x="329" y="31"/>
                      <a:pt x="329" y="31"/>
                    </a:cubicBezTo>
                    <a:cubicBezTo>
                      <a:pt x="328" y="31"/>
                      <a:pt x="328" y="30"/>
                      <a:pt x="329" y="30"/>
                    </a:cubicBezTo>
                    <a:cubicBezTo>
                      <a:pt x="329" y="30"/>
                      <a:pt x="329" y="30"/>
                      <a:pt x="329" y="30"/>
                    </a:cubicBezTo>
                    <a:cubicBezTo>
                      <a:pt x="329" y="29"/>
                      <a:pt x="330" y="29"/>
                      <a:pt x="330" y="29"/>
                    </a:cubicBezTo>
                    <a:cubicBezTo>
                      <a:pt x="330" y="29"/>
                      <a:pt x="330" y="29"/>
                      <a:pt x="330" y="29"/>
                    </a:cubicBezTo>
                    <a:cubicBezTo>
                      <a:pt x="330" y="29"/>
                      <a:pt x="331" y="30"/>
                      <a:pt x="331" y="30"/>
                    </a:cubicBezTo>
                    <a:close/>
                    <a:moveTo>
                      <a:pt x="320" y="37"/>
                    </a:moveTo>
                    <a:cubicBezTo>
                      <a:pt x="320" y="38"/>
                      <a:pt x="320" y="39"/>
                      <a:pt x="319" y="39"/>
                    </a:cubicBezTo>
                    <a:cubicBezTo>
                      <a:pt x="319" y="39"/>
                      <a:pt x="319" y="39"/>
                      <a:pt x="319" y="39"/>
                    </a:cubicBezTo>
                    <a:cubicBezTo>
                      <a:pt x="319" y="40"/>
                      <a:pt x="318" y="39"/>
                      <a:pt x="317" y="39"/>
                    </a:cubicBezTo>
                    <a:cubicBezTo>
                      <a:pt x="317" y="39"/>
                      <a:pt x="317" y="39"/>
                      <a:pt x="317" y="39"/>
                    </a:cubicBezTo>
                    <a:cubicBezTo>
                      <a:pt x="317" y="38"/>
                      <a:pt x="317" y="37"/>
                      <a:pt x="318" y="37"/>
                    </a:cubicBezTo>
                    <a:cubicBezTo>
                      <a:pt x="318" y="37"/>
                      <a:pt x="318" y="37"/>
                      <a:pt x="318" y="37"/>
                    </a:cubicBezTo>
                    <a:cubicBezTo>
                      <a:pt x="318" y="37"/>
                      <a:pt x="318" y="37"/>
                      <a:pt x="318" y="37"/>
                    </a:cubicBezTo>
                    <a:cubicBezTo>
                      <a:pt x="318" y="37"/>
                      <a:pt x="318" y="37"/>
                      <a:pt x="318" y="37"/>
                    </a:cubicBezTo>
                    <a:cubicBezTo>
                      <a:pt x="319" y="37"/>
                      <a:pt x="319" y="37"/>
                      <a:pt x="320" y="37"/>
                    </a:cubicBezTo>
                    <a:close/>
                    <a:moveTo>
                      <a:pt x="308" y="45"/>
                    </a:moveTo>
                    <a:cubicBezTo>
                      <a:pt x="309" y="45"/>
                      <a:pt x="308" y="46"/>
                      <a:pt x="308" y="47"/>
                    </a:cubicBezTo>
                    <a:cubicBezTo>
                      <a:pt x="308" y="47"/>
                      <a:pt x="308" y="47"/>
                      <a:pt x="308" y="47"/>
                    </a:cubicBezTo>
                    <a:cubicBezTo>
                      <a:pt x="307" y="47"/>
                      <a:pt x="306" y="47"/>
                      <a:pt x="306" y="46"/>
                    </a:cubicBezTo>
                    <a:cubicBezTo>
                      <a:pt x="306" y="46"/>
                      <a:pt x="306" y="46"/>
                      <a:pt x="306" y="46"/>
                    </a:cubicBezTo>
                    <a:cubicBezTo>
                      <a:pt x="306" y="46"/>
                      <a:pt x="306" y="45"/>
                      <a:pt x="306" y="44"/>
                    </a:cubicBezTo>
                    <a:cubicBezTo>
                      <a:pt x="306" y="44"/>
                      <a:pt x="306" y="44"/>
                      <a:pt x="306" y="44"/>
                    </a:cubicBezTo>
                    <a:cubicBezTo>
                      <a:pt x="307" y="44"/>
                      <a:pt x="307" y="44"/>
                      <a:pt x="307" y="44"/>
                    </a:cubicBezTo>
                    <a:cubicBezTo>
                      <a:pt x="307" y="44"/>
                      <a:pt x="307" y="44"/>
                      <a:pt x="307" y="44"/>
                    </a:cubicBezTo>
                    <a:cubicBezTo>
                      <a:pt x="308" y="44"/>
                      <a:pt x="308" y="44"/>
                      <a:pt x="308" y="45"/>
                    </a:cubicBezTo>
                    <a:close/>
                    <a:moveTo>
                      <a:pt x="297" y="52"/>
                    </a:moveTo>
                    <a:cubicBezTo>
                      <a:pt x="297" y="53"/>
                      <a:pt x="297" y="54"/>
                      <a:pt x="297" y="54"/>
                    </a:cubicBezTo>
                    <a:cubicBezTo>
                      <a:pt x="297" y="54"/>
                      <a:pt x="297" y="54"/>
                      <a:pt x="297" y="54"/>
                    </a:cubicBezTo>
                    <a:cubicBezTo>
                      <a:pt x="296" y="54"/>
                      <a:pt x="295" y="54"/>
                      <a:pt x="295" y="54"/>
                    </a:cubicBezTo>
                    <a:cubicBezTo>
                      <a:pt x="295" y="54"/>
                      <a:pt x="295" y="54"/>
                      <a:pt x="295" y="54"/>
                    </a:cubicBezTo>
                    <a:cubicBezTo>
                      <a:pt x="294" y="53"/>
                      <a:pt x="294" y="52"/>
                      <a:pt x="295" y="52"/>
                    </a:cubicBezTo>
                    <a:cubicBezTo>
                      <a:pt x="295" y="52"/>
                      <a:pt x="295" y="52"/>
                      <a:pt x="295" y="52"/>
                    </a:cubicBezTo>
                    <a:cubicBezTo>
                      <a:pt x="295" y="52"/>
                      <a:pt x="296" y="51"/>
                      <a:pt x="296" y="51"/>
                    </a:cubicBezTo>
                    <a:cubicBezTo>
                      <a:pt x="296" y="51"/>
                      <a:pt x="296" y="51"/>
                      <a:pt x="296" y="51"/>
                    </a:cubicBezTo>
                    <a:cubicBezTo>
                      <a:pt x="296" y="51"/>
                      <a:pt x="297" y="52"/>
                      <a:pt x="297" y="52"/>
                    </a:cubicBezTo>
                    <a:close/>
                    <a:moveTo>
                      <a:pt x="286" y="59"/>
                    </a:moveTo>
                    <a:cubicBezTo>
                      <a:pt x="286" y="60"/>
                      <a:pt x="286" y="61"/>
                      <a:pt x="285" y="61"/>
                    </a:cubicBezTo>
                    <a:cubicBezTo>
                      <a:pt x="285" y="61"/>
                      <a:pt x="285" y="61"/>
                      <a:pt x="285" y="61"/>
                    </a:cubicBezTo>
                    <a:cubicBezTo>
                      <a:pt x="285" y="62"/>
                      <a:pt x="284" y="62"/>
                      <a:pt x="283" y="61"/>
                    </a:cubicBezTo>
                    <a:cubicBezTo>
                      <a:pt x="283" y="61"/>
                      <a:pt x="283" y="61"/>
                      <a:pt x="283" y="61"/>
                    </a:cubicBezTo>
                    <a:cubicBezTo>
                      <a:pt x="283" y="60"/>
                      <a:pt x="283" y="59"/>
                      <a:pt x="284" y="59"/>
                    </a:cubicBezTo>
                    <a:cubicBezTo>
                      <a:pt x="284" y="59"/>
                      <a:pt x="284" y="59"/>
                      <a:pt x="284" y="59"/>
                    </a:cubicBezTo>
                    <a:cubicBezTo>
                      <a:pt x="284" y="59"/>
                      <a:pt x="284" y="59"/>
                      <a:pt x="285" y="59"/>
                    </a:cubicBezTo>
                    <a:cubicBezTo>
                      <a:pt x="285" y="59"/>
                      <a:pt x="285" y="59"/>
                      <a:pt x="285" y="59"/>
                    </a:cubicBezTo>
                    <a:cubicBezTo>
                      <a:pt x="285" y="59"/>
                      <a:pt x="285" y="59"/>
                      <a:pt x="286" y="59"/>
                    </a:cubicBezTo>
                    <a:close/>
                    <a:moveTo>
                      <a:pt x="274" y="67"/>
                    </a:moveTo>
                    <a:cubicBezTo>
                      <a:pt x="275" y="67"/>
                      <a:pt x="275" y="68"/>
                      <a:pt x="274" y="69"/>
                    </a:cubicBezTo>
                    <a:cubicBezTo>
                      <a:pt x="274" y="69"/>
                      <a:pt x="274" y="69"/>
                      <a:pt x="274" y="69"/>
                    </a:cubicBezTo>
                    <a:cubicBezTo>
                      <a:pt x="273" y="69"/>
                      <a:pt x="273" y="69"/>
                      <a:pt x="272" y="68"/>
                    </a:cubicBezTo>
                    <a:cubicBezTo>
                      <a:pt x="272" y="68"/>
                      <a:pt x="272" y="68"/>
                      <a:pt x="272" y="68"/>
                    </a:cubicBezTo>
                    <a:cubicBezTo>
                      <a:pt x="272" y="68"/>
                      <a:pt x="272" y="67"/>
                      <a:pt x="272" y="66"/>
                    </a:cubicBezTo>
                    <a:cubicBezTo>
                      <a:pt x="272" y="66"/>
                      <a:pt x="272" y="66"/>
                      <a:pt x="272" y="66"/>
                    </a:cubicBezTo>
                    <a:cubicBezTo>
                      <a:pt x="273" y="66"/>
                      <a:pt x="273" y="66"/>
                      <a:pt x="273" y="66"/>
                    </a:cubicBezTo>
                    <a:cubicBezTo>
                      <a:pt x="273" y="66"/>
                      <a:pt x="273" y="66"/>
                      <a:pt x="273" y="66"/>
                    </a:cubicBezTo>
                    <a:cubicBezTo>
                      <a:pt x="274" y="66"/>
                      <a:pt x="274" y="66"/>
                      <a:pt x="274" y="67"/>
                    </a:cubicBezTo>
                    <a:close/>
                    <a:moveTo>
                      <a:pt x="263" y="74"/>
                    </a:moveTo>
                    <a:cubicBezTo>
                      <a:pt x="263" y="75"/>
                      <a:pt x="263" y="76"/>
                      <a:pt x="263" y="76"/>
                    </a:cubicBezTo>
                    <a:cubicBezTo>
                      <a:pt x="263" y="76"/>
                      <a:pt x="263" y="76"/>
                      <a:pt x="263" y="76"/>
                    </a:cubicBezTo>
                    <a:cubicBezTo>
                      <a:pt x="262" y="76"/>
                      <a:pt x="261" y="76"/>
                      <a:pt x="261" y="76"/>
                    </a:cubicBezTo>
                    <a:cubicBezTo>
                      <a:pt x="261" y="76"/>
                      <a:pt x="261" y="76"/>
                      <a:pt x="261" y="76"/>
                    </a:cubicBezTo>
                    <a:cubicBezTo>
                      <a:pt x="260" y="75"/>
                      <a:pt x="261" y="74"/>
                      <a:pt x="261" y="74"/>
                    </a:cubicBezTo>
                    <a:cubicBezTo>
                      <a:pt x="261" y="74"/>
                      <a:pt x="261" y="74"/>
                      <a:pt x="261" y="74"/>
                    </a:cubicBezTo>
                    <a:cubicBezTo>
                      <a:pt x="261" y="74"/>
                      <a:pt x="262" y="74"/>
                      <a:pt x="262" y="74"/>
                    </a:cubicBezTo>
                    <a:cubicBezTo>
                      <a:pt x="262" y="74"/>
                      <a:pt x="262" y="74"/>
                      <a:pt x="262" y="74"/>
                    </a:cubicBezTo>
                    <a:cubicBezTo>
                      <a:pt x="262" y="74"/>
                      <a:pt x="263" y="74"/>
                      <a:pt x="263" y="74"/>
                    </a:cubicBezTo>
                    <a:close/>
                    <a:moveTo>
                      <a:pt x="252" y="82"/>
                    </a:moveTo>
                    <a:cubicBezTo>
                      <a:pt x="252" y="82"/>
                      <a:pt x="252" y="83"/>
                      <a:pt x="251" y="83"/>
                    </a:cubicBezTo>
                    <a:cubicBezTo>
                      <a:pt x="251" y="83"/>
                      <a:pt x="251" y="83"/>
                      <a:pt x="251" y="83"/>
                    </a:cubicBezTo>
                    <a:cubicBezTo>
                      <a:pt x="251" y="84"/>
                      <a:pt x="250" y="84"/>
                      <a:pt x="249" y="83"/>
                    </a:cubicBezTo>
                    <a:cubicBezTo>
                      <a:pt x="249" y="83"/>
                      <a:pt x="249" y="83"/>
                      <a:pt x="249" y="83"/>
                    </a:cubicBezTo>
                    <a:cubicBezTo>
                      <a:pt x="249" y="82"/>
                      <a:pt x="249" y="82"/>
                      <a:pt x="250" y="81"/>
                    </a:cubicBezTo>
                    <a:cubicBezTo>
                      <a:pt x="250" y="81"/>
                      <a:pt x="250" y="81"/>
                      <a:pt x="250" y="81"/>
                    </a:cubicBezTo>
                    <a:cubicBezTo>
                      <a:pt x="250" y="81"/>
                      <a:pt x="250" y="81"/>
                      <a:pt x="251" y="81"/>
                    </a:cubicBezTo>
                    <a:cubicBezTo>
                      <a:pt x="251" y="81"/>
                      <a:pt x="251" y="81"/>
                      <a:pt x="251" y="81"/>
                    </a:cubicBezTo>
                    <a:cubicBezTo>
                      <a:pt x="251" y="81"/>
                      <a:pt x="251" y="81"/>
                      <a:pt x="252" y="82"/>
                    </a:cubicBezTo>
                    <a:close/>
                    <a:moveTo>
                      <a:pt x="240" y="89"/>
                    </a:moveTo>
                    <a:cubicBezTo>
                      <a:pt x="241" y="90"/>
                      <a:pt x="241" y="90"/>
                      <a:pt x="240" y="91"/>
                    </a:cubicBezTo>
                    <a:cubicBezTo>
                      <a:pt x="240" y="91"/>
                      <a:pt x="240" y="91"/>
                      <a:pt x="240" y="91"/>
                    </a:cubicBezTo>
                    <a:cubicBezTo>
                      <a:pt x="239" y="91"/>
                      <a:pt x="239" y="91"/>
                      <a:pt x="238" y="90"/>
                    </a:cubicBezTo>
                    <a:cubicBezTo>
                      <a:pt x="238" y="90"/>
                      <a:pt x="238" y="90"/>
                      <a:pt x="238" y="90"/>
                    </a:cubicBezTo>
                    <a:cubicBezTo>
                      <a:pt x="238" y="90"/>
                      <a:pt x="238" y="89"/>
                      <a:pt x="239" y="89"/>
                    </a:cubicBezTo>
                    <a:cubicBezTo>
                      <a:pt x="239" y="89"/>
                      <a:pt x="239" y="89"/>
                      <a:pt x="239" y="89"/>
                    </a:cubicBezTo>
                    <a:cubicBezTo>
                      <a:pt x="239" y="88"/>
                      <a:pt x="239" y="88"/>
                      <a:pt x="239" y="88"/>
                    </a:cubicBezTo>
                    <a:cubicBezTo>
                      <a:pt x="239" y="88"/>
                      <a:pt x="239" y="88"/>
                      <a:pt x="239" y="88"/>
                    </a:cubicBezTo>
                    <a:cubicBezTo>
                      <a:pt x="240" y="88"/>
                      <a:pt x="240" y="89"/>
                      <a:pt x="240" y="89"/>
                    </a:cubicBezTo>
                    <a:close/>
                    <a:moveTo>
                      <a:pt x="229" y="96"/>
                    </a:moveTo>
                    <a:cubicBezTo>
                      <a:pt x="229" y="97"/>
                      <a:pt x="229" y="98"/>
                      <a:pt x="229" y="98"/>
                    </a:cubicBezTo>
                    <a:cubicBezTo>
                      <a:pt x="229" y="98"/>
                      <a:pt x="229" y="98"/>
                      <a:pt x="229" y="98"/>
                    </a:cubicBezTo>
                    <a:cubicBezTo>
                      <a:pt x="228" y="99"/>
                      <a:pt x="227" y="98"/>
                      <a:pt x="227" y="98"/>
                    </a:cubicBezTo>
                    <a:cubicBezTo>
                      <a:pt x="227" y="98"/>
                      <a:pt x="227" y="98"/>
                      <a:pt x="227" y="98"/>
                    </a:cubicBezTo>
                    <a:cubicBezTo>
                      <a:pt x="226" y="97"/>
                      <a:pt x="227" y="96"/>
                      <a:pt x="227" y="96"/>
                    </a:cubicBezTo>
                    <a:cubicBezTo>
                      <a:pt x="227" y="96"/>
                      <a:pt x="227" y="96"/>
                      <a:pt x="227" y="96"/>
                    </a:cubicBezTo>
                    <a:cubicBezTo>
                      <a:pt x="227" y="96"/>
                      <a:pt x="228" y="96"/>
                      <a:pt x="228" y="96"/>
                    </a:cubicBezTo>
                    <a:cubicBezTo>
                      <a:pt x="228" y="96"/>
                      <a:pt x="228" y="96"/>
                      <a:pt x="228" y="96"/>
                    </a:cubicBezTo>
                    <a:cubicBezTo>
                      <a:pt x="228" y="96"/>
                      <a:pt x="229" y="96"/>
                      <a:pt x="229" y="96"/>
                    </a:cubicBezTo>
                    <a:close/>
                    <a:moveTo>
                      <a:pt x="218" y="104"/>
                    </a:moveTo>
                    <a:cubicBezTo>
                      <a:pt x="218" y="104"/>
                      <a:pt x="218" y="105"/>
                      <a:pt x="217" y="105"/>
                    </a:cubicBezTo>
                    <a:cubicBezTo>
                      <a:pt x="217" y="105"/>
                      <a:pt x="217" y="105"/>
                      <a:pt x="217" y="105"/>
                    </a:cubicBezTo>
                    <a:cubicBezTo>
                      <a:pt x="217" y="106"/>
                      <a:pt x="216" y="106"/>
                      <a:pt x="216" y="105"/>
                    </a:cubicBezTo>
                    <a:cubicBezTo>
                      <a:pt x="216" y="105"/>
                      <a:pt x="216" y="105"/>
                      <a:pt x="216" y="105"/>
                    </a:cubicBezTo>
                    <a:cubicBezTo>
                      <a:pt x="215" y="105"/>
                      <a:pt x="215" y="104"/>
                      <a:pt x="216" y="103"/>
                    </a:cubicBezTo>
                    <a:cubicBezTo>
                      <a:pt x="216" y="103"/>
                      <a:pt x="216" y="103"/>
                      <a:pt x="216" y="103"/>
                    </a:cubicBezTo>
                    <a:cubicBezTo>
                      <a:pt x="216" y="103"/>
                      <a:pt x="216" y="103"/>
                      <a:pt x="217" y="103"/>
                    </a:cubicBezTo>
                    <a:cubicBezTo>
                      <a:pt x="217" y="103"/>
                      <a:pt x="217" y="103"/>
                      <a:pt x="217" y="103"/>
                    </a:cubicBezTo>
                    <a:cubicBezTo>
                      <a:pt x="217" y="103"/>
                      <a:pt x="218" y="103"/>
                      <a:pt x="218" y="104"/>
                    </a:cubicBezTo>
                    <a:close/>
                    <a:moveTo>
                      <a:pt x="206" y="111"/>
                    </a:moveTo>
                    <a:cubicBezTo>
                      <a:pt x="207" y="112"/>
                      <a:pt x="207" y="112"/>
                      <a:pt x="206" y="113"/>
                    </a:cubicBezTo>
                    <a:cubicBezTo>
                      <a:pt x="206" y="113"/>
                      <a:pt x="206" y="113"/>
                      <a:pt x="206" y="113"/>
                    </a:cubicBezTo>
                    <a:cubicBezTo>
                      <a:pt x="205" y="113"/>
                      <a:pt x="205" y="113"/>
                      <a:pt x="204" y="112"/>
                    </a:cubicBezTo>
                    <a:cubicBezTo>
                      <a:pt x="204" y="112"/>
                      <a:pt x="204" y="112"/>
                      <a:pt x="204" y="112"/>
                    </a:cubicBezTo>
                    <a:cubicBezTo>
                      <a:pt x="204" y="112"/>
                      <a:pt x="204" y="111"/>
                      <a:pt x="205" y="111"/>
                    </a:cubicBezTo>
                    <a:cubicBezTo>
                      <a:pt x="205" y="111"/>
                      <a:pt x="205" y="111"/>
                      <a:pt x="205" y="111"/>
                    </a:cubicBezTo>
                    <a:cubicBezTo>
                      <a:pt x="205" y="110"/>
                      <a:pt x="205" y="110"/>
                      <a:pt x="205" y="110"/>
                    </a:cubicBezTo>
                    <a:cubicBezTo>
                      <a:pt x="205" y="110"/>
                      <a:pt x="205" y="110"/>
                      <a:pt x="205" y="110"/>
                    </a:cubicBezTo>
                    <a:cubicBezTo>
                      <a:pt x="206" y="110"/>
                      <a:pt x="206" y="111"/>
                      <a:pt x="206" y="111"/>
                    </a:cubicBezTo>
                    <a:close/>
                    <a:moveTo>
                      <a:pt x="195" y="118"/>
                    </a:moveTo>
                    <a:cubicBezTo>
                      <a:pt x="196" y="119"/>
                      <a:pt x="195" y="120"/>
                      <a:pt x="195" y="120"/>
                    </a:cubicBezTo>
                    <a:cubicBezTo>
                      <a:pt x="195" y="120"/>
                      <a:pt x="195" y="120"/>
                      <a:pt x="195" y="120"/>
                    </a:cubicBezTo>
                    <a:cubicBezTo>
                      <a:pt x="194" y="121"/>
                      <a:pt x="193" y="120"/>
                      <a:pt x="193" y="120"/>
                    </a:cubicBezTo>
                    <a:cubicBezTo>
                      <a:pt x="193" y="120"/>
                      <a:pt x="193" y="120"/>
                      <a:pt x="193" y="120"/>
                    </a:cubicBezTo>
                    <a:cubicBezTo>
                      <a:pt x="193" y="119"/>
                      <a:pt x="193" y="118"/>
                      <a:pt x="193" y="118"/>
                    </a:cubicBezTo>
                    <a:cubicBezTo>
                      <a:pt x="193" y="118"/>
                      <a:pt x="193" y="118"/>
                      <a:pt x="193" y="118"/>
                    </a:cubicBezTo>
                    <a:cubicBezTo>
                      <a:pt x="194" y="118"/>
                      <a:pt x="194" y="118"/>
                      <a:pt x="194" y="118"/>
                    </a:cubicBezTo>
                    <a:cubicBezTo>
                      <a:pt x="194" y="118"/>
                      <a:pt x="194" y="118"/>
                      <a:pt x="194" y="118"/>
                    </a:cubicBezTo>
                    <a:cubicBezTo>
                      <a:pt x="194" y="118"/>
                      <a:pt x="195" y="118"/>
                      <a:pt x="195" y="118"/>
                    </a:cubicBezTo>
                    <a:close/>
                    <a:moveTo>
                      <a:pt x="184" y="126"/>
                    </a:moveTo>
                    <a:cubicBezTo>
                      <a:pt x="184" y="126"/>
                      <a:pt x="184" y="127"/>
                      <a:pt x="183" y="128"/>
                    </a:cubicBezTo>
                    <a:cubicBezTo>
                      <a:pt x="183" y="128"/>
                      <a:pt x="183" y="128"/>
                      <a:pt x="183" y="128"/>
                    </a:cubicBezTo>
                    <a:cubicBezTo>
                      <a:pt x="183" y="128"/>
                      <a:pt x="182" y="128"/>
                      <a:pt x="182" y="127"/>
                    </a:cubicBezTo>
                    <a:cubicBezTo>
                      <a:pt x="182" y="127"/>
                      <a:pt x="182" y="127"/>
                      <a:pt x="182" y="127"/>
                    </a:cubicBezTo>
                    <a:cubicBezTo>
                      <a:pt x="181" y="127"/>
                      <a:pt x="181" y="126"/>
                      <a:pt x="182" y="125"/>
                    </a:cubicBezTo>
                    <a:cubicBezTo>
                      <a:pt x="182" y="125"/>
                      <a:pt x="182" y="125"/>
                      <a:pt x="182" y="125"/>
                    </a:cubicBezTo>
                    <a:cubicBezTo>
                      <a:pt x="182" y="125"/>
                      <a:pt x="183" y="125"/>
                      <a:pt x="183" y="125"/>
                    </a:cubicBezTo>
                    <a:cubicBezTo>
                      <a:pt x="183" y="125"/>
                      <a:pt x="183" y="125"/>
                      <a:pt x="183" y="125"/>
                    </a:cubicBezTo>
                    <a:cubicBezTo>
                      <a:pt x="183" y="125"/>
                      <a:pt x="184" y="125"/>
                      <a:pt x="184" y="126"/>
                    </a:cubicBezTo>
                    <a:close/>
                    <a:moveTo>
                      <a:pt x="173" y="133"/>
                    </a:moveTo>
                    <a:cubicBezTo>
                      <a:pt x="173" y="134"/>
                      <a:pt x="173" y="135"/>
                      <a:pt x="172" y="135"/>
                    </a:cubicBezTo>
                    <a:cubicBezTo>
                      <a:pt x="172" y="135"/>
                      <a:pt x="172" y="135"/>
                      <a:pt x="172" y="135"/>
                    </a:cubicBezTo>
                    <a:cubicBezTo>
                      <a:pt x="172" y="135"/>
                      <a:pt x="171" y="135"/>
                      <a:pt x="170" y="135"/>
                    </a:cubicBezTo>
                    <a:cubicBezTo>
                      <a:pt x="170" y="135"/>
                      <a:pt x="170" y="135"/>
                      <a:pt x="170" y="135"/>
                    </a:cubicBezTo>
                    <a:cubicBezTo>
                      <a:pt x="170" y="134"/>
                      <a:pt x="170" y="133"/>
                      <a:pt x="171" y="133"/>
                    </a:cubicBezTo>
                    <a:cubicBezTo>
                      <a:pt x="171" y="133"/>
                      <a:pt x="171" y="133"/>
                      <a:pt x="171" y="133"/>
                    </a:cubicBezTo>
                    <a:cubicBezTo>
                      <a:pt x="171" y="133"/>
                      <a:pt x="171" y="133"/>
                      <a:pt x="171" y="133"/>
                    </a:cubicBezTo>
                    <a:cubicBezTo>
                      <a:pt x="171" y="133"/>
                      <a:pt x="171" y="133"/>
                      <a:pt x="171" y="133"/>
                    </a:cubicBezTo>
                    <a:cubicBezTo>
                      <a:pt x="172" y="133"/>
                      <a:pt x="172" y="133"/>
                      <a:pt x="173" y="133"/>
                    </a:cubicBezTo>
                    <a:close/>
                    <a:moveTo>
                      <a:pt x="161" y="140"/>
                    </a:moveTo>
                    <a:cubicBezTo>
                      <a:pt x="162" y="141"/>
                      <a:pt x="161" y="142"/>
                      <a:pt x="161" y="142"/>
                    </a:cubicBezTo>
                    <a:cubicBezTo>
                      <a:pt x="161" y="142"/>
                      <a:pt x="161" y="142"/>
                      <a:pt x="161" y="142"/>
                    </a:cubicBezTo>
                    <a:cubicBezTo>
                      <a:pt x="160" y="143"/>
                      <a:pt x="159" y="143"/>
                      <a:pt x="159" y="142"/>
                    </a:cubicBezTo>
                    <a:cubicBezTo>
                      <a:pt x="159" y="142"/>
                      <a:pt x="159" y="142"/>
                      <a:pt x="159" y="142"/>
                    </a:cubicBezTo>
                    <a:cubicBezTo>
                      <a:pt x="159" y="141"/>
                      <a:pt x="159" y="140"/>
                      <a:pt x="159" y="140"/>
                    </a:cubicBezTo>
                    <a:cubicBezTo>
                      <a:pt x="159" y="140"/>
                      <a:pt x="159" y="140"/>
                      <a:pt x="159" y="140"/>
                    </a:cubicBezTo>
                    <a:cubicBezTo>
                      <a:pt x="160" y="140"/>
                      <a:pt x="160" y="140"/>
                      <a:pt x="160" y="140"/>
                    </a:cubicBezTo>
                    <a:cubicBezTo>
                      <a:pt x="160" y="140"/>
                      <a:pt x="160" y="140"/>
                      <a:pt x="160" y="140"/>
                    </a:cubicBezTo>
                    <a:cubicBezTo>
                      <a:pt x="161" y="140"/>
                      <a:pt x="161" y="140"/>
                      <a:pt x="161" y="140"/>
                    </a:cubicBezTo>
                    <a:close/>
                    <a:moveTo>
                      <a:pt x="150" y="148"/>
                    </a:moveTo>
                    <a:cubicBezTo>
                      <a:pt x="150" y="148"/>
                      <a:pt x="150" y="149"/>
                      <a:pt x="150" y="150"/>
                    </a:cubicBezTo>
                    <a:cubicBezTo>
                      <a:pt x="150" y="150"/>
                      <a:pt x="150" y="150"/>
                      <a:pt x="150" y="150"/>
                    </a:cubicBezTo>
                    <a:cubicBezTo>
                      <a:pt x="149" y="150"/>
                      <a:pt x="148" y="150"/>
                      <a:pt x="148" y="149"/>
                    </a:cubicBezTo>
                    <a:cubicBezTo>
                      <a:pt x="148" y="149"/>
                      <a:pt x="148" y="149"/>
                      <a:pt x="148" y="149"/>
                    </a:cubicBezTo>
                    <a:cubicBezTo>
                      <a:pt x="147" y="149"/>
                      <a:pt x="147" y="148"/>
                      <a:pt x="148" y="147"/>
                    </a:cubicBezTo>
                    <a:cubicBezTo>
                      <a:pt x="148" y="147"/>
                      <a:pt x="148" y="147"/>
                      <a:pt x="148" y="147"/>
                    </a:cubicBezTo>
                    <a:cubicBezTo>
                      <a:pt x="148" y="147"/>
                      <a:pt x="149" y="147"/>
                      <a:pt x="149" y="147"/>
                    </a:cubicBezTo>
                    <a:cubicBezTo>
                      <a:pt x="149" y="147"/>
                      <a:pt x="149" y="147"/>
                      <a:pt x="149" y="147"/>
                    </a:cubicBezTo>
                    <a:cubicBezTo>
                      <a:pt x="149" y="147"/>
                      <a:pt x="150" y="147"/>
                      <a:pt x="150" y="148"/>
                    </a:cubicBezTo>
                    <a:close/>
                    <a:moveTo>
                      <a:pt x="139" y="155"/>
                    </a:moveTo>
                    <a:cubicBezTo>
                      <a:pt x="139" y="156"/>
                      <a:pt x="139" y="157"/>
                      <a:pt x="138" y="157"/>
                    </a:cubicBezTo>
                    <a:cubicBezTo>
                      <a:pt x="138" y="157"/>
                      <a:pt x="138" y="157"/>
                      <a:pt x="138" y="157"/>
                    </a:cubicBezTo>
                    <a:cubicBezTo>
                      <a:pt x="138" y="157"/>
                      <a:pt x="137" y="157"/>
                      <a:pt x="136" y="157"/>
                    </a:cubicBezTo>
                    <a:cubicBezTo>
                      <a:pt x="136" y="157"/>
                      <a:pt x="136" y="157"/>
                      <a:pt x="136" y="157"/>
                    </a:cubicBezTo>
                    <a:cubicBezTo>
                      <a:pt x="136" y="156"/>
                      <a:pt x="136" y="155"/>
                      <a:pt x="137" y="155"/>
                    </a:cubicBezTo>
                    <a:cubicBezTo>
                      <a:pt x="137" y="155"/>
                      <a:pt x="137" y="155"/>
                      <a:pt x="137" y="155"/>
                    </a:cubicBezTo>
                    <a:cubicBezTo>
                      <a:pt x="137" y="155"/>
                      <a:pt x="137" y="155"/>
                      <a:pt x="138" y="155"/>
                    </a:cubicBezTo>
                    <a:cubicBezTo>
                      <a:pt x="138" y="155"/>
                      <a:pt x="138" y="155"/>
                      <a:pt x="138" y="155"/>
                    </a:cubicBezTo>
                    <a:cubicBezTo>
                      <a:pt x="138" y="155"/>
                      <a:pt x="138" y="155"/>
                      <a:pt x="139" y="155"/>
                    </a:cubicBezTo>
                    <a:close/>
                    <a:moveTo>
                      <a:pt x="127" y="163"/>
                    </a:moveTo>
                    <a:cubicBezTo>
                      <a:pt x="128" y="163"/>
                      <a:pt x="128" y="164"/>
                      <a:pt x="127" y="164"/>
                    </a:cubicBezTo>
                    <a:cubicBezTo>
                      <a:pt x="127" y="164"/>
                      <a:pt x="127" y="164"/>
                      <a:pt x="127" y="164"/>
                    </a:cubicBezTo>
                    <a:cubicBezTo>
                      <a:pt x="126" y="165"/>
                      <a:pt x="125" y="165"/>
                      <a:pt x="125" y="164"/>
                    </a:cubicBezTo>
                    <a:cubicBezTo>
                      <a:pt x="125" y="164"/>
                      <a:pt x="125" y="164"/>
                      <a:pt x="125" y="164"/>
                    </a:cubicBezTo>
                    <a:cubicBezTo>
                      <a:pt x="125" y="163"/>
                      <a:pt x="125" y="163"/>
                      <a:pt x="125" y="162"/>
                    </a:cubicBezTo>
                    <a:cubicBezTo>
                      <a:pt x="125" y="162"/>
                      <a:pt x="125" y="162"/>
                      <a:pt x="125" y="162"/>
                    </a:cubicBezTo>
                    <a:cubicBezTo>
                      <a:pt x="126" y="162"/>
                      <a:pt x="126" y="162"/>
                      <a:pt x="126" y="162"/>
                    </a:cubicBezTo>
                    <a:cubicBezTo>
                      <a:pt x="126" y="162"/>
                      <a:pt x="126" y="162"/>
                      <a:pt x="126" y="162"/>
                    </a:cubicBezTo>
                    <a:cubicBezTo>
                      <a:pt x="127" y="162"/>
                      <a:pt x="127" y="162"/>
                      <a:pt x="127" y="163"/>
                    </a:cubicBezTo>
                    <a:close/>
                    <a:moveTo>
                      <a:pt x="116" y="170"/>
                    </a:moveTo>
                    <a:cubicBezTo>
                      <a:pt x="116" y="171"/>
                      <a:pt x="116" y="171"/>
                      <a:pt x="116" y="172"/>
                    </a:cubicBezTo>
                    <a:cubicBezTo>
                      <a:pt x="116" y="172"/>
                      <a:pt x="116" y="172"/>
                      <a:pt x="116" y="172"/>
                    </a:cubicBezTo>
                    <a:cubicBezTo>
                      <a:pt x="115" y="172"/>
                      <a:pt x="114" y="172"/>
                      <a:pt x="114" y="171"/>
                    </a:cubicBezTo>
                    <a:cubicBezTo>
                      <a:pt x="114" y="171"/>
                      <a:pt x="114" y="171"/>
                      <a:pt x="114" y="171"/>
                    </a:cubicBezTo>
                    <a:cubicBezTo>
                      <a:pt x="113" y="171"/>
                      <a:pt x="114" y="170"/>
                      <a:pt x="114" y="170"/>
                    </a:cubicBezTo>
                    <a:cubicBezTo>
                      <a:pt x="114" y="170"/>
                      <a:pt x="114" y="170"/>
                      <a:pt x="114" y="170"/>
                    </a:cubicBezTo>
                    <a:cubicBezTo>
                      <a:pt x="114" y="169"/>
                      <a:pt x="115" y="169"/>
                      <a:pt x="115" y="169"/>
                    </a:cubicBezTo>
                    <a:cubicBezTo>
                      <a:pt x="115" y="169"/>
                      <a:pt x="115" y="169"/>
                      <a:pt x="115" y="169"/>
                    </a:cubicBezTo>
                    <a:cubicBezTo>
                      <a:pt x="115" y="169"/>
                      <a:pt x="116" y="170"/>
                      <a:pt x="116" y="170"/>
                    </a:cubicBezTo>
                    <a:close/>
                    <a:moveTo>
                      <a:pt x="105" y="177"/>
                    </a:moveTo>
                    <a:cubicBezTo>
                      <a:pt x="105" y="178"/>
                      <a:pt x="105" y="179"/>
                      <a:pt x="104" y="179"/>
                    </a:cubicBezTo>
                    <a:cubicBezTo>
                      <a:pt x="104" y="179"/>
                      <a:pt x="104" y="179"/>
                      <a:pt x="104" y="179"/>
                    </a:cubicBezTo>
                    <a:cubicBezTo>
                      <a:pt x="104" y="180"/>
                      <a:pt x="103" y="179"/>
                      <a:pt x="102" y="179"/>
                    </a:cubicBezTo>
                    <a:cubicBezTo>
                      <a:pt x="102" y="179"/>
                      <a:pt x="102" y="179"/>
                      <a:pt x="102" y="179"/>
                    </a:cubicBezTo>
                    <a:cubicBezTo>
                      <a:pt x="102" y="178"/>
                      <a:pt x="102" y="177"/>
                      <a:pt x="103" y="177"/>
                    </a:cubicBezTo>
                    <a:cubicBezTo>
                      <a:pt x="103" y="177"/>
                      <a:pt x="103" y="177"/>
                      <a:pt x="103" y="177"/>
                    </a:cubicBezTo>
                    <a:cubicBezTo>
                      <a:pt x="103" y="177"/>
                      <a:pt x="103" y="177"/>
                      <a:pt x="104" y="177"/>
                    </a:cubicBezTo>
                    <a:cubicBezTo>
                      <a:pt x="104" y="177"/>
                      <a:pt x="104" y="177"/>
                      <a:pt x="104" y="177"/>
                    </a:cubicBezTo>
                    <a:cubicBezTo>
                      <a:pt x="104" y="177"/>
                      <a:pt x="104" y="177"/>
                      <a:pt x="105" y="177"/>
                    </a:cubicBezTo>
                    <a:close/>
                    <a:moveTo>
                      <a:pt x="93" y="185"/>
                    </a:moveTo>
                    <a:cubicBezTo>
                      <a:pt x="94" y="185"/>
                      <a:pt x="94" y="186"/>
                      <a:pt x="93" y="187"/>
                    </a:cubicBezTo>
                    <a:cubicBezTo>
                      <a:pt x="93" y="187"/>
                      <a:pt x="93" y="187"/>
                      <a:pt x="93" y="187"/>
                    </a:cubicBezTo>
                    <a:cubicBezTo>
                      <a:pt x="92" y="187"/>
                      <a:pt x="92" y="187"/>
                      <a:pt x="91" y="186"/>
                    </a:cubicBezTo>
                    <a:cubicBezTo>
                      <a:pt x="91" y="186"/>
                      <a:pt x="91" y="186"/>
                      <a:pt x="91" y="186"/>
                    </a:cubicBezTo>
                    <a:cubicBezTo>
                      <a:pt x="91" y="186"/>
                      <a:pt x="91" y="185"/>
                      <a:pt x="92" y="184"/>
                    </a:cubicBezTo>
                    <a:cubicBezTo>
                      <a:pt x="92" y="184"/>
                      <a:pt x="92" y="184"/>
                      <a:pt x="92" y="184"/>
                    </a:cubicBezTo>
                    <a:cubicBezTo>
                      <a:pt x="92" y="184"/>
                      <a:pt x="92" y="184"/>
                      <a:pt x="92" y="184"/>
                    </a:cubicBezTo>
                    <a:cubicBezTo>
                      <a:pt x="92" y="184"/>
                      <a:pt x="92" y="184"/>
                      <a:pt x="92" y="184"/>
                    </a:cubicBezTo>
                    <a:cubicBezTo>
                      <a:pt x="93" y="184"/>
                      <a:pt x="93" y="184"/>
                      <a:pt x="93" y="185"/>
                    </a:cubicBezTo>
                    <a:close/>
                    <a:moveTo>
                      <a:pt x="82" y="192"/>
                    </a:moveTo>
                    <a:cubicBezTo>
                      <a:pt x="82" y="193"/>
                      <a:pt x="82" y="193"/>
                      <a:pt x="82" y="194"/>
                    </a:cubicBezTo>
                    <a:cubicBezTo>
                      <a:pt x="82" y="194"/>
                      <a:pt x="82" y="194"/>
                      <a:pt x="82" y="194"/>
                    </a:cubicBezTo>
                    <a:cubicBezTo>
                      <a:pt x="81" y="194"/>
                      <a:pt x="80" y="194"/>
                      <a:pt x="80" y="194"/>
                    </a:cubicBezTo>
                    <a:cubicBezTo>
                      <a:pt x="80" y="194"/>
                      <a:pt x="80" y="194"/>
                      <a:pt x="80" y="194"/>
                    </a:cubicBezTo>
                    <a:cubicBezTo>
                      <a:pt x="79" y="193"/>
                      <a:pt x="80" y="192"/>
                      <a:pt x="80" y="192"/>
                    </a:cubicBezTo>
                    <a:cubicBezTo>
                      <a:pt x="80" y="192"/>
                      <a:pt x="80" y="192"/>
                      <a:pt x="80" y="192"/>
                    </a:cubicBezTo>
                    <a:cubicBezTo>
                      <a:pt x="80" y="192"/>
                      <a:pt x="81" y="191"/>
                      <a:pt x="81" y="191"/>
                    </a:cubicBezTo>
                    <a:cubicBezTo>
                      <a:pt x="81" y="191"/>
                      <a:pt x="81" y="191"/>
                      <a:pt x="81" y="191"/>
                    </a:cubicBezTo>
                    <a:cubicBezTo>
                      <a:pt x="81" y="191"/>
                      <a:pt x="82" y="192"/>
                      <a:pt x="82" y="192"/>
                    </a:cubicBezTo>
                    <a:close/>
                    <a:moveTo>
                      <a:pt x="71" y="199"/>
                    </a:moveTo>
                    <a:cubicBezTo>
                      <a:pt x="71" y="200"/>
                      <a:pt x="71" y="201"/>
                      <a:pt x="70" y="201"/>
                    </a:cubicBezTo>
                    <a:cubicBezTo>
                      <a:pt x="70" y="201"/>
                      <a:pt x="70" y="201"/>
                      <a:pt x="70" y="201"/>
                    </a:cubicBezTo>
                    <a:cubicBezTo>
                      <a:pt x="70" y="202"/>
                      <a:pt x="69" y="202"/>
                      <a:pt x="69" y="201"/>
                    </a:cubicBezTo>
                    <a:cubicBezTo>
                      <a:pt x="69" y="201"/>
                      <a:pt x="69" y="201"/>
                      <a:pt x="69" y="201"/>
                    </a:cubicBezTo>
                    <a:cubicBezTo>
                      <a:pt x="68" y="200"/>
                      <a:pt x="68" y="199"/>
                      <a:pt x="69" y="199"/>
                    </a:cubicBezTo>
                    <a:cubicBezTo>
                      <a:pt x="69" y="199"/>
                      <a:pt x="69" y="199"/>
                      <a:pt x="69" y="199"/>
                    </a:cubicBezTo>
                    <a:cubicBezTo>
                      <a:pt x="69" y="199"/>
                      <a:pt x="69" y="199"/>
                      <a:pt x="70" y="199"/>
                    </a:cubicBezTo>
                    <a:cubicBezTo>
                      <a:pt x="70" y="199"/>
                      <a:pt x="70" y="199"/>
                      <a:pt x="70" y="199"/>
                    </a:cubicBezTo>
                    <a:cubicBezTo>
                      <a:pt x="70" y="199"/>
                      <a:pt x="71" y="199"/>
                      <a:pt x="71" y="199"/>
                    </a:cubicBezTo>
                    <a:close/>
                    <a:moveTo>
                      <a:pt x="59" y="207"/>
                    </a:moveTo>
                    <a:cubicBezTo>
                      <a:pt x="60" y="207"/>
                      <a:pt x="60" y="208"/>
                      <a:pt x="59" y="209"/>
                    </a:cubicBezTo>
                    <a:cubicBezTo>
                      <a:pt x="59" y="209"/>
                      <a:pt x="59" y="209"/>
                      <a:pt x="59" y="209"/>
                    </a:cubicBezTo>
                    <a:cubicBezTo>
                      <a:pt x="58" y="209"/>
                      <a:pt x="58" y="209"/>
                      <a:pt x="57" y="208"/>
                    </a:cubicBezTo>
                    <a:cubicBezTo>
                      <a:pt x="57" y="208"/>
                      <a:pt x="57" y="208"/>
                      <a:pt x="57" y="208"/>
                    </a:cubicBezTo>
                    <a:cubicBezTo>
                      <a:pt x="57" y="208"/>
                      <a:pt x="57" y="207"/>
                      <a:pt x="58" y="206"/>
                    </a:cubicBezTo>
                    <a:cubicBezTo>
                      <a:pt x="58" y="206"/>
                      <a:pt x="58" y="206"/>
                      <a:pt x="58" y="206"/>
                    </a:cubicBezTo>
                    <a:cubicBezTo>
                      <a:pt x="58" y="206"/>
                      <a:pt x="58" y="206"/>
                      <a:pt x="58" y="206"/>
                    </a:cubicBezTo>
                    <a:cubicBezTo>
                      <a:pt x="58" y="206"/>
                      <a:pt x="58" y="206"/>
                      <a:pt x="58" y="206"/>
                    </a:cubicBezTo>
                    <a:cubicBezTo>
                      <a:pt x="59" y="206"/>
                      <a:pt x="59" y="206"/>
                      <a:pt x="59" y="207"/>
                    </a:cubicBezTo>
                    <a:close/>
                    <a:moveTo>
                      <a:pt x="48" y="214"/>
                    </a:moveTo>
                    <a:cubicBezTo>
                      <a:pt x="49" y="215"/>
                      <a:pt x="48" y="216"/>
                      <a:pt x="48" y="216"/>
                    </a:cubicBezTo>
                    <a:cubicBezTo>
                      <a:pt x="48" y="216"/>
                      <a:pt x="48" y="216"/>
                      <a:pt x="48" y="216"/>
                    </a:cubicBezTo>
                    <a:cubicBezTo>
                      <a:pt x="47" y="216"/>
                      <a:pt x="46" y="216"/>
                      <a:pt x="46" y="216"/>
                    </a:cubicBezTo>
                    <a:cubicBezTo>
                      <a:pt x="46" y="216"/>
                      <a:pt x="46" y="216"/>
                      <a:pt x="46" y="216"/>
                    </a:cubicBezTo>
                    <a:cubicBezTo>
                      <a:pt x="46" y="215"/>
                      <a:pt x="46" y="214"/>
                      <a:pt x="46" y="214"/>
                    </a:cubicBezTo>
                    <a:cubicBezTo>
                      <a:pt x="46" y="214"/>
                      <a:pt x="46" y="214"/>
                      <a:pt x="46" y="214"/>
                    </a:cubicBezTo>
                    <a:cubicBezTo>
                      <a:pt x="47" y="214"/>
                      <a:pt x="47" y="214"/>
                      <a:pt x="47" y="214"/>
                    </a:cubicBezTo>
                    <a:cubicBezTo>
                      <a:pt x="47" y="214"/>
                      <a:pt x="47" y="214"/>
                      <a:pt x="47" y="214"/>
                    </a:cubicBezTo>
                    <a:cubicBezTo>
                      <a:pt x="47" y="214"/>
                      <a:pt x="48" y="214"/>
                      <a:pt x="48" y="214"/>
                    </a:cubicBezTo>
                    <a:close/>
                    <a:moveTo>
                      <a:pt x="37" y="222"/>
                    </a:moveTo>
                    <a:cubicBezTo>
                      <a:pt x="37" y="222"/>
                      <a:pt x="37" y="223"/>
                      <a:pt x="36" y="223"/>
                    </a:cubicBezTo>
                    <a:cubicBezTo>
                      <a:pt x="36" y="223"/>
                      <a:pt x="36" y="223"/>
                      <a:pt x="36" y="223"/>
                    </a:cubicBezTo>
                    <a:cubicBezTo>
                      <a:pt x="36" y="224"/>
                      <a:pt x="35" y="224"/>
                      <a:pt x="35" y="223"/>
                    </a:cubicBezTo>
                    <a:cubicBezTo>
                      <a:pt x="35" y="223"/>
                      <a:pt x="35" y="223"/>
                      <a:pt x="35" y="223"/>
                    </a:cubicBezTo>
                    <a:cubicBezTo>
                      <a:pt x="34" y="222"/>
                      <a:pt x="34" y="222"/>
                      <a:pt x="35" y="221"/>
                    </a:cubicBezTo>
                    <a:cubicBezTo>
                      <a:pt x="35" y="221"/>
                      <a:pt x="35" y="221"/>
                      <a:pt x="35" y="221"/>
                    </a:cubicBezTo>
                    <a:cubicBezTo>
                      <a:pt x="35" y="221"/>
                      <a:pt x="35" y="221"/>
                      <a:pt x="36" y="221"/>
                    </a:cubicBezTo>
                    <a:cubicBezTo>
                      <a:pt x="36" y="221"/>
                      <a:pt x="36" y="221"/>
                      <a:pt x="36" y="221"/>
                    </a:cubicBezTo>
                    <a:cubicBezTo>
                      <a:pt x="36" y="221"/>
                      <a:pt x="37" y="221"/>
                      <a:pt x="37" y="222"/>
                    </a:cubicBezTo>
                    <a:close/>
                    <a:moveTo>
                      <a:pt x="26" y="229"/>
                    </a:moveTo>
                    <a:cubicBezTo>
                      <a:pt x="26" y="230"/>
                      <a:pt x="26" y="230"/>
                      <a:pt x="25" y="231"/>
                    </a:cubicBezTo>
                    <a:cubicBezTo>
                      <a:pt x="25" y="231"/>
                      <a:pt x="25" y="231"/>
                      <a:pt x="25" y="231"/>
                    </a:cubicBezTo>
                    <a:cubicBezTo>
                      <a:pt x="25" y="231"/>
                      <a:pt x="24" y="231"/>
                      <a:pt x="23" y="230"/>
                    </a:cubicBezTo>
                    <a:cubicBezTo>
                      <a:pt x="23" y="230"/>
                      <a:pt x="23" y="230"/>
                      <a:pt x="23" y="230"/>
                    </a:cubicBezTo>
                    <a:cubicBezTo>
                      <a:pt x="23" y="230"/>
                      <a:pt x="23" y="229"/>
                      <a:pt x="24" y="228"/>
                    </a:cubicBezTo>
                    <a:cubicBezTo>
                      <a:pt x="24" y="228"/>
                      <a:pt x="24" y="228"/>
                      <a:pt x="24" y="228"/>
                    </a:cubicBezTo>
                    <a:cubicBezTo>
                      <a:pt x="24" y="228"/>
                      <a:pt x="24" y="228"/>
                      <a:pt x="24" y="228"/>
                    </a:cubicBezTo>
                    <a:cubicBezTo>
                      <a:pt x="24" y="228"/>
                      <a:pt x="24" y="228"/>
                      <a:pt x="24" y="228"/>
                    </a:cubicBezTo>
                    <a:cubicBezTo>
                      <a:pt x="25" y="228"/>
                      <a:pt x="25" y="228"/>
                      <a:pt x="26" y="229"/>
                    </a:cubicBezTo>
                    <a:close/>
                    <a:moveTo>
                      <a:pt x="14" y="236"/>
                    </a:moveTo>
                    <a:cubicBezTo>
                      <a:pt x="15" y="237"/>
                      <a:pt x="14" y="238"/>
                      <a:pt x="14" y="238"/>
                    </a:cubicBezTo>
                    <a:cubicBezTo>
                      <a:pt x="14" y="238"/>
                      <a:pt x="14" y="238"/>
                      <a:pt x="14" y="238"/>
                    </a:cubicBezTo>
                    <a:cubicBezTo>
                      <a:pt x="13" y="239"/>
                      <a:pt x="12" y="238"/>
                      <a:pt x="12" y="238"/>
                    </a:cubicBezTo>
                    <a:cubicBezTo>
                      <a:pt x="12" y="238"/>
                      <a:pt x="12" y="238"/>
                      <a:pt x="12" y="238"/>
                    </a:cubicBezTo>
                    <a:cubicBezTo>
                      <a:pt x="12" y="237"/>
                      <a:pt x="12" y="236"/>
                      <a:pt x="12" y="236"/>
                    </a:cubicBezTo>
                    <a:cubicBezTo>
                      <a:pt x="12" y="236"/>
                      <a:pt x="12" y="236"/>
                      <a:pt x="12" y="236"/>
                    </a:cubicBezTo>
                    <a:cubicBezTo>
                      <a:pt x="13" y="236"/>
                      <a:pt x="13" y="236"/>
                      <a:pt x="13" y="236"/>
                    </a:cubicBezTo>
                    <a:cubicBezTo>
                      <a:pt x="13" y="236"/>
                      <a:pt x="13" y="236"/>
                      <a:pt x="13" y="236"/>
                    </a:cubicBezTo>
                    <a:cubicBezTo>
                      <a:pt x="14" y="236"/>
                      <a:pt x="14" y="236"/>
                      <a:pt x="14" y="236"/>
                    </a:cubicBezTo>
                    <a:close/>
                    <a:moveTo>
                      <a:pt x="3" y="244"/>
                    </a:moveTo>
                    <a:cubicBezTo>
                      <a:pt x="3" y="244"/>
                      <a:pt x="3" y="245"/>
                      <a:pt x="3" y="245"/>
                    </a:cubicBezTo>
                    <a:cubicBezTo>
                      <a:pt x="3" y="245"/>
                      <a:pt x="3" y="245"/>
                      <a:pt x="3" y="245"/>
                    </a:cubicBezTo>
                    <a:cubicBezTo>
                      <a:pt x="2" y="246"/>
                      <a:pt x="1" y="246"/>
                      <a:pt x="1" y="245"/>
                    </a:cubicBezTo>
                    <a:cubicBezTo>
                      <a:pt x="1" y="245"/>
                      <a:pt x="1" y="245"/>
                      <a:pt x="1" y="245"/>
                    </a:cubicBezTo>
                    <a:cubicBezTo>
                      <a:pt x="0" y="244"/>
                      <a:pt x="0" y="244"/>
                      <a:pt x="1" y="243"/>
                    </a:cubicBezTo>
                    <a:cubicBezTo>
                      <a:pt x="1" y="243"/>
                      <a:pt x="1" y="243"/>
                      <a:pt x="1" y="243"/>
                    </a:cubicBezTo>
                    <a:cubicBezTo>
                      <a:pt x="1" y="243"/>
                      <a:pt x="2" y="243"/>
                      <a:pt x="2" y="243"/>
                    </a:cubicBezTo>
                    <a:cubicBezTo>
                      <a:pt x="2" y="243"/>
                      <a:pt x="2" y="243"/>
                      <a:pt x="2" y="243"/>
                    </a:cubicBezTo>
                    <a:cubicBezTo>
                      <a:pt x="2" y="243"/>
                      <a:pt x="3" y="243"/>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8" name="Google Shape;458;p8"/>
              <p:cNvSpPr/>
              <p:nvPr/>
            </p:nvSpPr>
            <p:spPr>
              <a:xfrm>
                <a:off x="18509277" y="2645018"/>
                <a:ext cx="19581" cy="11748"/>
              </a:xfrm>
              <a:custGeom>
                <a:avLst/>
                <a:gdLst/>
                <a:ahLst/>
                <a:cxnLst/>
                <a:rect l="l" t="t" r="r" b="b"/>
                <a:pathLst>
                  <a:path w="3" h="2" extrusionOk="0">
                    <a:moveTo>
                      <a:pt x="1" y="0"/>
                    </a:moveTo>
                    <a:cubicBezTo>
                      <a:pt x="1" y="0"/>
                      <a:pt x="2" y="0"/>
                      <a:pt x="2" y="0"/>
                    </a:cubicBezTo>
                    <a:cubicBezTo>
                      <a:pt x="2" y="0"/>
                      <a:pt x="2" y="0"/>
                      <a:pt x="2" y="0"/>
                    </a:cubicBezTo>
                    <a:cubicBezTo>
                      <a:pt x="2" y="0"/>
                      <a:pt x="3" y="1"/>
                      <a:pt x="3" y="1"/>
                    </a:cubicBezTo>
                    <a:cubicBezTo>
                      <a:pt x="3" y="1"/>
                      <a:pt x="3" y="1"/>
                      <a:pt x="3" y="1"/>
                    </a:cubicBezTo>
                    <a:cubicBezTo>
                      <a:pt x="2" y="2"/>
                      <a:pt x="2" y="2"/>
                      <a:pt x="2" y="2"/>
                    </a:cubicBezTo>
                    <a:cubicBezTo>
                      <a:pt x="2" y="2"/>
                      <a:pt x="1" y="2"/>
                      <a:pt x="1" y="2"/>
                    </a:cubicBezTo>
                    <a:cubicBezTo>
                      <a:pt x="1" y="2"/>
                      <a:pt x="0" y="2"/>
                      <a:pt x="0" y="2"/>
                    </a:cubicBezTo>
                    <a:cubicBezTo>
                      <a:pt x="0" y="2"/>
                      <a:pt x="0" y="2"/>
                      <a:pt x="0" y="1"/>
                    </a:cubicBezTo>
                    <a:cubicBezTo>
                      <a:pt x="0" y="1"/>
                      <a:pt x="0" y="1"/>
                      <a:pt x="0" y="1"/>
                    </a:cubicBezTo>
                    <a:cubicBezTo>
                      <a:pt x="0" y="1"/>
                      <a:pt x="0" y="0"/>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59" name="Google Shape;459;p8"/>
          <p:cNvGrpSpPr/>
          <p:nvPr/>
        </p:nvGrpSpPr>
        <p:grpSpPr>
          <a:xfrm>
            <a:off x="-1822531" y="-284152"/>
            <a:ext cx="12743129" cy="5333629"/>
            <a:chOff x="-1822531" y="-284152"/>
            <a:chExt cx="12743129" cy="5333629"/>
          </a:xfrm>
        </p:grpSpPr>
        <p:sp>
          <p:nvSpPr>
            <p:cNvPr id="460" name="Google Shape;460;p8"/>
            <p:cNvSpPr/>
            <p:nvPr/>
          </p:nvSpPr>
          <p:spPr>
            <a:xfrm>
              <a:off x="8607494" y="-284152"/>
              <a:ext cx="2313104" cy="3273653"/>
            </a:xfrm>
            <a:custGeom>
              <a:avLst/>
              <a:gdLst/>
              <a:ahLst/>
              <a:cxnLst/>
              <a:rect l="l" t="t" r="r" b="b"/>
              <a:pathLst>
                <a:path w="773" h="1094" extrusionOk="0">
                  <a:moveTo>
                    <a:pt x="146" y="409"/>
                  </a:moveTo>
                  <a:lnTo>
                    <a:pt x="773" y="0"/>
                  </a:lnTo>
                  <a:lnTo>
                    <a:pt x="627" y="686"/>
                  </a:lnTo>
                  <a:lnTo>
                    <a:pt x="0" y="1094"/>
                  </a:lnTo>
                  <a:lnTo>
                    <a:pt x="146" y="409"/>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1" name="Google Shape;461;p8"/>
            <p:cNvSpPr/>
            <p:nvPr/>
          </p:nvSpPr>
          <p:spPr>
            <a:xfrm>
              <a:off x="-1822529" y="-131754"/>
              <a:ext cx="2537641" cy="2001127"/>
            </a:xfrm>
            <a:custGeom>
              <a:avLst/>
              <a:gdLst/>
              <a:ahLst/>
              <a:cxnLst/>
              <a:rect l="l" t="t" r="r" b="b"/>
              <a:pathLst>
                <a:path w="648" h="511" extrusionOk="0">
                  <a:moveTo>
                    <a:pt x="21" y="408"/>
                  </a:moveTo>
                  <a:lnTo>
                    <a:pt x="648" y="0"/>
                  </a:lnTo>
                  <a:lnTo>
                    <a:pt x="627" y="103"/>
                  </a:lnTo>
                  <a:lnTo>
                    <a:pt x="0" y="511"/>
                  </a:lnTo>
                  <a:lnTo>
                    <a:pt x="21" y="40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2" name="Google Shape;462;p8"/>
            <p:cNvSpPr/>
            <p:nvPr/>
          </p:nvSpPr>
          <p:spPr>
            <a:xfrm>
              <a:off x="8607730" y="3517384"/>
              <a:ext cx="1942050" cy="1532093"/>
            </a:xfrm>
            <a:custGeom>
              <a:avLst/>
              <a:gdLst/>
              <a:ahLst/>
              <a:cxnLst/>
              <a:rect l="l" t="t" r="r" b="b"/>
              <a:pathLst>
                <a:path w="649" h="512" extrusionOk="0">
                  <a:moveTo>
                    <a:pt x="22" y="409"/>
                  </a:moveTo>
                  <a:lnTo>
                    <a:pt x="649" y="0"/>
                  </a:lnTo>
                  <a:lnTo>
                    <a:pt x="627" y="103"/>
                  </a:lnTo>
                  <a:lnTo>
                    <a:pt x="0" y="512"/>
                  </a:lnTo>
                  <a:lnTo>
                    <a:pt x="22" y="40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3" name="Google Shape;463;p8"/>
            <p:cNvSpPr/>
            <p:nvPr/>
          </p:nvSpPr>
          <p:spPr>
            <a:xfrm>
              <a:off x="8479769" y="1461473"/>
              <a:ext cx="2313104" cy="3273653"/>
            </a:xfrm>
            <a:custGeom>
              <a:avLst/>
              <a:gdLst/>
              <a:ahLst/>
              <a:cxnLst/>
              <a:rect l="l" t="t" r="r" b="b"/>
              <a:pathLst>
                <a:path w="773" h="1094" extrusionOk="0">
                  <a:moveTo>
                    <a:pt x="146" y="409"/>
                  </a:moveTo>
                  <a:lnTo>
                    <a:pt x="773" y="0"/>
                  </a:lnTo>
                  <a:lnTo>
                    <a:pt x="627" y="686"/>
                  </a:lnTo>
                  <a:lnTo>
                    <a:pt x="0" y="1094"/>
                  </a:lnTo>
                  <a:lnTo>
                    <a:pt x="146" y="409"/>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4" name="Google Shape;464;p8"/>
            <p:cNvSpPr/>
            <p:nvPr/>
          </p:nvSpPr>
          <p:spPr>
            <a:xfrm>
              <a:off x="8428898" y="1401625"/>
              <a:ext cx="2316096" cy="3285622"/>
            </a:xfrm>
            <a:custGeom>
              <a:avLst/>
              <a:gdLst/>
              <a:ahLst/>
              <a:cxnLst/>
              <a:rect l="l" t="t" r="r" b="b"/>
              <a:pathLst>
                <a:path w="774" h="1098" extrusionOk="0">
                  <a:moveTo>
                    <a:pt x="0" y="1098"/>
                  </a:moveTo>
                  <a:lnTo>
                    <a:pt x="0" y="1095"/>
                  </a:lnTo>
                  <a:lnTo>
                    <a:pt x="144" y="410"/>
                  </a:lnTo>
                  <a:lnTo>
                    <a:pt x="146" y="410"/>
                  </a:lnTo>
                  <a:lnTo>
                    <a:pt x="774" y="0"/>
                  </a:lnTo>
                  <a:lnTo>
                    <a:pt x="773" y="1"/>
                  </a:lnTo>
                  <a:lnTo>
                    <a:pt x="628" y="688"/>
                  </a:lnTo>
                  <a:lnTo>
                    <a:pt x="628" y="688"/>
                  </a:lnTo>
                  <a:lnTo>
                    <a:pt x="0" y="1098"/>
                  </a:lnTo>
                  <a:close/>
                  <a:moveTo>
                    <a:pt x="147" y="411"/>
                  </a:moveTo>
                  <a:lnTo>
                    <a:pt x="1" y="1093"/>
                  </a:lnTo>
                  <a:lnTo>
                    <a:pt x="627" y="687"/>
                  </a:lnTo>
                  <a:lnTo>
                    <a:pt x="771" y="5"/>
                  </a:lnTo>
                  <a:lnTo>
                    <a:pt x="147" y="41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5" name="Google Shape;465;p8"/>
            <p:cNvSpPr/>
            <p:nvPr/>
          </p:nvSpPr>
          <p:spPr>
            <a:xfrm>
              <a:off x="-1822531" y="934923"/>
              <a:ext cx="2313104" cy="3273653"/>
            </a:xfrm>
            <a:custGeom>
              <a:avLst/>
              <a:gdLst/>
              <a:ahLst/>
              <a:cxnLst/>
              <a:rect l="l" t="t" r="r" b="b"/>
              <a:pathLst>
                <a:path w="773" h="1094" extrusionOk="0">
                  <a:moveTo>
                    <a:pt x="146" y="409"/>
                  </a:moveTo>
                  <a:lnTo>
                    <a:pt x="773" y="0"/>
                  </a:lnTo>
                  <a:lnTo>
                    <a:pt x="627" y="686"/>
                  </a:lnTo>
                  <a:lnTo>
                    <a:pt x="0" y="1094"/>
                  </a:lnTo>
                  <a:lnTo>
                    <a:pt x="146" y="40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66" name="Google Shape;466;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7"/>
        <p:cNvGrpSpPr/>
        <p:nvPr/>
      </p:nvGrpSpPr>
      <p:grpSpPr>
        <a:xfrm>
          <a:off x="0" y="0"/>
          <a:ext cx="0" cy="0"/>
          <a:chOff x="0" y="0"/>
          <a:chExt cx="0" cy="0"/>
        </a:xfrm>
      </p:grpSpPr>
      <p:grpSp>
        <p:nvGrpSpPr>
          <p:cNvPr id="468" name="Google Shape;468;p9"/>
          <p:cNvGrpSpPr/>
          <p:nvPr/>
        </p:nvGrpSpPr>
        <p:grpSpPr>
          <a:xfrm>
            <a:off x="4298463" y="-1082360"/>
            <a:ext cx="5393953" cy="6920685"/>
            <a:chOff x="4298463" y="-1082360"/>
            <a:chExt cx="5393953" cy="6920685"/>
          </a:xfrm>
        </p:grpSpPr>
        <p:grpSp>
          <p:nvGrpSpPr>
            <p:cNvPr id="469" name="Google Shape;469;p9"/>
            <p:cNvGrpSpPr/>
            <p:nvPr/>
          </p:nvGrpSpPr>
          <p:grpSpPr>
            <a:xfrm>
              <a:off x="5263295" y="-1082360"/>
              <a:ext cx="4429121" cy="1617349"/>
              <a:chOff x="9431732" y="3526140"/>
              <a:chExt cx="4429121" cy="1617349"/>
            </a:xfrm>
          </p:grpSpPr>
          <p:sp>
            <p:nvSpPr>
              <p:cNvPr id="470" name="Google Shape;470;p9"/>
              <p:cNvSpPr/>
              <p:nvPr/>
            </p:nvSpPr>
            <p:spPr>
              <a:xfrm>
                <a:off x="11812728" y="3526140"/>
                <a:ext cx="19581" cy="15664"/>
              </a:xfrm>
              <a:custGeom>
                <a:avLst/>
                <a:gdLst/>
                <a:ahLst/>
                <a:cxnLst/>
                <a:rect l="l" t="t" r="r" b="b"/>
                <a:pathLst>
                  <a:path w="3" h="3" extrusionOk="0">
                    <a:moveTo>
                      <a:pt x="2" y="3"/>
                    </a:moveTo>
                    <a:cubicBezTo>
                      <a:pt x="1" y="3"/>
                      <a:pt x="1" y="3"/>
                      <a:pt x="1" y="3"/>
                    </a:cubicBezTo>
                    <a:cubicBezTo>
                      <a:pt x="1" y="3"/>
                      <a:pt x="0" y="2"/>
                      <a:pt x="0" y="2"/>
                    </a:cubicBezTo>
                    <a:cubicBezTo>
                      <a:pt x="0" y="1"/>
                      <a:pt x="1" y="1"/>
                      <a:pt x="1" y="1"/>
                    </a:cubicBezTo>
                    <a:cubicBezTo>
                      <a:pt x="1" y="1"/>
                      <a:pt x="1" y="1"/>
                      <a:pt x="1" y="1"/>
                    </a:cubicBezTo>
                    <a:cubicBezTo>
                      <a:pt x="2" y="0"/>
                      <a:pt x="2" y="0"/>
                      <a:pt x="3" y="1"/>
                    </a:cubicBezTo>
                    <a:cubicBezTo>
                      <a:pt x="3" y="1"/>
                      <a:pt x="3" y="1"/>
                      <a:pt x="3" y="2"/>
                    </a:cubicBezTo>
                    <a:cubicBezTo>
                      <a:pt x="3" y="2"/>
                      <a:pt x="3" y="3"/>
                      <a:pt x="3" y="3"/>
                    </a:cubicBezTo>
                    <a:cubicBezTo>
                      <a:pt x="3"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1" name="Google Shape;471;p9"/>
              <p:cNvSpPr/>
              <p:nvPr/>
            </p:nvSpPr>
            <p:spPr>
              <a:xfrm>
                <a:off x="9431732" y="3573133"/>
                <a:ext cx="2334003"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2" y="244"/>
                    </a:cubicBezTo>
                    <a:cubicBezTo>
                      <a:pt x="2" y="244"/>
                      <a:pt x="2" y="244"/>
                      <a:pt x="2"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0"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2" y="230"/>
                      <a:pt x="23" y="229"/>
                      <a:pt x="23" y="228"/>
                    </a:cubicBezTo>
                    <a:cubicBezTo>
                      <a:pt x="23" y="228"/>
                      <a:pt x="23" y="228"/>
                      <a:pt x="23" y="228"/>
                    </a:cubicBezTo>
                    <a:cubicBezTo>
                      <a:pt x="24" y="228"/>
                      <a:pt x="25" y="228"/>
                      <a:pt x="25" y="229"/>
                    </a:cubicBezTo>
                    <a:cubicBezTo>
                      <a:pt x="25" y="229"/>
                      <a:pt x="25" y="229"/>
                      <a:pt x="25" y="229"/>
                    </a:cubicBezTo>
                    <a:cubicBezTo>
                      <a:pt x="25" y="229"/>
                      <a:pt x="25" y="230"/>
                      <a:pt x="25" y="231"/>
                    </a:cubicBezTo>
                    <a:cubicBezTo>
                      <a:pt x="25" y="231"/>
                      <a:pt x="25" y="231"/>
                      <a:pt x="25" y="231"/>
                    </a:cubicBezTo>
                    <a:cubicBezTo>
                      <a:pt x="24"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5"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59" y="207"/>
                      <a:pt x="59" y="208"/>
                      <a:pt x="59" y="209"/>
                    </a:cubicBezTo>
                    <a:cubicBezTo>
                      <a:pt x="59" y="209"/>
                      <a:pt x="59" y="209"/>
                      <a:pt x="59" y="209"/>
                    </a:cubicBezTo>
                    <a:cubicBezTo>
                      <a:pt x="58" y="209"/>
                      <a:pt x="58" y="209"/>
                      <a:pt x="58" y="209"/>
                    </a:cubicBezTo>
                    <a:cubicBezTo>
                      <a:pt x="58" y="209"/>
                      <a:pt x="58" y="209"/>
                      <a:pt x="58" y="209"/>
                    </a:cubicBezTo>
                    <a:cubicBezTo>
                      <a:pt x="57" y="209"/>
                      <a:pt x="57" y="209"/>
                      <a:pt x="57" y="208"/>
                    </a:cubicBezTo>
                    <a:close/>
                    <a:moveTo>
                      <a:pt x="68" y="201"/>
                    </a:moveTo>
                    <a:cubicBezTo>
                      <a:pt x="68" y="200"/>
                      <a:pt x="68" y="199"/>
                      <a:pt x="68" y="199"/>
                    </a:cubicBezTo>
                    <a:cubicBezTo>
                      <a:pt x="68" y="199"/>
                      <a:pt x="68" y="199"/>
                      <a:pt x="68"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79" y="193"/>
                    </a:cubicBezTo>
                    <a:close/>
                    <a:moveTo>
                      <a:pt x="91" y="186"/>
                    </a:moveTo>
                    <a:cubicBezTo>
                      <a:pt x="90" y="185"/>
                      <a:pt x="90"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4"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4" y="172"/>
                    </a:cubicBezTo>
                    <a:cubicBezTo>
                      <a:pt x="114" y="172"/>
                      <a:pt x="114" y="172"/>
                      <a:pt x="114"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8"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49" y="148"/>
                    </a:cubicBezTo>
                    <a:cubicBezTo>
                      <a:pt x="149" y="148"/>
                      <a:pt x="149" y="148"/>
                      <a:pt x="149"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7"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60" y="142"/>
                    </a:cubicBezTo>
                    <a:cubicBezTo>
                      <a:pt x="160" y="142"/>
                      <a:pt x="160" y="142"/>
                      <a:pt x="160" y="142"/>
                    </a:cubicBezTo>
                    <a:cubicBezTo>
                      <a:pt x="159" y="142"/>
                      <a:pt x="159" y="142"/>
                      <a:pt x="159" y="142"/>
                    </a:cubicBezTo>
                    <a:close/>
                    <a:moveTo>
                      <a:pt x="170" y="134"/>
                    </a:moveTo>
                    <a:cubicBezTo>
                      <a:pt x="169" y="134"/>
                      <a:pt x="170" y="133"/>
                      <a:pt x="170" y="133"/>
                    </a:cubicBezTo>
                    <a:cubicBezTo>
                      <a:pt x="170" y="133"/>
                      <a:pt x="170" y="133"/>
                      <a:pt x="170" y="133"/>
                    </a:cubicBezTo>
                    <a:cubicBezTo>
                      <a:pt x="171" y="132"/>
                      <a:pt x="172" y="132"/>
                      <a:pt x="172" y="133"/>
                    </a:cubicBezTo>
                    <a:cubicBezTo>
                      <a:pt x="172" y="133"/>
                      <a:pt x="172" y="133"/>
                      <a:pt x="172" y="133"/>
                    </a:cubicBezTo>
                    <a:cubicBezTo>
                      <a:pt x="172" y="134"/>
                      <a:pt x="172" y="134"/>
                      <a:pt x="172" y="135"/>
                    </a:cubicBezTo>
                    <a:cubicBezTo>
                      <a:pt x="172" y="135"/>
                      <a:pt x="172" y="135"/>
                      <a:pt x="172" y="135"/>
                    </a:cubicBezTo>
                    <a:cubicBezTo>
                      <a:pt x="171"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2"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6" y="112"/>
                      <a:pt x="206" y="112"/>
                      <a:pt x="206" y="113"/>
                    </a:cubicBezTo>
                    <a:cubicBezTo>
                      <a:pt x="206" y="113"/>
                      <a:pt x="206" y="113"/>
                      <a:pt x="206" y="113"/>
                    </a:cubicBezTo>
                    <a:cubicBezTo>
                      <a:pt x="205" y="113"/>
                      <a:pt x="205" y="113"/>
                      <a:pt x="205" y="113"/>
                    </a:cubicBezTo>
                    <a:cubicBezTo>
                      <a:pt x="205" y="113"/>
                      <a:pt x="205" y="113"/>
                      <a:pt x="205" y="113"/>
                    </a:cubicBezTo>
                    <a:cubicBezTo>
                      <a:pt x="204" y="113"/>
                      <a:pt x="204" y="113"/>
                      <a:pt x="204" y="112"/>
                    </a:cubicBezTo>
                    <a:close/>
                    <a:moveTo>
                      <a:pt x="215" y="105"/>
                    </a:moveTo>
                    <a:cubicBezTo>
                      <a:pt x="215" y="104"/>
                      <a:pt x="215" y="104"/>
                      <a:pt x="215" y="103"/>
                    </a:cubicBezTo>
                    <a:cubicBezTo>
                      <a:pt x="215" y="103"/>
                      <a:pt x="215" y="103"/>
                      <a:pt x="215"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6" y="98"/>
                    </a:cubicBezTo>
                    <a:close/>
                    <a:moveTo>
                      <a:pt x="238" y="90"/>
                    </a:moveTo>
                    <a:cubicBezTo>
                      <a:pt x="237" y="90"/>
                      <a:pt x="237"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49" y="81"/>
                    </a:cubicBezTo>
                    <a:cubicBezTo>
                      <a:pt x="249" y="81"/>
                      <a:pt x="249" y="81"/>
                      <a:pt x="249" y="81"/>
                    </a:cubicBezTo>
                    <a:cubicBezTo>
                      <a:pt x="250" y="81"/>
                      <a:pt x="251" y="81"/>
                      <a:pt x="251" y="81"/>
                    </a:cubicBezTo>
                    <a:cubicBezTo>
                      <a:pt x="251" y="81"/>
                      <a:pt x="251" y="81"/>
                      <a:pt x="251" y="81"/>
                    </a:cubicBezTo>
                    <a:cubicBezTo>
                      <a:pt x="252" y="82"/>
                      <a:pt x="251"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1" y="76"/>
                    </a:cubicBezTo>
                    <a:cubicBezTo>
                      <a:pt x="261" y="76"/>
                      <a:pt x="261" y="76"/>
                      <a:pt x="261" y="76"/>
                    </a:cubicBezTo>
                    <a:cubicBezTo>
                      <a:pt x="261" y="76"/>
                      <a:pt x="261" y="76"/>
                      <a:pt x="260" y="76"/>
                    </a:cubicBezTo>
                    <a:close/>
                    <a:moveTo>
                      <a:pt x="272" y="68"/>
                    </a:moveTo>
                    <a:cubicBezTo>
                      <a:pt x="271" y="68"/>
                      <a:pt x="271" y="67"/>
                      <a:pt x="272" y="66"/>
                    </a:cubicBezTo>
                    <a:cubicBezTo>
                      <a:pt x="272" y="66"/>
                      <a:pt x="272" y="66"/>
                      <a:pt x="272" y="66"/>
                    </a:cubicBezTo>
                    <a:cubicBezTo>
                      <a:pt x="273"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5"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6" y="52"/>
                    </a:cubicBezTo>
                    <a:cubicBezTo>
                      <a:pt x="296" y="52"/>
                      <a:pt x="296" y="52"/>
                      <a:pt x="296"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4"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6" y="46"/>
                    </a:cubicBezTo>
                    <a:close/>
                    <a:moveTo>
                      <a:pt x="317" y="39"/>
                    </a:moveTo>
                    <a:cubicBezTo>
                      <a:pt x="316"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8"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0" y="30"/>
                    </a:cubicBezTo>
                    <a:cubicBezTo>
                      <a:pt x="330" y="30"/>
                      <a:pt x="330" y="30"/>
                      <a:pt x="330"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39"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3" y="16"/>
                      <a:pt x="353" y="17"/>
                      <a:pt x="353" y="17"/>
                    </a:cubicBezTo>
                    <a:cubicBezTo>
                      <a:pt x="353" y="17"/>
                      <a:pt x="353" y="17"/>
                      <a:pt x="353" y="17"/>
                    </a:cubicBezTo>
                    <a:cubicBezTo>
                      <a:pt x="352" y="17"/>
                      <a:pt x="352" y="17"/>
                      <a:pt x="352" y="17"/>
                    </a:cubicBezTo>
                    <a:cubicBezTo>
                      <a:pt x="352" y="17"/>
                      <a:pt x="352" y="17"/>
                      <a:pt x="352" y="17"/>
                    </a:cubicBezTo>
                    <a:cubicBezTo>
                      <a:pt x="351" y="17"/>
                      <a:pt x="351" y="17"/>
                      <a:pt x="351" y="17"/>
                    </a:cubicBezTo>
                    <a:close/>
                    <a:moveTo>
                      <a:pt x="362" y="9"/>
                    </a:moveTo>
                    <a:cubicBezTo>
                      <a:pt x="362" y="9"/>
                      <a:pt x="362" y="8"/>
                      <a:pt x="362" y="7"/>
                    </a:cubicBezTo>
                    <a:cubicBezTo>
                      <a:pt x="362" y="7"/>
                      <a:pt x="362" y="7"/>
                      <a:pt x="362"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 name="Google Shape;472;p9"/>
              <p:cNvSpPr/>
              <p:nvPr/>
            </p:nvSpPr>
            <p:spPr>
              <a:xfrm>
                <a:off x="11961540" y="3526140"/>
                <a:ext cx="15664" cy="15664"/>
              </a:xfrm>
              <a:custGeom>
                <a:avLst/>
                <a:gdLst/>
                <a:ahLst/>
                <a:cxnLst/>
                <a:rect l="l" t="t" r="r" b="b"/>
                <a:pathLst>
                  <a:path w="2" h="3" extrusionOk="0">
                    <a:moveTo>
                      <a:pt x="1" y="3"/>
                    </a:moveTo>
                    <a:cubicBezTo>
                      <a:pt x="1" y="3"/>
                      <a:pt x="1" y="3"/>
                      <a:pt x="1" y="3"/>
                    </a:cubicBezTo>
                    <a:cubicBezTo>
                      <a:pt x="0" y="3"/>
                      <a:pt x="0" y="3"/>
                      <a:pt x="0" y="3"/>
                    </a:cubicBezTo>
                    <a:cubicBezTo>
                      <a:pt x="0" y="3"/>
                      <a:pt x="0" y="2"/>
                      <a:pt x="0" y="2"/>
                    </a:cubicBezTo>
                    <a:cubicBezTo>
                      <a:pt x="0" y="1"/>
                      <a:pt x="0" y="1"/>
                      <a:pt x="0" y="1"/>
                    </a:cubicBezTo>
                    <a:cubicBezTo>
                      <a:pt x="1" y="0"/>
                      <a:pt x="1" y="0"/>
                      <a:pt x="2" y="1"/>
                    </a:cubicBezTo>
                    <a:cubicBezTo>
                      <a:pt x="2" y="1"/>
                      <a:pt x="2" y="1"/>
                      <a:pt x="2" y="1"/>
                    </a:cubicBezTo>
                    <a:cubicBezTo>
                      <a:pt x="2" y="1"/>
                      <a:pt x="2" y="1"/>
                      <a:pt x="2"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 name="Google Shape;473;p9"/>
              <p:cNvSpPr/>
              <p:nvPr/>
            </p:nvSpPr>
            <p:spPr>
              <a:xfrm>
                <a:off x="9576628" y="3573133"/>
                <a:ext cx="2330087"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2" y="243"/>
                      <a:pt x="3" y="244"/>
                    </a:cubicBezTo>
                    <a:cubicBezTo>
                      <a:pt x="3" y="244"/>
                      <a:pt x="3" y="244"/>
                      <a:pt x="3" y="244"/>
                    </a:cubicBezTo>
                    <a:cubicBezTo>
                      <a:pt x="3" y="244"/>
                      <a:pt x="3" y="245"/>
                      <a:pt x="2" y="245"/>
                    </a:cubicBezTo>
                    <a:cubicBezTo>
                      <a:pt x="2" y="245"/>
                      <a:pt x="2" y="245"/>
                      <a:pt x="2" y="245"/>
                    </a:cubicBezTo>
                    <a:cubicBezTo>
                      <a:pt x="2" y="246"/>
                      <a:pt x="2" y="246"/>
                      <a:pt x="2" y="246"/>
                    </a:cubicBezTo>
                    <a:cubicBezTo>
                      <a:pt x="2" y="246"/>
                      <a:pt x="2" y="246"/>
                      <a:pt x="2" y="246"/>
                    </a:cubicBezTo>
                    <a:cubicBezTo>
                      <a:pt x="1" y="246"/>
                      <a:pt x="1" y="245"/>
                      <a:pt x="1" y="245"/>
                    </a:cubicBezTo>
                    <a:close/>
                    <a:moveTo>
                      <a:pt x="12" y="238"/>
                    </a:moveTo>
                    <a:cubicBezTo>
                      <a:pt x="11"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5" y="229"/>
                    </a:cubicBezTo>
                    <a:cubicBezTo>
                      <a:pt x="25" y="229"/>
                      <a:pt x="25" y="229"/>
                      <a:pt x="25"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4" y="223"/>
                    </a:cubicBezTo>
                    <a:close/>
                    <a:moveTo>
                      <a:pt x="46" y="216"/>
                    </a:moveTo>
                    <a:cubicBezTo>
                      <a:pt x="45" y="215"/>
                      <a:pt x="46" y="214"/>
                      <a:pt x="46" y="214"/>
                    </a:cubicBezTo>
                    <a:cubicBezTo>
                      <a:pt x="46" y="214"/>
                      <a:pt x="46" y="214"/>
                      <a:pt x="46" y="214"/>
                    </a:cubicBezTo>
                    <a:cubicBezTo>
                      <a:pt x="47" y="213"/>
                      <a:pt x="48" y="213"/>
                      <a:pt x="48" y="214"/>
                    </a:cubicBezTo>
                    <a:cubicBezTo>
                      <a:pt x="48" y="214"/>
                      <a:pt x="48" y="214"/>
                      <a:pt x="48" y="214"/>
                    </a:cubicBezTo>
                    <a:cubicBezTo>
                      <a:pt x="48" y="215"/>
                      <a:pt x="48" y="215"/>
                      <a:pt x="48" y="216"/>
                    </a:cubicBezTo>
                    <a:cubicBezTo>
                      <a:pt x="48" y="216"/>
                      <a:pt x="48" y="216"/>
                      <a:pt x="48" y="216"/>
                    </a:cubicBezTo>
                    <a:cubicBezTo>
                      <a:pt x="47" y="216"/>
                      <a:pt x="47" y="216"/>
                      <a:pt x="47" y="216"/>
                    </a:cubicBezTo>
                    <a:cubicBezTo>
                      <a:pt x="47" y="216"/>
                      <a:pt x="47" y="216"/>
                      <a:pt x="47" y="216"/>
                    </a:cubicBezTo>
                    <a:cubicBezTo>
                      <a:pt x="46"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8"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0" y="194"/>
                      <a:pt x="80" y="194"/>
                      <a:pt x="80" y="193"/>
                    </a:cubicBezTo>
                    <a:close/>
                    <a:moveTo>
                      <a:pt x="91" y="186"/>
                    </a:moveTo>
                    <a:cubicBezTo>
                      <a:pt x="91" y="185"/>
                      <a:pt x="91" y="185"/>
                      <a:pt x="91" y="184"/>
                    </a:cubicBezTo>
                    <a:cubicBezTo>
                      <a:pt x="91" y="184"/>
                      <a:pt x="91" y="184"/>
                      <a:pt x="91" y="184"/>
                    </a:cubicBezTo>
                    <a:cubicBezTo>
                      <a:pt x="92" y="184"/>
                      <a:pt x="93" y="184"/>
                      <a:pt x="93" y="185"/>
                    </a:cubicBezTo>
                    <a:cubicBezTo>
                      <a:pt x="93" y="185"/>
                      <a:pt x="93" y="185"/>
                      <a:pt x="93" y="185"/>
                    </a:cubicBezTo>
                    <a:cubicBezTo>
                      <a:pt x="94" y="185"/>
                      <a:pt x="93" y="186"/>
                      <a:pt x="93" y="186"/>
                    </a:cubicBezTo>
                    <a:cubicBezTo>
                      <a:pt x="93" y="186"/>
                      <a:pt x="93" y="186"/>
                      <a:pt x="93" y="186"/>
                    </a:cubicBezTo>
                    <a:cubicBezTo>
                      <a:pt x="93"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3" y="179"/>
                    </a:cubicBezTo>
                    <a:cubicBezTo>
                      <a:pt x="103" y="179"/>
                      <a:pt x="103" y="179"/>
                      <a:pt x="103" y="179"/>
                    </a:cubicBezTo>
                    <a:cubicBezTo>
                      <a:pt x="103" y="179"/>
                      <a:pt x="103" y="179"/>
                      <a:pt x="102" y="179"/>
                    </a:cubicBezTo>
                    <a:close/>
                    <a:moveTo>
                      <a:pt x="114" y="171"/>
                    </a:moveTo>
                    <a:cubicBezTo>
                      <a:pt x="113" y="171"/>
                      <a:pt x="113" y="170"/>
                      <a:pt x="114" y="169"/>
                    </a:cubicBezTo>
                    <a:cubicBezTo>
                      <a:pt x="114" y="169"/>
                      <a:pt x="114" y="169"/>
                      <a:pt x="114" y="169"/>
                    </a:cubicBezTo>
                    <a:cubicBezTo>
                      <a:pt x="115"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7"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7" y="157"/>
                    </a:cubicBezTo>
                    <a:cubicBezTo>
                      <a:pt x="137" y="157"/>
                      <a:pt x="137" y="157"/>
                      <a:pt x="137"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9" y="150"/>
                    </a:cubicBezTo>
                    <a:cubicBezTo>
                      <a:pt x="149" y="150"/>
                      <a:pt x="149" y="150"/>
                      <a:pt x="149" y="150"/>
                    </a:cubicBezTo>
                    <a:cubicBezTo>
                      <a:pt x="148" y="150"/>
                      <a:pt x="148" y="150"/>
                      <a:pt x="148" y="149"/>
                    </a:cubicBezTo>
                    <a:close/>
                    <a:moveTo>
                      <a:pt x="159" y="142"/>
                    </a:moveTo>
                    <a:cubicBezTo>
                      <a:pt x="158"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2" y="133"/>
                    </a:cubicBezTo>
                    <a:cubicBezTo>
                      <a:pt x="172" y="133"/>
                      <a:pt x="172" y="133"/>
                      <a:pt x="172"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1" y="127"/>
                    </a:cubicBezTo>
                    <a:close/>
                    <a:moveTo>
                      <a:pt x="193" y="120"/>
                    </a:moveTo>
                    <a:cubicBezTo>
                      <a:pt x="192" y="119"/>
                      <a:pt x="193" y="118"/>
                      <a:pt x="193" y="118"/>
                    </a:cubicBezTo>
                    <a:cubicBezTo>
                      <a:pt x="193" y="118"/>
                      <a:pt x="193" y="118"/>
                      <a:pt x="193" y="118"/>
                    </a:cubicBezTo>
                    <a:cubicBezTo>
                      <a:pt x="194" y="118"/>
                      <a:pt x="195" y="118"/>
                      <a:pt x="195" y="118"/>
                    </a:cubicBezTo>
                    <a:cubicBezTo>
                      <a:pt x="195" y="118"/>
                      <a:pt x="195" y="118"/>
                      <a:pt x="195" y="118"/>
                    </a:cubicBezTo>
                    <a:cubicBezTo>
                      <a:pt x="195" y="119"/>
                      <a:pt x="195" y="120"/>
                      <a:pt x="195" y="120"/>
                    </a:cubicBezTo>
                    <a:cubicBezTo>
                      <a:pt x="195" y="120"/>
                      <a:pt x="195" y="120"/>
                      <a:pt x="195" y="120"/>
                    </a:cubicBezTo>
                    <a:cubicBezTo>
                      <a:pt x="194"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5"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7" y="98"/>
                      <a:pt x="227" y="98"/>
                      <a:pt x="227" y="98"/>
                    </a:cubicBezTo>
                    <a:close/>
                    <a:moveTo>
                      <a:pt x="238" y="90"/>
                    </a:moveTo>
                    <a:cubicBezTo>
                      <a:pt x="238" y="90"/>
                      <a:pt x="238" y="89"/>
                      <a:pt x="238" y="88"/>
                    </a:cubicBezTo>
                    <a:cubicBezTo>
                      <a:pt x="238" y="88"/>
                      <a:pt x="238" y="88"/>
                      <a:pt x="238"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0" y="84"/>
                    </a:cubicBezTo>
                    <a:cubicBezTo>
                      <a:pt x="250" y="84"/>
                      <a:pt x="250" y="84"/>
                      <a:pt x="250" y="84"/>
                    </a:cubicBezTo>
                    <a:cubicBezTo>
                      <a:pt x="250" y="84"/>
                      <a:pt x="250" y="83"/>
                      <a:pt x="249" y="83"/>
                    </a:cubicBezTo>
                    <a:close/>
                    <a:moveTo>
                      <a:pt x="261" y="76"/>
                    </a:moveTo>
                    <a:cubicBezTo>
                      <a:pt x="260" y="75"/>
                      <a:pt x="260" y="74"/>
                      <a:pt x="261" y="74"/>
                    </a:cubicBezTo>
                    <a:cubicBezTo>
                      <a:pt x="261" y="74"/>
                      <a:pt x="261" y="74"/>
                      <a:pt x="261" y="74"/>
                    </a:cubicBezTo>
                    <a:cubicBezTo>
                      <a:pt x="262" y="73"/>
                      <a:pt x="262"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4"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4" y="61"/>
                    </a:cubicBezTo>
                    <a:cubicBezTo>
                      <a:pt x="284" y="61"/>
                      <a:pt x="284" y="61"/>
                      <a:pt x="284" y="61"/>
                    </a:cubicBezTo>
                    <a:cubicBezTo>
                      <a:pt x="284" y="61"/>
                      <a:pt x="284" y="61"/>
                      <a:pt x="283" y="61"/>
                    </a:cubicBezTo>
                    <a:close/>
                    <a:moveTo>
                      <a:pt x="295" y="53"/>
                    </a:moveTo>
                    <a:cubicBezTo>
                      <a:pt x="294" y="53"/>
                      <a:pt x="294" y="52"/>
                      <a:pt x="295" y="52"/>
                    </a:cubicBezTo>
                    <a:cubicBezTo>
                      <a:pt x="295" y="52"/>
                      <a:pt x="295" y="52"/>
                      <a:pt x="295" y="52"/>
                    </a:cubicBezTo>
                    <a:cubicBezTo>
                      <a:pt x="296" y="51"/>
                      <a:pt x="296" y="51"/>
                      <a:pt x="297" y="52"/>
                    </a:cubicBezTo>
                    <a:cubicBezTo>
                      <a:pt x="297" y="52"/>
                      <a:pt x="297" y="52"/>
                      <a:pt x="297" y="52"/>
                    </a:cubicBezTo>
                    <a:cubicBezTo>
                      <a:pt x="297" y="53"/>
                      <a:pt x="297" y="53"/>
                      <a:pt x="296" y="54"/>
                    </a:cubicBezTo>
                    <a:cubicBezTo>
                      <a:pt x="296" y="54"/>
                      <a:pt x="296" y="54"/>
                      <a:pt x="296" y="54"/>
                    </a:cubicBezTo>
                    <a:cubicBezTo>
                      <a:pt x="296" y="54"/>
                      <a:pt x="296" y="54"/>
                      <a:pt x="296" y="54"/>
                    </a:cubicBezTo>
                    <a:cubicBezTo>
                      <a:pt x="296" y="54"/>
                      <a:pt x="296" y="54"/>
                      <a:pt x="296" y="54"/>
                    </a:cubicBezTo>
                    <a:cubicBezTo>
                      <a:pt x="295" y="54"/>
                      <a:pt x="295" y="54"/>
                      <a:pt x="295" y="53"/>
                    </a:cubicBezTo>
                    <a:close/>
                    <a:moveTo>
                      <a:pt x="306" y="46"/>
                    </a:moveTo>
                    <a:cubicBezTo>
                      <a:pt x="305"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19" y="37"/>
                    </a:cubicBezTo>
                    <a:cubicBezTo>
                      <a:pt x="319" y="37"/>
                      <a:pt x="319" y="37"/>
                      <a:pt x="319"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7"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39" y="23"/>
                      <a:pt x="340" y="23"/>
                      <a:pt x="340" y="22"/>
                    </a:cubicBezTo>
                    <a:cubicBezTo>
                      <a:pt x="340" y="22"/>
                      <a:pt x="340" y="22"/>
                      <a:pt x="340" y="22"/>
                    </a:cubicBezTo>
                    <a:cubicBezTo>
                      <a:pt x="341" y="22"/>
                      <a:pt x="342" y="22"/>
                      <a:pt x="342" y="23"/>
                    </a:cubicBezTo>
                    <a:cubicBezTo>
                      <a:pt x="342" y="23"/>
                      <a:pt x="342" y="23"/>
                      <a:pt x="342" y="23"/>
                    </a:cubicBezTo>
                    <a:cubicBezTo>
                      <a:pt x="342" y="23"/>
                      <a:pt x="342" y="24"/>
                      <a:pt x="342" y="24"/>
                    </a:cubicBezTo>
                    <a:cubicBezTo>
                      <a:pt x="342" y="24"/>
                      <a:pt x="342" y="24"/>
                      <a:pt x="342" y="24"/>
                    </a:cubicBezTo>
                    <a:cubicBezTo>
                      <a:pt x="341"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2"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 name="Google Shape;474;p9"/>
              <p:cNvSpPr/>
              <p:nvPr/>
            </p:nvSpPr>
            <p:spPr>
              <a:xfrm>
                <a:off x="9506138" y="5123909"/>
                <a:ext cx="19581" cy="19580"/>
              </a:xfrm>
              <a:custGeom>
                <a:avLst/>
                <a:gdLst/>
                <a:ahLst/>
                <a:cxnLst/>
                <a:rect l="l" t="t" r="r" b="b"/>
                <a:pathLst>
                  <a:path w="3" h="3" extrusionOk="0">
                    <a:moveTo>
                      <a:pt x="1" y="3"/>
                    </a:moveTo>
                    <a:cubicBezTo>
                      <a:pt x="1" y="3"/>
                      <a:pt x="1" y="3"/>
                      <a:pt x="0" y="3"/>
                    </a:cubicBezTo>
                    <a:cubicBezTo>
                      <a:pt x="0" y="2"/>
                      <a:pt x="0" y="2"/>
                      <a:pt x="0" y="2"/>
                    </a:cubicBezTo>
                    <a:cubicBezTo>
                      <a:pt x="0" y="1"/>
                      <a:pt x="0" y="1"/>
                      <a:pt x="0" y="1"/>
                    </a:cubicBezTo>
                    <a:cubicBezTo>
                      <a:pt x="0" y="1"/>
                      <a:pt x="0" y="1"/>
                      <a:pt x="0" y="1"/>
                    </a:cubicBezTo>
                    <a:cubicBezTo>
                      <a:pt x="1" y="1"/>
                      <a:pt x="1" y="0"/>
                      <a:pt x="1" y="0"/>
                    </a:cubicBezTo>
                    <a:cubicBezTo>
                      <a:pt x="1" y="0"/>
                      <a:pt x="2" y="0"/>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 name="Google Shape;475;p9"/>
              <p:cNvSpPr/>
              <p:nvPr/>
            </p:nvSpPr>
            <p:spPr>
              <a:xfrm>
                <a:off x="12106436" y="3526140"/>
                <a:ext cx="19581" cy="15664"/>
              </a:xfrm>
              <a:custGeom>
                <a:avLst/>
                <a:gdLst/>
                <a:ahLst/>
                <a:cxnLst/>
                <a:rect l="l" t="t" r="r" b="b"/>
                <a:pathLst>
                  <a:path w="3" h="3" extrusionOk="0">
                    <a:moveTo>
                      <a:pt x="2" y="3"/>
                    </a:moveTo>
                    <a:cubicBezTo>
                      <a:pt x="1" y="3"/>
                      <a:pt x="1" y="3"/>
                      <a:pt x="1" y="3"/>
                    </a:cubicBezTo>
                    <a:cubicBezTo>
                      <a:pt x="1" y="3"/>
                      <a:pt x="1" y="3"/>
                      <a:pt x="1" y="3"/>
                    </a:cubicBezTo>
                    <a:cubicBezTo>
                      <a:pt x="0" y="3"/>
                      <a:pt x="0" y="2"/>
                      <a:pt x="0" y="2"/>
                    </a:cubicBezTo>
                    <a:cubicBezTo>
                      <a:pt x="0" y="1"/>
                      <a:pt x="0" y="1"/>
                      <a:pt x="1" y="1"/>
                    </a:cubicBezTo>
                    <a:cubicBezTo>
                      <a:pt x="1" y="0"/>
                      <a:pt x="2" y="0"/>
                      <a:pt x="2" y="1"/>
                    </a:cubicBezTo>
                    <a:cubicBezTo>
                      <a:pt x="3" y="1"/>
                      <a:pt x="3" y="1"/>
                      <a:pt x="3" y="2"/>
                    </a:cubicBezTo>
                    <a:cubicBezTo>
                      <a:pt x="3" y="2"/>
                      <a:pt x="3" y="2"/>
                      <a:pt x="3" y="2"/>
                    </a:cubicBezTo>
                    <a:cubicBezTo>
                      <a:pt x="3" y="2"/>
                      <a:pt x="3" y="3"/>
                      <a:pt x="2"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 name="Google Shape;476;p9"/>
              <p:cNvSpPr/>
              <p:nvPr/>
            </p:nvSpPr>
            <p:spPr>
              <a:xfrm>
                <a:off x="9725441" y="3573133"/>
                <a:ext cx="2330087"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3" y="236"/>
                    </a:cubicBezTo>
                    <a:cubicBezTo>
                      <a:pt x="13" y="236"/>
                      <a:pt x="13" y="236"/>
                      <a:pt x="13"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1"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3" y="222"/>
                      <a:pt x="34" y="221"/>
                      <a:pt x="34" y="221"/>
                    </a:cubicBezTo>
                    <a:cubicBezTo>
                      <a:pt x="34" y="221"/>
                      <a:pt x="34" y="221"/>
                      <a:pt x="34" y="221"/>
                    </a:cubicBezTo>
                    <a:cubicBezTo>
                      <a:pt x="35" y="221"/>
                      <a:pt x="36" y="221"/>
                      <a:pt x="36" y="221"/>
                    </a:cubicBezTo>
                    <a:cubicBezTo>
                      <a:pt x="36" y="221"/>
                      <a:pt x="36" y="221"/>
                      <a:pt x="36" y="221"/>
                    </a:cubicBezTo>
                    <a:cubicBezTo>
                      <a:pt x="36" y="222"/>
                      <a:pt x="36" y="223"/>
                      <a:pt x="36" y="223"/>
                    </a:cubicBezTo>
                    <a:cubicBezTo>
                      <a:pt x="36" y="223"/>
                      <a:pt x="36" y="223"/>
                      <a:pt x="36" y="223"/>
                    </a:cubicBezTo>
                    <a:cubicBezTo>
                      <a:pt x="35"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5" y="216"/>
                      <a:pt x="45" y="216"/>
                    </a:cubicBezTo>
                    <a:close/>
                    <a:moveTo>
                      <a:pt x="56" y="208"/>
                    </a:moveTo>
                    <a:cubicBezTo>
                      <a:pt x="56" y="208"/>
                      <a:pt x="56" y="207"/>
                      <a:pt x="57" y="206"/>
                    </a:cubicBezTo>
                    <a:cubicBezTo>
                      <a:pt x="57" y="206"/>
                      <a:pt x="57" y="206"/>
                      <a:pt x="57" y="206"/>
                    </a:cubicBezTo>
                    <a:cubicBezTo>
                      <a:pt x="57"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6"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8" y="201"/>
                      <a:pt x="68" y="201"/>
                      <a:pt x="68" y="201"/>
                    </a:cubicBezTo>
                    <a:close/>
                    <a:moveTo>
                      <a:pt x="79" y="193"/>
                    </a:moveTo>
                    <a:cubicBezTo>
                      <a:pt x="79" y="193"/>
                      <a:pt x="79" y="192"/>
                      <a:pt x="79" y="192"/>
                    </a:cubicBezTo>
                    <a:cubicBezTo>
                      <a:pt x="79" y="192"/>
                      <a:pt x="79" y="192"/>
                      <a:pt x="79"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0"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1" y="187"/>
                    </a:cubicBezTo>
                    <a:cubicBezTo>
                      <a:pt x="91" y="187"/>
                      <a:pt x="91" y="187"/>
                      <a:pt x="91" y="187"/>
                    </a:cubicBezTo>
                    <a:cubicBezTo>
                      <a:pt x="91" y="187"/>
                      <a:pt x="91" y="186"/>
                      <a:pt x="90" y="186"/>
                    </a:cubicBezTo>
                    <a:close/>
                    <a:moveTo>
                      <a:pt x="102" y="179"/>
                    </a:moveTo>
                    <a:cubicBezTo>
                      <a:pt x="101" y="178"/>
                      <a:pt x="101"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3" y="169"/>
                    </a:cubicBezTo>
                    <a:cubicBezTo>
                      <a:pt x="113" y="169"/>
                      <a:pt x="113" y="169"/>
                      <a:pt x="113" y="169"/>
                    </a:cubicBezTo>
                    <a:cubicBezTo>
                      <a:pt x="114" y="169"/>
                      <a:pt x="115" y="169"/>
                      <a:pt x="115" y="170"/>
                    </a:cubicBezTo>
                    <a:cubicBezTo>
                      <a:pt x="115" y="170"/>
                      <a:pt x="115" y="170"/>
                      <a:pt x="115" y="170"/>
                    </a:cubicBezTo>
                    <a:cubicBezTo>
                      <a:pt x="116" y="170"/>
                      <a:pt x="115"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5" y="165"/>
                    </a:cubicBezTo>
                    <a:cubicBezTo>
                      <a:pt x="125" y="165"/>
                      <a:pt x="125" y="165"/>
                      <a:pt x="125" y="165"/>
                    </a:cubicBezTo>
                    <a:cubicBezTo>
                      <a:pt x="125" y="165"/>
                      <a:pt x="125" y="164"/>
                      <a:pt x="124" y="164"/>
                    </a:cubicBezTo>
                    <a:close/>
                    <a:moveTo>
                      <a:pt x="136" y="157"/>
                    </a:moveTo>
                    <a:cubicBezTo>
                      <a:pt x="135" y="156"/>
                      <a:pt x="135" y="155"/>
                      <a:pt x="136" y="155"/>
                    </a:cubicBezTo>
                    <a:cubicBezTo>
                      <a:pt x="136" y="155"/>
                      <a:pt x="136" y="155"/>
                      <a:pt x="136" y="155"/>
                    </a:cubicBezTo>
                    <a:cubicBezTo>
                      <a:pt x="137" y="154"/>
                      <a:pt x="137" y="155"/>
                      <a:pt x="138" y="155"/>
                    </a:cubicBezTo>
                    <a:cubicBezTo>
                      <a:pt x="138" y="155"/>
                      <a:pt x="138" y="155"/>
                      <a:pt x="138" y="155"/>
                    </a:cubicBezTo>
                    <a:cubicBezTo>
                      <a:pt x="138" y="156"/>
                      <a:pt x="138" y="157"/>
                      <a:pt x="137" y="157"/>
                    </a:cubicBezTo>
                    <a:cubicBezTo>
                      <a:pt x="137" y="157"/>
                      <a:pt x="137" y="157"/>
                      <a:pt x="137"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0" y="140"/>
                    </a:cubicBezTo>
                    <a:cubicBezTo>
                      <a:pt x="160" y="140"/>
                      <a:pt x="160" y="140"/>
                      <a:pt x="160"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8"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0" y="127"/>
                      <a:pt x="181" y="126"/>
                      <a:pt x="181" y="125"/>
                    </a:cubicBezTo>
                    <a:cubicBezTo>
                      <a:pt x="181" y="125"/>
                      <a:pt x="181" y="125"/>
                      <a:pt x="181" y="125"/>
                    </a:cubicBezTo>
                    <a:cubicBezTo>
                      <a:pt x="182" y="125"/>
                      <a:pt x="183" y="125"/>
                      <a:pt x="183" y="126"/>
                    </a:cubicBezTo>
                    <a:cubicBezTo>
                      <a:pt x="183" y="126"/>
                      <a:pt x="183" y="126"/>
                      <a:pt x="183" y="126"/>
                    </a:cubicBezTo>
                    <a:cubicBezTo>
                      <a:pt x="183" y="126"/>
                      <a:pt x="183" y="127"/>
                      <a:pt x="183" y="128"/>
                    </a:cubicBezTo>
                    <a:cubicBezTo>
                      <a:pt x="183" y="128"/>
                      <a:pt x="183" y="128"/>
                      <a:pt x="183" y="128"/>
                    </a:cubicBezTo>
                    <a:cubicBezTo>
                      <a:pt x="182"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4" y="118"/>
                    </a:cubicBezTo>
                    <a:cubicBezTo>
                      <a:pt x="194" y="118"/>
                      <a:pt x="194" y="118"/>
                      <a:pt x="194"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2" y="120"/>
                      <a:pt x="192" y="120"/>
                    </a:cubicBezTo>
                    <a:close/>
                    <a:moveTo>
                      <a:pt x="203" y="112"/>
                    </a:moveTo>
                    <a:cubicBezTo>
                      <a:pt x="203" y="112"/>
                      <a:pt x="203" y="111"/>
                      <a:pt x="204" y="111"/>
                    </a:cubicBezTo>
                    <a:cubicBezTo>
                      <a:pt x="204" y="111"/>
                      <a:pt x="204" y="111"/>
                      <a:pt x="204" y="111"/>
                    </a:cubicBezTo>
                    <a:cubicBezTo>
                      <a:pt x="204"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3"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7" y="104"/>
                      <a:pt x="217" y="105"/>
                      <a:pt x="217" y="105"/>
                    </a:cubicBezTo>
                    <a:cubicBezTo>
                      <a:pt x="217" y="105"/>
                      <a:pt x="217" y="105"/>
                      <a:pt x="217" y="105"/>
                    </a:cubicBezTo>
                    <a:cubicBezTo>
                      <a:pt x="216" y="106"/>
                      <a:pt x="216" y="106"/>
                      <a:pt x="216" y="106"/>
                    </a:cubicBezTo>
                    <a:cubicBezTo>
                      <a:pt x="216" y="106"/>
                      <a:pt x="216" y="106"/>
                      <a:pt x="216" y="106"/>
                    </a:cubicBezTo>
                    <a:cubicBezTo>
                      <a:pt x="215" y="106"/>
                      <a:pt x="215" y="105"/>
                      <a:pt x="215" y="105"/>
                    </a:cubicBezTo>
                    <a:close/>
                    <a:moveTo>
                      <a:pt x="226" y="98"/>
                    </a:moveTo>
                    <a:cubicBezTo>
                      <a:pt x="226" y="97"/>
                      <a:pt x="226" y="96"/>
                      <a:pt x="226" y="96"/>
                    </a:cubicBezTo>
                    <a:cubicBezTo>
                      <a:pt x="226" y="96"/>
                      <a:pt x="226" y="96"/>
                      <a:pt x="226"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7"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8"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8"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0" y="74"/>
                    </a:cubicBezTo>
                    <a:cubicBezTo>
                      <a:pt x="260" y="74"/>
                      <a:pt x="260" y="74"/>
                      <a:pt x="260" y="74"/>
                    </a:cubicBezTo>
                    <a:cubicBezTo>
                      <a:pt x="261" y="73"/>
                      <a:pt x="262" y="73"/>
                      <a:pt x="262" y="74"/>
                    </a:cubicBezTo>
                    <a:cubicBezTo>
                      <a:pt x="262" y="74"/>
                      <a:pt x="262" y="74"/>
                      <a:pt x="262" y="74"/>
                    </a:cubicBezTo>
                    <a:cubicBezTo>
                      <a:pt x="263" y="75"/>
                      <a:pt x="262"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2" y="69"/>
                    </a:cubicBezTo>
                    <a:cubicBezTo>
                      <a:pt x="272" y="69"/>
                      <a:pt x="272" y="69"/>
                      <a:pt x="272" y="69"/>
                    </a:cubicBezTo>
                    <a:cubicBezTo>
                      <a:pt x="272" y="69"/>
                      <a:pt x="272" y="69"/>
                      <a:pt x="271" y="68"/>
                    </a:cubicBezTo>
                    <a:close/>
                    <a:moveTo>
                      <a:pt x="283" y="61"/>
                    </a:moveTo>
                    <a:cubicBezTo>
                      <a:pt x="282" y="60"/>
                      <a:pt x="282" y="59"/>
                      <a:pt x="283" y="59"/>
                    </a:cubicBezTo>
                    <a:cubicBezTo>
                      <a:pt x="283" y="59"/>
                      <a:pt x="283" y="59"/>
                      <a:pt x="283" y="59"/>
                    </a:cubicBezTo>
                    <a:cubicBezTo>
                      <a:pt x="284" y="59"/>
                      <a:pt x="284" y="59"/>
                      <a:pt x="285" y="59"/>
                    </a:cubicBezTo>
                    <a:cubicBezTo>
                      <a:pt x="285" y="59"/>
                      <a:pt x="285" y="59"/>
                      <a:pt x="285" y="59"/>
                    </a:cubicBezTo>
                    <a:cubicBezTo>
                      <a:pt x="285" y="60"/>
                      <a:pt x="285" y="61"/>
                      <a:pt x="284" y="61"/>
                    </a:cubicBezTo>
                    <a:cubicBezTo>
                      <a:pt x="284" y="61"/>
                      <a:pt x="284" y="61"/>
                      <a:pt x="284"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7" y="45"/>
                    </a:cubicBezTo>
                    <a:cubicBezTo>
                      <a:pt x="307" y="45"/>
                      <a:pt x="307" y="45"/>
                      <a:pt x="307"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7"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29"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1" y="23"/>
                    </a:cubicBezTo>
                    <a:cubicBezTo>
                      <a:pt x="341" y="23"/>
                      <a:pt x="341" y="23"/>
                      <a:pt x="341"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39" y="24"/>
                      <a:pt x="339" y="24"/>
                    </a:cubicBezTo>
                    <a:close/>
                    <a:moveTo>
                      <a:pt x="350" y="17"/>
                    </a:moveTo>
                    <a:cubicBezTo>
                      <a:pt x="350" y="16"/>
                      <a:pt x="350" y="15"/>
                      <a:pt x="351" y="15"/>
                    </a:cubicBezTo>
                    <a:cubicBezTo>
                      <a:pt x="351" y="15"/>
                      <a:pt x="351" y="15"/>
                      <a:pt x="351" y="15"/>
                    </a:cubicBezTo>
                    <a:cubicBezTo>
                      <a:pt x="351"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0"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4" y="8"/>
                      <a:pt x="364" y="9"/>
                      <a:pt x="364" y="10"/>
                    </a:cubicBezTo>
                    <a:cubicBezTo>
                      <a:pt x="364" y="10"/>
                      <a:pt x="364" y="10"/>
                      <a:pt x="364" y="10"/>
                    </a:cubicBezTo>
                    <a:cubicBezTo>
                      <a:pt x="363" y="10"/>
                      <a:pt x="363" y="10"/>
                      <a:pt x="363" y="10"/>
                    </a:cubicBezTo>
                    <a:cubicBezTo>
                      <a:pt x="363" y="10"/>
                      <a:pt x="363" y="10"/>
                      <a:pt x="363" y="10"/>
                    </a:cubicBezTo>
                    <a:cubicBezTo>
                      <a:pt x="362" y="10"/>
                      <a:pt x="362" y="10"/>
                      <a:pt x="362" y="9"/>
                    </a:cubicBezTo>
                    <a:close/>
                    <a:moveTo>
                      <a:pt x="373" y="2"/>
                    </a:moveTo>
                    <a:cubicBezTo>
                      <a:pt x="373" y="1"/>
                      <a:pt x="373" y="0"/>
                      <a:pt x="373" y="0"/>
                    </a:cubicBezTo>
                    <a:cubicBezTo>
                      <a:pt x="373" y="0"/>
                      <a:pt x="373" y="0"/>
                      <a:pt x="373"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4"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 name="Google Shape;477;p9"/>
              <p:cNvSpPr/>
              <p:nvPr/>
            </p:nvSpPr>
            <p:spPr>
              <a:xfrm>
                <a:off x="9651034" y="5123909"/>
                <a:ext cx="19581" cy="19580"/>
              </a:xfrm>
              <a:custGeom>
                <a:avLst/>
                <a:gdLst/>
                <a:ahLst/>
                <a:cxnLst/>
                <a:rect l="l" t="t" r="r" b="b"/>
                <a:pathLst>
                  <a:path w="3" h="3" extrusionOk="0">
                    <a:moveTo>
                      <a:pt x="2" y="3"/>
                    </a:moveTo>
                    <a:cubicBezTo>
                      <a:pt x="2" y="3"/>
                      <a:pt x="1" y="3"/>
                      <a:pt x="1" y="3"/>
                    </a:cubicBezTo>
                    <a:cubicBezTo>
                      <a:pt x="1" y="3"/>
                      <a:pt x="1" y="3"/>
                      <a:pt x="1" y="3"/>
                    </a:cubicBezTo>
                    <a:cubicBezTo>
                      <a:pt x="1" y="2"/>
                      <a:pt x="0" y="2"/>
                      <a:pt x="0" y="2"/>
                    </a:cubicBezTo>
                    <a:cubicBezTo>
                      <a:pt x="0" y="1"/>
                      <a:pt x="1" y="1"/>
                      <a:pt x="1" y="1"/>
                    </a:cubicBezTo>
                    <a:cubicBezTo>
                      <a:pt x="1" y="1"/>
                      <a:pt x="1" y="0"/>
                      <a:pt x="1" y="0"/>
                    </a:cubicBezTo>
                    <a:cubicBezTo>
                      <a:pt x="2" y="0"/>
                      <a:pt x="2" y="0"/>
                      <a:pt x="2" y="0"/>
                    </a:cubicBezTo>
                    <a:cubicBezTo>
                      <a:pt x="2" y="0"/>
                      <a:pt x="3" y="1"/>
                      <a:pt x="3" y="1"/>
                    </a:cubicBezTo>
                    <a:cubicBezTo>
                      <a:pt x="3" y="1"/>
                      <a:pt x="3" y="1"/>
                      <a:pt x="3" y="1"/>
                    </a:cubicBezTo>
                    <a:cubicBezTo>
                      <a:pt x="3" y="1"/>
                      <a:pt x="3" y="1"/>
                      <a:pt x="3" y="2"/>
                    </a:cubicBezTo>
                    <a:cubicBezTo>
                      <a:pt x="3" y="2"/>
                      <a:pt x="3" y="2"/>
                      <a:pt x="3"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 name="Google Shape;478;p9"/>
              <p:cNvSpPr/>
              <p:nvPr/>
            </p:nvSpPr>
            <p:spPr>
              <a:xfrm>
                <a:off x="12255248" y="3526140"/>
                <a:ext cx="11748" cy="15664"/>
              </a:xfrm>
              <a:custGeom>
                <a:avLst/>
                <a:gdLst/>
                <a:ahLst/>
                <a:cxnLst/>
                <a:rect l="l" t="t" r="r" b="b"/>
                <a:pathLst>
                  <a:path w="2" h="3" extrusionOk="0">
                    <a:moveTo>
                      <a:pt x="1" y="3"/>
                    </a:moveTo>
                    <a:cubicBezTo>
                      <a:pt x="1"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1"/>
                    </a:cubicBezTo>
                    <a:cubicBezTo>
                      <a:pt x="2" y="1"/>
                      <a:pt x="2" y="2"/>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9" name="Google Shape;479;p9"/>
              <p:cNvSpPr/>
              <p:nvPr/>
            </p:nvSpPr>
            <p:spPr>
              <a:xfrm>
                <a:off x="9866420" y="3573133"/>
                <a:ext cx="2334003"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2" y="244"/>
                    </a:cubicBezTo>
                    <a:cubicBezTo>
                      <a:pt x="2" y="244"/>
                      <a:pt x="2" y="244"/>
                      <a:pt x="2"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2"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4"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4" y="223"/>
                      <a:pt x="34" y="223"/>
                    </a:cubicBezTo>
                    <a:close/>
                    <a:moveTo>
                      <a:pt x="46" y="216"/>
                    </a:moveTo>
                    <a:cubicBezTo>
                      <a:pt x="45" y="215"/>
                      <a:pt x="45" y="214"/>
                      <a:pt x="46" y="214"/>
                    </a:cubicBezTo>
                    <a:cubicBezTo>
                      <a:pt x="46" y="214"/>
                      <a:pt x="46" y="214"/>
                      <a:pt x="46" y="214"/>
                    </a:cubicBezTo>
                    <a:cubicBezTo>
                      <a:pt x="46"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59" y="207"/>
                      <a:pt x="59" y="208"/>
                      <a:pt x="59" y="209"/>
                    </a:cubicBezTo>
                    <a:cubicBezTo>
                      <a:pt x="59" y="209"/>
                      <a:pt x="59" y="209"/>
                      <a:pt x="59" y="209"/>
                    </a:cubicBezTo>
                    <a:cubicBezTo>
                      <a:pt x="58" y="209"/>
                      <a:pt x="58" y="209"/>
                      <a:pt x="58" y="209"/>
                    </a:cubicBezTo>
                    <a:cubicBezTo>
                      <a:pt x="58" y="209"/>
                      <a:pt x="58" y="209"/>
                      <a:pt x="58" y="209"/>
                    </a:cubicBezTo>
                    <a:cubicBezTo>
                      <a:pt x="57" y="209"/>
                      <a:pt x="57" y="209"/>
                      <a:pt x="57" y="208"/>
                    </a:cubicBezTo>
                    <a:close/>
                    <a:moveTo>
                      <a:pt x="68" y="201"/>
                    </a:moveTo>
                    <a:cubicBezTo>
                      <a:pt x="68" y="200"/>
                      <a:pt x="68" y="199"/>
                      <a:pt x="68" y="199"/>
                    </a:cubicBezTo>
                    <a:cubicBezTo>
                      <a:pt x="68" y="199"/>
                      <a:pt x="68" y="199"/>
                      <a:pt x="68"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79" y="193"/>
                    </a:cubicBezTo>
                    <a:close/>
                    <a:moveTo>
                      <a:pt x="91" y="186"/>
                    </a:moveTo>
                    <a:cubicBezTo>
                      <a:pt x="90" y="185"/>
                      <a:pt x="90"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4" y="172"/>
                    </a:cubicBezTo>
                    <a:cubicBezTo>
                      <a:pt x="114" y="172"/>
                      <a:pt x="114" y="172"/>
                      <a:pt x="114"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6"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8"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49" y="148"/>
                    </a:cubicBezTo>
                    <a:cubicBezTo>
                      <a:pt x="149" y="148"/>
                      <a:pt x="149" y="148"/>
                      <a:pt x="149"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60" y="142"/>
                    </a:cubicBezTo>
                    <a:cubicBezTo>
                      <a:pt x="160" y="142"/>
                      <a:pt x="160" y="142"/>
                      <a:pt x="160" y="142"/>
                    </a:cubicBezTo>
                    <a:cubicBezTo>
                      <a:pt x="159" y="142"/>
                      <a:pt x="159" y="142"/>
                      <a:pt x="159" y="142"/>
                    </a:cubicBezTo>
                    <a:close/>
                    <a:moveTo>
                      <a:pt x="170" y="134"/>
                    </a:moveTo>
                    <a:cubicBezTo>
                      <a:pt x="169"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1"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1"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6" y="112"/>
                      <a:pt x="206" y="112"/>
                      <a:pt x="206" y="113"/>
                    </a:cubicBezTo>
                    <a:cubicBezTo>
                      <a:pt x="206" y="113"/>
                      <a:pt x="206" y="113"/>
                      <a:pt x="206" y="113"/>
                    </a:cubicBezTo>
                    <a:cubicBezTo>
                      <a:pt x="205" y="113"/>
                      <a:pt x="205" y="113"/>
                      <a:pt x="205" y="113"/>
                    </a:cubicBezTo>
                    <a:cubicBezTo>
                      <a:pt x="205" y="113"/>
                      <a:pt x="205" y="113"/>
                      <a:pt x="205" y="113"/>
                    </a:cubicBezTo>
                    <a:cubicBezTo>
                      <a:pt x="204"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6" y="98"/>
                    </a:cubicBezTo>
                    <a:close/>
                    <a:moveTo>
                      <a:pt x="238" y="90"/>
                    </a:moveTo>
                    <a:cubicBezTo>
                      <a:pt x="237" y="90"/>
                      <a:pt x="237"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49" y="81"/>
                    </a:cubicBezTo>
                    <a:cubicBezTo>
                      <a:pt x="249" y="81"/>
                      <a:pt x="249" y="81"/>
                      <a:pt x="249"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1" y="76"/>
                    </a:cubicBezTo>
                    <a:cubicBezTo>
                      <a:pt x="261" y="76"/>
                      <a:pt x="261" y="76"/>
                      <a:pt x="261" y="76"/>
                    </a:cubicBezTo>
                    <a:cubicBezTo>
                      <a:pt x="261" y="76"/>
                      <a:pt x="261" y="76"/>
                      <a:pt x="260" y="76"/>
                    </a:cubicBezTo>
                    <a:close/>
                    <a:moveTo>
                      <a:pt x="272" y="68"/>
                    </a:moveTo>
                    <a:cubicBezTo>
                      <a:pt x="271" y="68"/>
                      <a:pt x="271"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5"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6" y="46"/>
                    </a:cubicBezTo>
                    <a:close/>
                    <a:moveTo>
                      <a:pt x="317" y="39"/>
                    </a:moveTo>
                    <a:cubicBezTo>
                      <a:pt x="316"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0" y="30"/>
                    </a:cubicBezTo>
                    <a:cubicBezTo>
                      <a:pt x="330" y="30"/>
                      <a:pt x="330" y="30"/>
                      <a:pt x="330"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8"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3" y="16"/>
                      <a:pt x="353" y="17"/>
                      <a:pt x="353" y="17"/>
                    </a:cubicBezTo>
                    <a:cubicBezTo>
                      <a:pt x="353" y="17"/>
                      <a:pt x="353" y="17"/>
                      <a:pt x="353" y="17"/>
                    </a:cubicBezTo>
                    <a:cubicBezTo>
                      <a:pt x="352" y="17"/>
                      <a:pt x="352" y="17"/>
                      <a:pt x="352" y="17"/>
                    </a:cubicBezTo>
                    <a:cubicBezTo>
                      <a:pt x="352" y="17"/>
                      <a:pt x="352" y="17"/>
                      <a:pt x="352" y="17"/>
                    </a:cubicBezTo>
                    <a:cubicBezTo>
                      <a:pt x="351"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0" name="Google Shape;480;p9"/>
              <p:cNvSpPr/>
              <p:nvPr/>
            </p:nvSpPr>
            <p:spPr>
              <a:xfrm>
                <a:off x="9799847" y="5123909"/>
                <a:ext cx="11748" cy="19580"/>
              </a:xfrm>
              <a:custGeom>
                <a:avLst/>
                <a:gdLst/>
                <a:ahLst/>
                <a:cxnLst/>
                <a:rect l="l" t="t" r="r" b="b"/>
                <a:pathLst>
                  <a:path w="2"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0" y="0"/>
                      <a:pt x="1" y="0"/>
                    </a:cubicBezTo>
                    <a:cubicBezTo>
                      <a:pt x="1" y="0"/>
                      <a:pt x="2" y="0"/>
                      <a:pt x="2" y="1"/>
                    </a:cubicBezTo>
                    <a:cubicBezTo>
                      <a:pt x="2" y="1"/>
                      <a:pt x="2" y="1"/>
                      <a:pt x="2" y="2"/>
                    </a:cubicBezTo>
                    <a:cubicBezTo>
                      <a:pt x="2" y="2"/>
                      <a:pt x="2" y="2"/>
                      <a:pt x="2" y="3"/>
                    </a:cubicBezTo>
                    <a:cubicBezTo>
                      <a:pt x="2" y="3"/>
                      <a:pt x="2" y="3"/>
                      <a:pt x="2" y="3"/>
                    </a:cubicBezTo>
                    <a:cubicBezTo>
                      <a:pt x="1"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1" name="Google Shape;481;p9"/>
              <p:cNvSpPr/>
              <p:nvPr/>
            </p:nvSpPr>
            <p:spPr>
              <a:xfrm>
                <a:off x="12396228"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1" y="0"/>
                      <a:pt x="2" y="1"/>
                    </a:cubicBezTo>
                    <a:cubicBezTo>
                      <a:pt x="2" y="1"/>
                      <a:pt x="2" y="1"/>
                      <a:pt x="2" y="1"/>
                    </a:cubicBezTo>
                    <a:cubicBezTo>
                      <a:pt x="2" y="1"/>
                      <a:pt x="3" y="1"/>
                      <a:pt x="3" y="2"/>
                    </a:cubicBezTo>
                    <a:cubicBezTo>
                      <a:pt x="3" y="2"/>
                      <a:pt x="3" y="2"/>
                      <a:pt x="2"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2" name="Google Shape;482;p9"/>
              <p:cNvSpPr/>
              <p:nvPr/>
            </p:nvSpPr>
            <p:spPr>
              <a:xfrm>
                <a:off x="10011317" y="3573133"/>
                <a:ext cx="2330087"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2" y="243"/>
                      <a:pt x="3" y="244"/>
                    </a:cubicBezTo>
                    <a:cubicBezTo>
                      <a:pt x="3" y="244"/>
                      <a:pt x="3" y="244"/>
                      <a:pt x="3" y="244"/>
                    </a:cubicBezTo>
                    <a:cubicBezTo>
                      <a:pt x="3" y="244"/>
                      <a:pt x="3" y="245"/>
                      <a:pt x="2" y="245"/>
                    </a:cubicBezTo>
                    <a:cubicBezTo>
                      <a:pt x="2" y="245"/>
                      <a:pt x="2" y="245"/>
                      <a:pt x="2"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5" y="229"/>
                    </a:cubicBezTo>
                    <a:cubicBezTo>
                      <a:pt x="25" y="229"/>
                      <a:pt x="25" y="229"/>
                      <a:pt x="25"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3"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5" y="215"/>
                      <a:pt x="46" y="214"/>
                      <a:pt x="46" y="214"/>
                    </a:cubicBezTo>
                    <a:cubicBezTo>
                      <a:pt x="46" y="214"/>
                      <a:pt x="46" y="214"/>
                      <a:pt x="46" y="214"/>
                    </a:cubicBezTo>
                    <a:cubicBezTo>
                      <a:pt x="47" y="213"/>
                      <a:pt x="48" y="213"/>
                      <a:pt x="48" y="214"/>
                    </a:cubicBezTo>
                    <a:cubicBezTo>
                      <a:pt x="48" y="214"/>
                      <a:pt x="48" y="214"/>
                      <a:pt x="48" y="214"/>
                    </a:cubicBezTo>
                    <a:cubicBezTo>
                      <a:pt x="48" y="215"/>
                      <a:pt x="48" y="215"/>
                      <a:pt x="48" y="216"/>
                    </a:cubicBezTo>
                    <a:cubicBezTo>
                      <a:pt x="48" y="216"/>
                      <a:pt x="48" y="216"/>
                      <a:pt x="48" y="216"/>
                    </a:cubicBezTo>
                    <a:cubicBezTo>
                      <a:pt x="47"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8"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0" y="194"/>
                      <a:pt x="80" y="194"/>
                      <a:pt x="80" y="193"/>
                    </a:cubicBezTo>
                    <a:close/>
                    <a:moveTo>
                      <a:pt x="91" y="186"/>
                    </a:moveTo>
                    <a:cubicBezTo>
                      <a:pt x="91" y="185"/>
                      <a:pt x="91" y="185"/>
                      <a:pt x="91" y="184"/>
                    </a:cubicBezTo>
                    <a:cubicBezTo>
                      <a:pt x="91" y="184"/>
                      <a:pt x="91" y="184"/>
                      <a:pt x="91"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3"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7"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7" y="157"/>
                    </a:cubicBezTo>
                    <a:cubicBezTo>
                      <a:pt x="137" y="157"/>
                      <a:pt x="137" y="157"/>
                      <a:pt x="137"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2" y="133"/>
                    </a:cubicBezTo>
                    <a:cubicBezTo>
                      <a:pt x="172" y="133"/>
                      <a:pt x="172" y="133"/>
                      <a:pt x="172"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0"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2" y="119"/>
                      <a:pt x="193" y="118"/>
                      <a:pt x="193" y="118"/>
                    </a:cubicBezTo>
                    <a:cubicBezTo>
                      <a:pt x="193" y="118"/>
                      <a:pt x="193" y="118"/>
                      <a:pt x="193" y="118"/>
                    </a:cubicBezTo>
                    <a:cubicBezTo>
                      <a:pt x="194" y="118"/>
                      <a:pt x="195" y="118"/>
                      <a:pt x="195" y="118"/>
                    </a:cubicBezTo>
                    <a:cubicBezTo>
                      <a:pt x="195" y="118"/>
                      <a:pt x="195" y="118"/>
                      <a:pt x="195" y="118"/>
                    </a:cubicBezTo>
                    <a:cubicBezTo>
                      <a:pt x="195" y="119"/>
                      <a:pt x="195" y="120"/>
                      <a:pt x="195" y="120"/>
                    </a:cubicBezTo>
                    <a:cubicBezTo>
                      <a:pt x="195" y="120"/>
                      <a:pt x="195" y="120"/>
                      <a:pt x="195" y="120"/>
                    </a:cubicBezTo>
                    <a:cubicBezTo>
                      <a:pt x="194"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5"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7" y="98"/>
                      <a:pt x="227" y="98"/>
                      <a:pt x="227" y="98"/>
                    </a:cubicBezTo>
                    <a:close/>
                    <a:moveTo>
                      <a:pt x="238" y="90"/>
                    </a:moveTo>
                    <a:cubicBezTo>
                      <a:pt x="238" y="90"/>
                      <a:pt x="238" y="89"/>
                      <a:pt x="238" y="88"/>
                    </a:cubicBezTo>
                    <a:cubicBezTo>
                      <a:pt x="238" y="88"/>
                      <a:pt x="238" y="88"/>
                      <a:pt x="238"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49" y="83"/>
                    </a:cubicBezTo>
                    <a:close/>
                    <a:moveTo>
                      <a:pt x="261" y="76"/>
                    </a:moveTo>
                    <a:cubicBezTo>
                      <a:pt x="260" y="75"/>
                      <a:pt x="260"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4"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4" y="61"/>
                    </a:cubicBezTo>
                    <a:cubicBezTo>
                      <a:pt x="284" y="61"/>
                      <a:pt x="284" y="61"/>
                      <a:pt x="284" y="61"/>
                    </a:cubicBezTo>
                    <a:cubicBezTo>
                      <a:pt x="284" y="61"/>
                      <a:pt x="284" y="61"/>
                      <a:pt x="283" y="61"/>
                    </a:cubicBezTo>
                    <a:close/>
                    <a:moveTo>
                      <a:pt x="295" y="53"/>
                    </a:moveTo>
                    <a:cubicBezTo>
                      <a:pt x="294" y="53"/>
                      <a:pt x="294" y="52"/>
                      <a:pt x="295" y="52"/>
                    </a:cubicBezTo>
                    <a:cubicBezTo>
                      <a:pt x="295" y="52"/>
                      <a:pt x="295" y="52"/>
                      <a:pt x="295" y="52"/>
                    </a:cubicBezTo>
                    <a:cubicBezTo>
                      <a:pt x="296" y="51"/>
                      <a:pt x="296" y="51"/>
                      <a:pt x="297" y="52"/>
                    </a:cubicBezTo>
                    <a:cubicBezTo>
                      <a:pt x="297" y="52"/>
                      <a:pt x="297" y="52"/>
                      <a:pt x="297" y="52"/>
                    </a:cubicBezTo>
                    <a:cubicBezTo>
                      <a:pt x="297" y="53"/>
                      <a:pt x="297" y="53"/>
                      <a:pt x="296" y="54"/>
                    </a:cubicBezTo>
                    <a:cubicBezTo>
                      <a:pt x="296" y="54"/>
                      <a:pt x="296" y="54"/>
                      <a:pt x="296"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19" y="37"/>
                    </a:cubicBezTo>
                    <a:cubicBezTo>
                      <a:pt x="319" y="37"/>
                      <a:pt x="319" y="37"/>
                      <a:pt x="319"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7"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39" y="23"/>
                      <a:pt x="340" y="23"/>
                      <a:pt x="340" y="22"/>
                    </a:cubicBezTo>
                    <a:cubicBezTo>
                      <a:pt x="340" y="22"/>
                      <a:pt x="340" y="22"/>
                      <a:pt x="340" y="22"/>
                    </a:cubicBezTo>
                    <a:cubicBezTo>
                      <a:pt x="341" y="22"/>
                      <a:pt x="342" y="22"/>
                      <a:pt x="342" y="23"/>
                    </a:cubicBezTo>
                    <a:cubicBezTo>
                      <a:pt x="342" y="23"/>
                      <a:pt x="342" y="23"/>
                      <a:pt x="342" y="23"/>
                    </a:cubicBezTo>
                    <a:cubicBezTo>
                      <a:pt x="342" y="23"/>
                      <a:pt x="342" y="24"/>
                      <a:pt x="342" y="24"/>
                    </a:cubicBezTo>
                    <a:cubicBezTo>
                      <a:pt x="342" y="24"/>
                      <a:pt x="342" y="24"/>
                      <a:pt x="342" y="24"/>
                    </a:cubicBezTo>
                    <a:cubicBezTo>
                      <a:pt x="341"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2"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3" name="Google Shape;483;p9"/>
              <p:cNvSpPr/>
              <p:nvPr/>
            </p:nvSpPr>
            <p:spPr>
              <a:xfrm>
                <a:off x="9940827" y="5123909"/>
                <a:ext cx="19581" cy="19580"/>
              </a:xfrm>
              <a:custGeom>
                <a:avLst/>
                <a:gdLst/>
                <a:ahLst/>
                <a:cxnLst/>
                <a:rect l="l" t="t" r="r" b="b"/>
                <a:pathLst>
                  <a:path w="3" h="3" extrusionOk="0">
                    <a:moveTo>
                      <a:pt x="1" y="3"/>
                    </a:moveTo>
                    <a:cubicBezTo>
                      <a:pt x="1" y="3"/>
                      <a:pt x="1" y="3"/>
                      <a:pt x="0" y="3"/>
                    </a:cubicBezTo>
                    <a:cubicBezTo>
                      <a:pt x="0" y="2"/>
                      <a:pt x="0" y="2"/>
                      <a:pt x="0" y="2"/>
                    </a:cubicBezTo>
                    <a:cubicBezTo>
                      <a:pt x="0" y="1"/>
                      <a:pt x="0" y="1"/>
                      <a:pt x="0" y="1"/>
                    </a:cubicBezTo>
                    <a:cubicBezTo>
                      <a:pt x="0" y="1"/>
                      <a:pt x="0" y="1"/>
                      <a:pt x="0" y="1"/>
                    </a:cubicBezTo>
                    <a:cubicBezTo>
                      <a:pt x="1" y="1"/>
                      <a:pt x="1" y="0"/>
                      <a:pt x="1" y="0"/>
                    </a:cubicBezTo>
                    <a:cubicBezTo>
                      <a:pt x="1" y="0"/>
                      <a:pt x="2" y="0"/>
                      <a:pt x="2" y="0"/>
                    </a:cubicBezTo>
                    <a:cubicBezTo>
                      <a:pt x="2" y="0"/>
                      <a:pt x="2" y="1"/>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4" name="Google Shape;484;p9"/>
              <p:cNvSpPr/>
              <p:nvPr/>
            </p:nvSpPr>
            <p:spPr>
              <a:xfrm>
                <a:off x="12541124" y="3526140"/>
                <a:ext cx="15664" cy="15664"/>
              </a:xfrm>
              <a:custGeom>
                <a:avLst/>
                <a:gdLst/>
                <a:ahLst/>
                <a:cxnLst/>
                <a:rect l="l" t="t" r="r" b="b"/>
                <a:pathLst>
                  <a:path w="3" h="3" extrusionOk="0">
                    <a:moveTo>
                      <a:pt x="2" y="3"/>
                    </a:moveTo>
                    <a:cubicBezTo>
                      <a:pt x="1" y="3"/>
                      <a:pt x="1" y="3"/>
                      <a:pt x="1" y="3"/>
                    </a:cubicBezTo>
                    <a:cubicBezTo>
                      <a:pt x="1" y="3"/>
                      <a:pt x="1" y="3"/>
                      <a:pt x="1" y="3"/>
                    </a:cubicBezTo>
                    <a:cubicBezTo>
                      <a:pt x="0" y="3"/>
                      <a:pt x="0" y="2"/>
                      <a:pt x="0" y="2"/>
                    </a:cubicBezTo>
                    <a:cubicBezTo>
                      <a:pt x="0" y="1"/>
                      <a:pt x="0" y="1"/>
                      <a:pt x="1" y="1"/>
                    </a:cubicBezTo>
                    <a:cubicBezTo>
                      <a:pt x="1" y="0"/>
                      <a:pt x="2" y="0"/>
                      <a:pt x="2" y="1"/>
                    </a:cubicBezTo>
                    <a:cubicBezTo>
                      <a:pt x="3" y="1"/>
                      <a:pt x="3" y="1"/>
                      <a:pt x="3" y="2"/>
                    </a:cubicBezTo>
                    <a:cubicBezTo>
                      <a:pt x="3" y="2"/>
                      <a:pt x="3" y="3"/>
                      <a:pt x="2"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5" name="Google Shape;485;p9"/>
              <p:cNvSpPr/>
              <p:nvPr/>
            </p:nvSpPr>
            <p:spPr>
              <a:xfrm>
                <a:off x="10160129" y="3573133"/>
                <a:ext cx="2330087"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3" y="236"/>
                    </a:cubicBezTo>
                    <a:cubicBezTo>
                      <a:pt x="13" y="236"/>
                      <a:pt x="13" y="236"/>
                      <a:pt x="13"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3"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5"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5" y="216"/>
                      <a:pt x="45" y="216"/>
                    </a:cubicBezTo>
                    <a:close/>
                    <a:moveTo>
                      <a:pt x="56"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6"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8"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0"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0"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3" y="169"/>
                    </a:cubicBezTo>
                    <a:cubicBezTo>
                      <a:pt x="113" y="169"/>
                      <a:pt x="113" y="169"/>
                      <a:pt x="113"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5" y="165"/>
                    </a:cubicBezTo>
                    <a:cubicBezTo>
                      <a:pt x="125" y="165"/>
                      <a:pt x="125" y="165"/>
                      <a:pt x="125" y="165"/>
                    </a:cubicBezTo>
                    <a:cubicBezTo>
                      <a:pt x="125" y="165"/>
                      <a:pt x="125" y="164"/>
                      <a:pt x="124" y="164"/>
                    </a:cubicBezTo>
                    <a:close/>
                    <a:moveTo>
                      <a:pt x="136" y="157"/>
                    </a:moveTo>
                    <a:cubicBezTo>
                      <a:pt x="135" y="156"/>
                      <a:pt x="135" y="155"/>
                      <a:pt x="136" y="155"/>
                    </a:cubicBezTo>
                    <a:cubicBezTo>
                      <a:pt x="136" y="155"/>
                      <a:pt x="136" y="155"/>
                      <a:pt x="136" y="155"/>
                    </a:cubicBezTo>
                    <a:cubicBezTo>
                      <a:pt x="137" y="154"/>
                      <a:pt x="137"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0"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4" y="118"/>
                    </a:cubicBezTo>
                    <a:cubicBezTo>
                      <a:pt x="194" y="118"/>
                      <a:pt x="194" y="118"/>
                      <a:pt x="194"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2" y="120"/>
                      <a:pt x="192" y="120"/>
                    </a:cubicBezTo>
                    <a:close/>
                    <a:moveTo>
                      <a:pt x="203"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3"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7" y="104"/>
                      <a:pt x="217" y="105"/>
                      <a:pt x="217" y="105"/>
                    </a:cubicBezTo>
                    <a:cubicBezTo>
                      <a:pt x="217" y="105"/>
                      <a:pt x="217" y="105"/>
                      <a:pt x="217" y="105"/>
                    </a:cubicBezTo>
                    <a:cubicBezTo>
                      <a:pt x="216" y="106"/>
                      <a:pt x="216" y="106"/>
                      <a:pt x="216" y="106"/>
                    </a:cubicBezTo>
                    <a:cubicBezTo>
                      <a:pt x="216" y="106"/>
                      <a:pt x="216" y="106"/>
                      <a:pt x="216" y="106"/>
                    </a:cubicBezTo>
                    <a:cubicBezTo>
                      <a:pt x="215"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8"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0" y="74"/>
                    </a:cubicBezTo>
                    <a:cubicBezTo>
                      <a:pt x="260" y="74"/>
                      <a:pt x="260" y="74"/>
                      <a:pt x="260"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2" y="69"/>
                    </a:cubicBezTo>
                    <a:cubicBezTo>
                      <a:pt x="272" y="69"/>
                      <a:pt x="272" y="69"/>
                      <a:pt x="272" y="69"/>
                    </a:cubicBezTo>
                    <a:cubicBezTo>
                      <a:pt x="272" y="69"/>
                      <a:pt x="272" y="69"/>
                      <a:pt x="271" y="68"/>
                    </a:cubicBezTo>
                    <a:close/>
                    <a:moveTo>
                      <a:pt x="283" y="61"/>
                    </a:moveTo>
                    <a:cubicBezTo>
                      <a:pt x="282" y="60"/>
                      <a:pt x="282"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7"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1" y="23"/>
                    </a:cubicBezTo>
                    <a:cubicBezTo>
                      <a:pt x="341" y="23"/>
                      <a:pt x="341" y="23"/>
                      <a:pt x="341"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39"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4" y="8"/>
                      <a:pt x="364" y="9"/>
                      <a:pt x="364" y="10"/>
                    </a:cubicBezTo>
                    <a:cubicBezTo>
                      <a:pt x="364" y="10"/>
                      <a:pt x="364" y="10"/>
                      <a:pt x="364" y="10"/>
                    </a:cubicBezTo>
                    <a:cubicBezTo>
                      <a:pt x="363"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6" name="Google Shape;486;p9"/>
              <p:cNvSpPr/>
              <p:nvPr/>
            </p:nvSpPr>
            <p:spPr>
              <a:xfrm>
                <a:off x="10085723" y="5123909"/>
                <a:ext cx="15664" cy="19580"/>
              </a:xfrm>
              <a:custGeom>
                <a:avLst/>
                <a:gdLst/>
                <a:ahLst/>
                <a:cxnLst/>
                <a:rect l="l" t="t" r="r" b="b"/>
                <a:pathLst>
                  <a:path w="3" h="3" extrusionOk="0">
                    <a:moveTo>
                      <a:pt x="2" y="3"/>
                    </a:moveTo>
                    <a:cubicBezTo>
                      <a:pt x="2" y="3"/>
                      <a:pt x="1" y="3"/>
                      <a:pt x="1" y="3"/>
                    </a:cubicBezTo>
                    <a:cubicBezTo>
                      <a:pt x="1" y="3"/>
                      <a:pt x="1" y="3"/>
                      <a:pt x="1" y="3"/>
                    </a:cubicBezTo>
                    <a:cubicBezTo>
                      <a:pt x="1" y="2"/>
                      <a:pt x="0" y="2"/>
                      <a:pt x="0" y="2"/>
                    </a:cubicBezTo>
                    <a:cubicBezTo>
                      <a:pt x="0" y="1"/>
                      <a:pt x="0" y="1"/>
                      <a:pt x="1" y="1"/>
                    </a:cubicBezTo>
                    <a:cubicBezTo>
                      <a:pt x="1" y="1"/>
                      <a:pt x="1" y="1"/>
                      <a:pt x="1" y="1"/>
                    </a:cubicBezTo>
                    <a:cubicBezTo>
                      <a:pt x="1" y="1"/>
                      <a:pt x="1" y="0"/>
                      <a:pt x="1" y="0"/>
                    </a:cubicBezTo>
                    <a:cubicBezTo>
                      <a:pt x="2" y="0"/>
                      <a:pt x="2" y="0"/>
                      <a:pt x="2" y="0"/>
                    </a:cubicBezTo>
                    <a:cubicBezTo>
                      <a:pt x="2" y="0"/>
                      <a:pt x="3" y="1"/>
                      <a:pt x="3" y="1"/>
                    </a:cubicBezTo>
                    <a:cubicBezTo>
                      <a:pt x="3" y="1"/>
                      <a:pt x="3" y="1"/>
                      <a:pt x="3" y="1"/>
                    </a:cubicBezTo>
                    <a:cubicBezTo>
                      <a:pt x="3" y="1"/>
                      <a:pt x="3" y="1"/>
                      <a:pt x="3" y="2"/>
                    </a:cubicBezTo>
                    <a:cubicBezTo>
                      <a:pt x="3" y="2"/>
                      <a:pt x="3" y="2"/>
                      <a:pt x="3"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7" name="Google Shape;487;p9"/>
              <p:cNvSpPr/>
              <p:nvPr/>
            </p:nvSpPr>
            <p:spPr>
              <a:xfrm>
                <a:off x="12689936" y="3526140"/>
                <a:ext cx="11748" cy="15664"/>
              </a:xfrm>
              <a:custGeom>
                <a:avLst/>
                <a:gdLst/>
                <a:ahLst/>
                <a:cxnLst/>
                <a:rect l="l" t="t" r="r" b="b"/>
                <a:pathLst>
                  <a:path w="2" h="3" extrusionOk="0">
                    <a:moveTo>
                      <a:pt x="1" y="3"/>
                    </a:moveTo>
                    <a:cubicBezTo>
                      <a:pt x="1" y="3"/>
                      <a:pt x="1" y="3"/>
                      <a:pt x="0" y="3"/>
                    </a:cubicBezTo>
                    <a:cubicBezTo>
                      <a:pt x="0"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8" name="Google Shape;488;p9"/>
              <p:cNvSpPr/>
              <p:nvPr/>
            </p:nvSpPr>
            <p:spPr>
              <a:xfrm>
                <a:off x="10301109" y="3573133"/>
                <a:ext cx="2330087"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3" y="244"/>
                    </a:cubicBezTo>
                    <a:cubicBezTo>
                      <a:pt x="3" y="244"/>
                      <a:pt x="3" y="244"/>
                      <a:pt x="3"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2"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5"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4" y="223"/>
                      <a:pt x="34" y="223"/>
                    </a:cubicBezTo>
                    <a:close/>
                    <a:moveTo>
                      <a:pt x="46" y="216"/>
                    </a:moveTo>
                    <a:cubicBezTo>
                      <a:pt x="45" y="215"/>
                      <a:pt x="45" y="214"/>
                      <a:pt x="46" y="214"/>
                    </a:cubicBezTo>
                    <a:cubicBezTo>
                      <a:pt x="46" y="214"/>
                      <a:pt x="46" y="214"/>
                      <a:pt x="46" y="214"/>
                    </a:cubicBezTo>
                    <a:cubicBezTo>
                      <a:pt x="47"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59" y="207"/>
                      <a:pt x="59" y="208"/>
                      <a:pt x="59" y="209"/>
                    </a:cubicBezTo>
                    <a:cubicBezTo>
                      <a:pt x="59" y="209"/>
                      <a:pt x="59" y="209"/>
                      <a:pt x="59" y="209"/>
                    </a:cubicBezTo>
                    <a:cubicBezTo>
                      <a:pt x="58"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70"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79" y="193"/>
                    </a:cubicBezTo>
                    <a:close/>
                    <a:moveTo>
                      <a:pt x="91" y="186"/>
                    </a:moveTo>
                    <a:cubicBezTo>
                      <a:pt x="90" y="185"/>
                      <a:pt x="91"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7"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8"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60" y="142"/>
                    </a:cubicBezTo>
                    <a:cubicBezTo>
                      <a:pt x="160" y="142"/>
                      <a:pt x="160" y="142"/>
                      <a:pt x="160" y="142"/>
                    </a:cubicBezTo>
                    <a:cubicBezTo>
                      <a:pt x="159" y="142"/>
                      <a:pt x="159" y="142"/>
                      <a:pt x="159" y="142"/>
                    </a:cubicBezTo>
                    <a:close/>
                    <a:moveTo>
                      <a:pt x="170" y="134"/>
                    </a:moveTo>
                    <a:cubicBezTo>
                      <a:pt x="170"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2"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1"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6" y="112"/>
                      <a:pt x="206" y="112"/>
                      <a:pt x="206" y="113"/>
                    </a:cubicBezTo>
                    <a:cubicBezTo>
                      <a:pt x="206" y="113"/>
                      <a:pt x="206" y="113"/>
                      <a:pt x="206" y="113"/>
                    </a:cubicBezTo>
                    <a:cubicBezTo>
                      <a:pt x="205"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7"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6" y="98"/>
                    </a:cubicBezTo>
                    <a:close/>
                    <a:moveTo>
                      <a:pt x="238" y="90"/>
                    </a:moveTo>
                    <a:cubicBezTo>
                      <a:pt x="237" y="90"/>
                      <a:pt x="238"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49" y="81"/>
                    </a:cubicBezTo>
                    <a:cubicBezTo>
                      <a:pt x="249" y="81"/>
                      <a:pt x="249" y="81"/>
                      <a:pt x="249"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2" y="76"/>
                    </a:cubicBezTo>
                    <a:cubicBezTo>
                      <a:pt x="262" y="76"/>
                      <a:pt x="262" y="76"/>
                      <a:pt x="262" y="76"/>
                    </a:cubicBezTo>
                    <a:cubicBezTo>
                      <a:pt x="261" y="76"/>
                      <a:pt x="261" y="76"/>
                      <a:pt x="260" y="76"/>
                    </a:cubicBezTo>
                    <a:close/>
                    <a:moveTo>
                      <a:pt x="272" y="68"/>
                    </a:moveTo>
                    <a:cubicBezTo>
                      <a:pt x="271" y="68"/>
                      <a:pt x="271"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5"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6" y="46"/>
                    </a:cubicBezTo>
                    <a:close/>
                    <a:moveTo>
                      <a:pt x="317" y="39"/>
                    </a:moveTo>
                    <a:cubicBezTo>
                      <a:pt x="317"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0" y="30"/>
                    </a:cubicBezTo>
                    <a:cubicBezTo>
                      <a:pt x="330" y="30"/>
                      <a:pt x="330" y="30"/>
                      <a:pt x="330"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8"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4" y="16"/>
                      <a:pt x="353" y="17"/>
                      <a:pt x="353" y="17"/>
                    </a:cubicBezTo>
                    <a:cubicBezTo>
                      <a:pt x="353" y="17"/>
                      <a:pt x="353" y="17"/>
                      <a:pt x="353" y="17"/>
                    </a:cubicBezTo>
                    <a:cubicBezTo>
                      <a:pt x="352"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9" name="Google Shape;489;p9"/>
              <p:cNvSpPr/>
              <p:nvPr/>
            </p:nvSpPr>
            <p:spPr>
              <a:xfrm>
                <a:off x="10234535" y="5123909"/>
                <a:ext cx="11748" cy="19580"/>
              </a:xfrm>
              <a:custGeom>
                <a:avLst/>
                <a:gdLst/>
                <a:ahLst/>
                <a:cxnLst/>
                <a:rect l="l" t="t" r="r" b="b"/>
                <a:pathLst>
                  <a:path w="2"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0" y="0"/>
                      <a:pt x="1" y="0"/>
                    </a:cubicBezTo>
                    <a:cubicBezTo>
                      <a:pt x="1" y="0"/>
                      <a:pt x="1" y="0"/>
                      <a:pt x="2" y="0"/>
                    </a:cubicBezTo>
                    <a:cubicBezTo>
                      <a:pt x="2" y="0"/>
                      <a:pt x="2" y="1"/>
                      <a:pt x="2" y="1"/>
                    </a:cubicBezTo>
                    <a:cubicBezTo>
                      <a:pt x="2" y="1"/>
                      <a:pt x="2" y="1"/>
                      <a:pt x="2" y="2"/>
                    </a:cubicBezTo>
                    <a:cubicBezTo>
                      <a:pt x="2" y="2"/>
                      <a:pt x="2" y="2"/>
                      <a:pt x="2" y="3"/>
                    </a:cubicBezTo>
                    <a:cubicBezTo>
                      <a:pt x="2" y="3"/>
                      <a:pt x="2" y="3"/>
                      <a:pt x="2" y="3"/>
                    </a:cubicBezTo>
                    <a:cubicBezTo>
                      <a:pt x="1"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0" name="Google Shape;490;p9"/>
              <p:cNvSpPr/>
              <p:nvPr/>
            </p:nvSpPr>
            <p:spPr>
              <a:xfrm>
                <a:off x="12830916"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1" y="0"/>
                      <a:pt x="2" y="1"/>
                    </a:cubicBezTo>
                    <a:cubicBezTo>
                      <a:pt x="2" y="1"/>
                      <a:pt x="2" y="1"/>
                      <a:pt x="2" y="1"/>
                    </a:cubicBezTo>
                    <a:cubicBezTo>
                      <a:pt x="2" y="1"/>
                      <a:pt x="3" y="1"/>
                      <a:pt x="3" y="2"/>
                    </a:cubicBezTo>
                    <a:cubicBezTo>
                      <a:pt x="3" y="2"/>
                      <a:pt x="3" y="2"/>
                      <a:pt x="2"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 name="Google Shape;491;p9"/>
              <p:cNvSpPr/>
              <p:nvPr/>
            </p:nvSpPr>
            <p:spPr>
              <a:xfrm>
                <a:off x="10446005" y="3573133"/>
                <a:ext cx="2330087"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2" y="243"/>
                      <a:pt x="3" y="244"/>
                    </a:cubicBezTo>
                    <a:cubicBezTo>
                      <a:pt x="3" y="244"/>
                      <a:pt x="3" y="244"/>
                      <a:pt x="3" y="244"/>
                    </a:cubicBezTo>
                    <a:cubicBezTo>
                      <a:pt x="3" y="244"/>
                      <a:pt x="3" y="245"/>
                      <a:pt x="2" y="245"/>
                    </a:cubicBezTo>
                    <a:cubicBezTo>
                      <a:pt x="2" y="245"/>
                      <a:pt x="2" y="245"/>
                      <a:pt x="2"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6" y="229"/>
                    </a:cubicBezTo>
                    <a:cubicBezTo>
                      <a:pt x="26" y="229"/>
                      <a:pt x="26" y="229"/>
                      <a:pt x="26"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3"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5" y="215"/>
                      <a:pt x="46" y="214"/>
                      <a:pt x="46" y="214"/>
                    </a:cubicBezTo>
                    <a:cubicBezTo>
                      <a:pt x="46" y="214"/>
                      <a:pt x="46" y="214"/>
                      <a:pt x="46" y="214"/>
                    </a:cubicBezTo>
                    <a:cubicBezTo>
                      <a:pt x="47" y="213"/>
                      <a:pt x="48" y="213"/>
                      <a:pt x="48" y="214"/>
                    </a:cubicBezTo>
                    <a:cubicBezTo>
                      <a:pt x="48" y="214"/>
                      <a:pt x="48" y="214"/>
                      <a:pt x="48" y="214"/>
                    </a:cubicBezTo>
                    <a:cubicBezTo>
                      <a:pt x="49" y="215"/>
                      <a:pt x="48" y="215"/>
                      <a:pt x="48" y="216"/>
                    </a:cubicBezTo>
                    <a:cubicBezTo>
                      <a:pt x="48" y="216"/>
                      <a:pt x="48" y="216"/>
                      <a:pt x="48" y="216"/>
                    </a:cubicBezTo>
                    <a:cubicBezTo>
                      <a:pt x="48"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70"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8"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0" y="194"/>
                      <a:pt x="80" y="194"/>
                      <a:pt x="80" y="193"/>
                    </a:cubicBezTo>
                    <a:close/>
                    <a:moveTo>
                      <a:pt x="91" y="186"/>
                    </a:moveTo>
                    <a:cubicBezTo>
                      <a:pt x="91" y="185"/>
                      <a:pt x="91" y="185"/>
                      <a:pt x="92" y="184"/>
                    </a:cubicBezTo>
                    <a:cubicBezTo>
                      <a:pt x="92" y="184"/>
                      <a:pt x="92" y="184"/>
                      <a:pt x="92"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3"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7"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7" y="157"/>
                    </a:cubicBezTo>
                    <a:cubicBezTo>
                      <a:pt x="137" y="157"/>
                      <a:pt x="137" y="157"/>
                      <a:pt x="137"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3" y="133"/>
                    </a:cubicBezTo>
                    <a:cubicBezTo>
                      <a:pt x="173" y="133"/>
                      <a:pt x="173" y="133"/>
                      <a:pt x="173"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1"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2" y="119"/>
                      <a:pt x="193" y="118"/>
                      <a:pt x="193" y="118"/>
                    </a:cubicBezTo>
                    <a:cubicBezTo>
                      <a:pt x="193" y="118"/>
                      <a:pt x="193" y="118"/>
                      <a:pt x="193" y="118"/>
                    </a:cubicBezTo>
                    <a:cubicBezTo>
                      <a:pt x="194" y="118"/>
                      <a:pt x="195" y="118"/>
                      <a:pt x="195" y="118"/>
                    </a:cubicBezTo>
                    <a:cubicBezTo>
                      <a:pt x="195" y="118"/>
                      <a:pt x="195" y="118"/>
                      <a:pt x="195" y="118"/>
                    </a:cubicBezTo>
                    <a:cubicBezTo>
                      <a:pt x="196" y="119"/>
                      <a:pt x="195" y="120"/>
                      <a:pt x="195" y="120"/>
                    </a:cubicBezTo>
                    <a:cubicBezTo>
                      <a:pt x="195" y="120"/>
                      <a:pt x="195" y="120"/>
                      <a:pt x="195" y="120"/>
                    </a:cubicBezTo>
                    <a:cubicBezTo>
                      <a:pt x="195"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7"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5"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8" y="98"/>
                      <a:pt x="227" y="98"/>
                      <a:pt x="227" y="98"/>
                    </a:cubicBezTo>
                    <a:close/>
                    <a:moveTo>
                      <a:pt x="238" y="90"/>
                    </a:moveTo>
                    <a:cubicBezTo>
                      <a:pt x="238" y="90"/>
                      <a:pt x="238" y="89"/>
                      <a:pt x="239" y="88"/>
                    </a:cubicBezTo>
                    <a:cubicBezTo>
                      <a:pt x="239" y="88"/>
                      <a:pt x="239" y="88"/>
                      <a:pt x="239"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49" y="83"/>
                    </a:cubicBezTo>
                    <a:close/>
                    <a:moveTo>
                      <a:pt x="261" y="76"/>
                    </a:moveTo>
                    <a:cubicBezTo>
                      <a:pt x="260" y="75"/>
                      <a:pt x="261"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4"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4" y="61"/>
                    </a:cubicBezTo>
                    <a:cubicBezTo>
                      <a:pt x="284" y="61"/>
                      <a:pt x="284" y="61"/>
                      <a:pt x="284" y="61"/>
                    </a:cubicBezTo>
                    <a:cubicBezTo>
                      <a:pt x="284" y="61"/>
                      <a:pt x="284" y="61"/>
                      <a:pt x="283" y="61"/>
                    </a:cubicBezTo>
                    <a:close/>
                    <a:moveTo>
                      <a:pt x="295" y="53"/>
                    </a:moveTo>
                    <a:cubicBezTo>
                      <a:pt x="294" y="53"/>
                      <a:pt x="294" y="52"/>
                      <a:pt x="295" y="52"/>
                    </a:cubicBezTo>
                    <a:cubicBezTo>
                      <a:pt x="295" y="52"/>
                      <a:pt x="295" y="52"/>
                      <a:pt x="295" y="52"/>
                    </a:cubicBezTo>
                    <a:cubicBezTo>
                      <a:pt x="296" y="51"/>
                      <a:pt x="296" y="51"/>
                      <a:pt x="297" y="52"/>
                    </a:cubicBezTo>
                    <a:cubicBezTo>
                      <a:pt x="297" y="52"/>
                      <a:pt x="297" y="52"/>
                      <a:pt x="297" y="52"/>
                    </a:cubicBezTo>
                    <a:cubicBezTo>
                      <a:pt x="297" y="53"/>
                      <a:pt x="297" y="53"/>
                      <a:pt x="297" y="54"/>
                    </a:cubicBezTo>
                    <a:cubicBezTo>
                      <a:pt x="297" y="54"/>
                      <a:pt x="297" y="54"/>
                      <a:pt x="297"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20" y="37"/>
                    </a:cubicBezTo>
                    <a:cubicBezTo>
                      <a:pt x="320" y="37"/>
                      <a:pt x="320" y="37"/>
                      <a:pt x="320"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8"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40" y="23"/>
                      <a:pt x="340" y="23"/>
                      <a:pt x="340" y="22"/>
                    </a:cubicBezTo>
                    <a:cubicBezTo>
                      <a:pt x="340" y="22"/>
                      <a:pt x="340" y="22"/>
                      <a:pt x="340" y="22"/>
                    </a:cubicBezTo>
                    <a:cubicBezTo>
                      <a:pt x="341" y="22"/>
                      <a:pt x="342" y="22"/>
                      <a:pt x="342" y="23"/>
                    </a:cubicBezTo>
                    <a:cubicBezTo>
                      <a:pt x="342" y="23"/>
                      <a:pt x="342" y="23"/>
                      <a:pt x="342" y="23"/>
                    </a:cubicBezTo>
                    <a:cubicBezTo>
                      <a:pt x="343" y="23"/>
                      <a:pt x="342" y="24"/>
                      <a:pt x="342" y="24"/>
                    </a:cubicBezTo>
                    <a:cubicBezTo>
                      <a:pt x="342" y="24"/>
                      <a:pt x="342" y="24"/>
                      <a:pt x="342" y="24"/>
                    </a:cubicBezTo>
                    <a:cubicBezTo>
                      <a:pt x="342"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1" y="17"/>
                      <a:pt x="351" y="17"/>
                    </a:cubicBezTo>
                    <a:close/>
                    <a:moveTo>
                      <a:pt x="363" y="9"/>
                    </a:moveTo>
                    <a:cubicBezTo>
                      <a:pt x="362" y="9"/>
                      <a:pt x="362" y="8"/>
                      <a:pt x="363" y="7"/>
                    </a:cubicBezTo>
                    <a:cubicBezTo>
                      <a:pt x="363" y="7"/>
                      <a:pt x="363" y="7"/>
                      <a:pt x="363" y="7"/>
                    </a:cubicBezTo>
                    <a:cubicBezTo>
                      <a:pt x="364"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3"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5"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2" name="Google Shape;492;p9"/>
              <p:cNvSpPr/>
              <p:nvPr/>
            </p:nvSpPr>
            <p:spPr>
              <a:xfrm>
                <a:off x="10375515" y="5123909"/>
                <a:ext cx="19581" cy="19580"/>
              </a:xfrm>
              <a:custGeom>
                <a:avLst/>
                <a:gdLst/>
                <a:ahLst/>
                <a:cxnLst/>
                <a:rect l="l" t="t" r="r" b="b"/>
                <a:pathLst>
                  <a:path w="3" h="3" extrusionOk="0">
                    <a:moveTo>
                      <a:pt x="1" y="3"/>
                    </a:moveTo>
                    <a:cubicBezTo>
                      <a:pt x="1" y="3"/>
                      <a:pt x="1" y="3"/>
                      <a:pt x="1" y="3"/>
                    </a:cubicBezTo>
                    <a:cubicBezTo>
                      <a:pt x="0" y="2"/>
                      <a:pt x="0" y="2"/>
                      <a:pt x="0" y="2"/>
                    </a:cubicBezTo>
                    <a:cubicBezTo>
                      <a:pt x="0" y="1"/>
                      <a:pt x="0" y="1"/>
                      <a:pt x="0" y="1"/>
                    </a:cubicBezTo>
                    <a:cubicBezTo>
                      <a:pt x="0" y="1"/>
                      <a:pt x="0" y="1"/>
                      <a:pt x="1" y="1"/>
                    </a:cubicBezTo>
                    <a:cubicBezTo>
                      <a:pt x="1" y="1"/>
                      <a:pt x="1" y="0"/>
                      <a:pt x="1" y="0"/>
                    </a:cubicBezTo>
                    <a:cubicBezTo>
                      <a:pt x="1" y="0"/>
                      <a:pt x="2" y="0"/>
                      <a:pt x="2" y="0"/>
                    </a:cubicBezTo>
                    <a:cubicBezTo>
                      <a:pt x="2" y="0"/>
                      <a:pt x="2" y="1"/>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 name="Google Shape;493;p9"/>
              <p:cNvSpPr/>
              <p:nvPr/>
            </p:nvSpPr>
            <p:spPr>
              <a:xfrm>
                <a:off x="12975813" y="3526140"/>
                <a:ext cx="15664" cy="15664"/>
              </a:xfrm>
              <a:custGeom>
                <a:avLst/>
                <a:gdLst/>
                <a:ahLst/>
                <a:cxnLst/>
                <a:rect l="l" t="t" r="r" b="b"/>
                <a:pathLst>
                  <a:path w="3" h="3" extrusionOk="0">
                    <a:moveTo>
                      <a:pt x="2" y="3"/>
                    </a:moveTo>
                    <a:cubicBezTo>
                      <a:pt x="1" y="3"/>
                      <a:pt x="1" y="3"/>
                      <a:pt x="1" y="3"/>
                    </a:cubicBezTo>
                    <a:cubicBezTo>
                      <a:pt x="0" y="3"/>
                      <a:pt x="0" y="2"/>
                      <a:pt x="0" y="2"/>
                    </a:cubicBezTo>
                    <a:cubicBezTo>
                      <a:pt x="0" y="1"/>
                      <a:pt x="0" y="1"/>
                      <a:pt x="1" y="1"/>
                    </a:cubicBezTo>
                    <a:cubicBezTo>
                      <a:pt x="1" y="0"/>
                      <a:pt x="2" y="0"/>
                      <a:pt x="3" y="1"/>
                    </a:cubicBezTo>
                    <a:cubicBezTo>
                      <a:pt x="3" y="1"/>
                      <a:pt x="3" y="1"/>
                      <a:pt x="3" y="2"/>
                    </a:cubicBezTo>
                    <a:cubicBezTo>
                      <a:pt x="3" y="2"/>
                      <a:pt x="3" y="3"/>
                      <a:pt x="3"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 name="Google Shape;494;p9"/>
              <p:cNvSpPr/>
              <p:nvPr/>
            </p:nvSpPr>
            <p:spPr>
              <a:xfrm>
                <a:off x="10594817" y="3573133"/>
                <a:ext cx="2330087"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4" y="236"/>
                    </a:cubicBezTo>
                    <a:cubicBezTo>
                      <a:pt x="14" y="236"/>
                      <a:pt x="14" y="236"/>
                      <a:pt x="14"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4"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6"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5" y="216"/>
                      <a:pt x="45" y="216"/>
                    </a:cubicBezTo>
                    <a:close/>
                    <a:moveTo>
                      <a:pt x="57"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7"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1"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0"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3" y="169"/>
                    </a:cubicBezTo>
                    <a:cubicBezTo>
                      <a:pt x="113" y="169"/>
                      <a:pt x="113" y="169"/>
                      <a:pt x="113"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5" y="165"/>
                    </a:cubicBezTo>
                    <a:cubicBezTo>
                      <a:pt x="125" y="165"/>
                      <a:pt x="125" y="165"/>
                      <a:pt x="125" y="165"/>
                    </a:cubicBezTo>
                    <a:cubicBezTo>
                      <a:pt x="125" y="165"/>
                      <a:pt x="125" y="164"/>
                      <a:pt x="124" y="164"/>
                    </a:cubicBezTo>
                    <a:close/>
                    <a:moveTo>
                      <a:pt x="136" y="157"/>
                    </a:moveTo>
                    <a:cubicBezTo>
                      <a:pt x="135" y="156"/>
                      <a:pt x="135" y="155"/>
                      <a:pt x="136" y="155"/>
                    </a:cubicBezTo>
                    <a:cubicBezTo>
                      <a:pt x="136" y="155"/>
                      <a:pt x="136" y="155"/>
                      <a:pt x="136" y="155"/>
                    </a:cubicBezTo>
                    <a:cubicBezTo>
                      <a:pt x="137" y="154"/>
                      <a:pt x="138"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1"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4" y="118"/>
                    </a:cubicBezTo>
                    <a:cubicBezTo>
                      <a:pt x="194" y="118"/>
                      <a:pt x="194" y="118"/>
                      <a:pt x="194"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2" y="120"/>
                      <a:pt x="192" y="120"/>
                    </a:cubicBezTo>
                    <a:close/>
                    <a:moveTo>
                      <a:pt x="204"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4"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7" y="104"/>
                      <a:pt x="217" y="105"/>
                      <a:pt x="217" y="105"/>
                    </a:cubicBezTo>
                    <a:cubicBezTo>
                      <a:pt x="217" y="105"/>
                      <a:pt x="217" y="105"/>
                      <a:pt x="217" y="105"/>
                    </a:cubicBezTo>
                    <a:cubicBezTo>
                      <a:pt x="216"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8"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0" y="74"/>
                    </a:cubicBezTo>
                    <a:cubicBezTo>
                      <a:pt x="260" y="74"/>
                      <a:pt x="260" y="74"/>
                      <a:pt x="260"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1" y="68"/>
                    </a:cubicBezTo>
                    <a:close/>
                    <a:moveTo>
                      <a:pt x="283" y="61"/>
                    </a:moveTo>
                    <a:cubicBezTo>
                      <a:pt x="282" y="60"/>
                      <a:pt x="282"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8"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1" y="23"/>
                    </a:cubicBezTo>
                    <a:cubicBezTo>
                      <a:pt x="341" y="23"/>
                      <a:pt x="341" y="23"/>
                      <a:pt x="341"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40"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4" y="8"/>
                      <a:pt x="364" y="9"/>
                      <a:pt x="364" y="10"/>
                    </a:cubicBezTo>
                    <a:cubicBezTo>
                      <a:pt x="364" y="10"/>
                      <a:pt x="364" y="10"/>
                      <a:pt x="364" y="10"/>
                    </a:cubicBezTo>
                    <a:cubicBezTo>
                      <a:pt x="363"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 name="Google Shape;495;p9"/>
              <p:cNvSpPr/>
              <p:nvPr/>
            </p:nvSpPr>
            <p:spPr>
              <a:xfrm>
                <a:off x="10520411" y="5123909"/>
                <a:ext cx="15664" cy="19580"/>
              </a:xfrm>
              <a:custGeom>
                <a:avLst/>
                <a:gdLst/>
                <a:ahLst/>
                <a:cxnLst/>
                <a:rect l="l" t="t" r="r" b="b"/>
                <a:pathLst>
                  <a:path w="3" h="3" extrusionOk="0">
                    <a:moveTo>
                      <a:pt x="2" y="3"/>
                    </a:moveTo>
                    <a:cubicBezTo>
                      <a:pt x="2" y="3"/>
                      <a:pt x="1" y="3"/>
                      <a:pt x="1" y="3"/>
                    </a:cubicBezTo>
                    <a:cubicBezTo>
                      <a:pt x="1" y="3"/>
                      <a:pt x="1" y="3"/>
                      <a:pt x="1" y="3"/>
                    </a:cubicBezTo>
                    <a:cubicBezTo>
                      <a:pt x="1" y="2"/>
                      <a:pt x="0" y="2"/>
                      <a:pt x="0" y="2"/>
                    </a:cubicBezTo>
                    <a:cubicBezTo>
                      <a:pt x="0" y="1"/>
                      <a:pt x="0" y="1"/>
                      <a:pt x="1" y="1"/>
                    </a:cubicBezTo>
                    <a:cubicBezTo>
                      <a:pt x="1" y="1"/>
                      <a:pt x="1" y="1"/>
                      <a:pt x="1" y="1"/>
                    </a:cubicBezTo>
                    <a:cubicBezTo>
                      <a:pt x="1" y="1"/>
                      <a:pt x="1" y="0"/>
                      <a:pt x="1" y="0"/>
                    </a:cubicBezTo>
                    <a:cubicBezTo>
                      <a:pt x="2" y="0"/>
                      <a:pt x="2" y="0"/>
                      <a:pt x="2" y="0"/>
                    </a:cubicBezTo>
                    <a:cubicBezTo>
                      <a:pt x="2" y="0"/>
                      <a:pt x="3" y="1"/>
                      <a:pt x="3" y="1"/>
                    </a:cubicBezTo>
                    <a:cubicBezTo>
                      <a:pt x="3" y="1"/>
                      <a:pt x="3" y="1"/>
                      <a:pt x="3" y="1"/>
                    </a:cubicBezTo>
                    <a:cubicBezTo>
                      <a:pt x="3" y="1"/>
                      <a:pt x="3" y="1"/>
                      <a:pt x="3" y="2"/>
                    </a:cubicBezTo>
                    <a:cubicBezTo>
                      <a:pt x="3" y="2"/>
                      <a:pt x="3" y="2"/>
                      <a:pt x="3"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6" name="Google Shape;496;p9"/>
              <p:cNvSpPr/>
              <p:nvPr/>
            </p:nvSpPr>
            <p:spPr>
              <a:xfrm>
                <a:off x="13124625" y="3526140"/>
                <a:ext cx="11748" cy="15664"/>
              </a:xfrm>
              <a:custGeom>
                <a:avLst/>
                <a:gdLst/>
                <a:ahLst/>
                <a:cxnLst/>
                <a:rect l="l" t="t" r="r" b="b"/>
                <a:pathLst>
                  <a:path w="2" h="3" extrusionOk="0">
                    <a:moveTo>
                      <a:pt x="1" y="3"/>
                    </a:moveTo>
                    <a:cubicBezTo>
                      <a:pt x="1" y="3"/>
                      <a:pt x="1" y="3"/>
                      <a:pt x="0" y="3"/>
                    </a:cubicBezTo>
                    <a:cubicBezTo>
                      <a:pt x="0"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7" name="Google Shape;497;p9"/>
              <p:cNvSpPr/>
              <p:nvPr/>
            </p:nvSpPr>
            <p:spPr>
              <a:xfrm>
                <a:off x="10735797" y="3573133"/>
                <a:ext cx="2330087"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3" y="244"/>
                    </a:cubicBezTo>
                    <a:cubicBezTo>
                      <a:pt x="3" y="244"/>
                      <a:pt x="3" y="244"/>
                      <a:pt x="3"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3"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5"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5" y="223"/>
                      <a:pt x="34" y="223"/>
                    </a:cubicBezTo>
                    <a:close/>
                    <a:moveTo>
                      <a:pt x="46" y="216"/>
                    </a:moveTo>
                    <a:cubicBezTo>
                      <a:pt x="45" y="215"/>
                      <a:pt x="45" y="214"/>
                      <a:pt x="46" y="214"/>
                    </a:cubicBezTo>
                    <a:cubicBezTo>
                      <a:pt x="46" y="214"/>
                      <a:pt x="46" y="214"/>
                      <a:pt x="46" y="214"/>
                    </a:cubicBezTo>
                    <a:cubicBezTo>
                      <a:pt x="47"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60" y="207"/>
                      <a:pt x="59" y="208"/>
                      <a:pt x="59" y="209"/>
                    </a:cubicBezTo>
                    <a:cubicBezTo>
                      <a:pt x="59" y="209"/>
                      <a:pt x="59" y="209"/>
                      <a:pt x="59" y="209"/>
                    </a:cubicBezTo>
                    <a:cubicBezTo>
                      <a:pt x="58"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70" y="201"/>
                      <a:pt x="69" y="201"/>
                    </a:cubicBezTo>
                    <a:cubicBezTo>
                      <a:pt x="69" y="201"/>
                      <a:pt x="69" y="201"/>
                      <a:pt x="69" y="201"/>
                    </a:cubicBezTo>
                    <a:cubicBezTo>
                      <a:pt x="69" y="201"/>
                      <a:pt x="68" y="201"/>
                      <a:pt x="68" y="201"/>
                    </a:cubicBezTo>
                    <a:close/>
                    <a:moveTo>
                      <a:pt x="80"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80" y="193"/>
                    </a:cubicBezTo>
                    <a:close/>
                    <a:moveTo>
                      <a:pt x="91" y="186"/>
                    </a:moveTo>
                    <a:cubicBezTo>
                      <a:pt x="90" y="185"/>
                      <a:pt x="91"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7"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9"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1" y="142"/>
                    </a:cubicBezTo>
                    <a:cubicBezTo>
                      <a:pt x="161" y="142"/>
                      <a:pt x="161" y="142"/>
                      <a:pt x="161" y="142"/>
                    </a:cubicBezTo>
                    <a:cubicBezTo>
                      <a:pt x="160" y="142"/>
                      <a:pt x="160" y="142"/>
                      <a:pt x="160" y="142"/>
                    </a:cubicBezTo>
                    <a:cubicBezTo>
                      <a:pt x="160" y="142"/>
                      <a:pt x="160" y="142"/>
                      <a:pt x="160" y="142"/>
                    </a:cubicBezTo>
                    <a:cubicBezTo>
                      <a:pt x="159" y="142"/>
                      <a:pt x="159" y="142"/>
                      <a:pt x="159" y="142"/>
                    </a:cubicBezTo>
                    <a:close/>
                    <a:moveTo>
                      <a:pt x="170" y="134"/>
                    </a:moveTo>
                    <a:cubicBezTo>
                      <a:pt x="170"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2"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2"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7" y="112"/>
                      <a:pt x="206" y="112"/>
                      <a:pt x="206" y="113"/>
                    </a:cubicBezTo>
                    <a:cubicBezTo>
                      <a:pt x="206" y="113"/>
                      <a:pt x="206" y="113"/>
                      <a:pt x="206" y="113"/>
                    </a:cubicBezTo>
                    <a:cubicBezTo>
                      <a:pt x="205"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7" y="106"/>
                      <a:pt x="216" y="106"/>
                    </a:cubicBezTo>
                    <a:cubicBezTo>
                      <a:pt x="216" y="106"/>
                      <a:pt x="216" y="106"/>
                      <a:pt x="216" y="106"/>
                    </a:cubicBezTo>
                    <a:cubicBezTo>
                      <a:pt x="216" y="106"/>
                      <a:pt x="215" y="105"/>
                      <a:pt x="215" y="105"/>
                    </a:cubicBezTo>
                    <a:close/>
                    <a:moveTo>
                      <a:pt x="227"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7" y="98"/>
                    </a:cubicBezTo>
                    <a:close/>
                    <a:moveTo>
                      <a:pt x="238" y="90"/>
                    </a:moveTo>
                    <a:cubicBezTo>
                      <a:pt x="237" y="90"/>
                      <a:pt x="238"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50" y="81"/>
                    </a:cubicBezTo>
                    <a:cubicBezTo>
                      <a:pt x="250" y="81"/>
                      <a:pt x="250" y="81"/>
                      <a:pt x="250"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2" y="76"/>
                    </a:cubicBezTo>
                    <a:cubicBezTo>
                      <a:pt x="262" y="76"/>
                      <a:pt x="262" y="76"/>
                      <a:pt x="262" y="76"/>
                    </a:cubicBezTo>
                    <a:cubicBezTo>
                      <a:pt x="261" y="76"/>
                      <a:pt x="261" y="76"/>
                      <a:pt x="260" y="76"/>
                    </a:cubicBezTo>
                    <a:close/>
                    <a:moveTo>
                      <a:pt x="272" y="68"/>
                    </a:moveTo>
                    <a:cubicBezTo>
                      <a:pt x="271" y="68"/>
                      <a:pt x="272"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6"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8" y="46"/>
                    </a:cubicBezTo>
                    <a:cubicBezTo>
                      <a:pt x="308" y="46"/>
                      <a:pt x="308" y="46"/>
                      <a:pt x="308" y="46"/>
                    </a:cubicBezTo>
                    <a:cubicBezTo>
                      <a:pt x="307" y="47"/>
                      <a:pt x="307" y="47"/>
                      <a:pt x="307" y="47"/>
                    </a:cubicBezTo>
                    <a:cubicBezTo>
                      <a:pt x="307" y="47"/>
                      <a:pt x="307" y="47"/>
                      <a:pt x="307" y="47"/>
                    </a:cubicBezTo>
                    <a:cubicBezTo>
                      <a:pt x="306" y="47"/>
                      <a:pt x="306" y="46"/>
                      <a:pt x="306" y="46"/>
                    </a:cubicBezTo>
                    <a:close/>
                    <a:moveTo>
                      <a:pt x="317" y="39"/>
                    </a:moveTo>
                    <a:cubicBezTo>
                      <a:pt x="317"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1" y="30"/>
                    </a:cubicBezTo>
                    <a:cubicBezTo>
                      <a:pt x="331" y="30"/>
                      <a:pt x="331" y="30"/>
                      <a:pt x="331"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9"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4" y="16"/>
                      <a:pt x="353" y="17"/>
                      <a:pt x="353" y="17"/>
                    </a:cubicBezTo>
                    <a:cubicBezTo>
                      <a:pt x="353" y="17"/>
                      <a:pt x="353" y="17"/>
                      <a:pt x="353" y="17"/>
                    </a:cubicBezTo>
                    <a:cubicBezTo>
                      <a:pt x="353"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4" y="2"/>
                    </a:moveTo>
                    <a:cubicBezTo>
                      <a:pt x="373" y="1"/>
                      <a:pt x="373" y="0"/>
                      <a:pt x="374" y="0"/>
                    </a:cubicBezTo>
                    <a:cubicBezTo>
                      <a:pt x="374" y="0"/>
                      <a:pt x="374" y="0"/>
                      <a:pt x="374" y="0"/>
                    </a:cubicBezTo>
                    <a:cubicBezTo>
                      <a:pt x="375"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 name="Google Shape;498;p9"/>
              <p:cNvSpPr/>
              <p:nvPr/>
            </p:nvSpPr>
            <p:spPr>
              <a:xfrm>
                <a:off x="10669223" y="5123909"/>
                <a:ext cx="11748" cy="19580"/>
              </a:xfrm>
              <a:custGeom>
                <a:avLst/>
                <a:gdLst/>
                <a:ahLst/>
                <a:cxnLst/>
                <a:rect l="l" t="t" r="r" b="b"/>
                <a:pathLst>
                  <a:path w="2"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0" y="0"/>
                      <a:pt x="1" y="0"/>
                    </a:cubicBezTo>
                    <a:cubicBezTo>
                      <a:pt x="1" y="0"/>
                      <a:pt x="1" y="0"/>
                      <a:pt x="2" y="0"/>
                    </a:cubicBezTo>
                    <a:cubicBezTo>
                      <a:pt x="2" y="0"/>
                      <a:pt x="2" y="1"/>
                      <a:pt x="2" y="1"/>
                    </a:cubicBezTo>
                    <a:cubicBezTo>
                      <a:pt x="2" y="1"/>
                      <a:pt x="2" y="1"/>
                      <a:pt x="2" y="2"/>
                    </a:cubicBezTo>
                    <a:cubicBezTo>
                      <a:pt x="2" y="2"/>
                      <a:pt x="2" y="2"/>
                      <a:pt x="2" y="3"/>
                    </a:cubicBezTo>
                    <a:cubicBezTo>
                      <a:pt x="2" y="3"/>
                      <a:pt x="2" y="3"/>
                      <a:pt x="2" y="3"/>
                    </a:cubicBezTo>
                    <a:cubicBezTo>
                      <a:pt x="1"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 name="Google Shape;499;p9"/>
              <p:cNvSpPr/>
              <p:nvPr/>
            </p:nvSpPr>
            <p:spPr>
              <a:xfrm>
                <a:off x="13265605"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2" y="0"/>
                      <a:pt x="2" y="1"/>
                    </a:cubicBezTo>
                    <a:cubicBezTo>
                      <a:pt x="2" y="1"/>
                      <a:pt x="3" y="1"/>
                      <a:pt x="3" y="2"/>
                    </a:cubicBezTo>
                    <a:cubicBezTo>
                      <a:pt x="3" y="2"/>
                      <a:pt x="3" y="2"/>
                      <a:pt x="3"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0" name="Google Shape;500;p9"/>
              <p:cNvSpPr/>
              <p:nvPr/>
            </p:nvSpPr>
            <p:spPr>
              <a:xfrm>
                <a:off x="10876777" y="3573133"/>
                <a:ext cx="2334003"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3" y="243"/>
                      <a:pt x="3" y="244"/>
                    </a:cubicBezTo>
                    <a:cubicBezTo>
                      <a:pt x="3" y="244"/>
                      <a:pt x="3" y="244"/>
                      <a:pt x="3" y="244"/>
                    </a:cubicBezTo>
                    <a:cubicBezTo>
                      <a:pt x="3" y="244"/>
                      <a:pt x="3" y="245"/>
                      <a:pt x="3" y="245"/>
                    </a:cubicBezTo>
                    <a:cubicBezTo>
                      <a:pt x="3" y="245"/>
                      <a:pt x="3" y="245"/>
                      <a:pt x="3"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6" y="229"/>
                    </a:cubicBezTo>
                    <a:cubicBezTo>
                      <a:pt x="26" y="229"/>
                      <a:pt x="26" y="229"/>
                      <a:pt x="26"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4"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6" y="215"/>
                      <a:pt x="46" y="214"/>
                      <a:pt x="46" y="214"/>
                    </a:cubicBezTo>
                    <a:cubicBezTo>
                      <a:pt x="46" y="214"/>
                      <a:pt x="46" y="214"/>
                      <a:pt x="46" y="214"/>
                    </a:cubicBezTo>
                    <a:cubicBezTo>
                      <a:pt x="47" y="213"/>
                      <a:pt x="48" y="213"/>
                      <a:pt x="48" y="214"/>
                    </a:cubicBezTo>
                    <a:cubicBezTo>
                      <a:pt x="48" y="214"/>
                      <a:pt x="48" y="214"/>
                      <a:pt x="48" y="214"/>
                    </a:cubicBezTo>
                    <a:cubicBezTo>
                      <a:pt x="49" y="215"/>
                      <a:pt x="48" y="215"/>
                      <a:pt x="48" y="216"/>
                    </a:cubicBezTo>
                    <a:cubicBezTo>
                      <a:pt x="48" y="216"/>
                      <a:pt x="48" y="216"/>
                      <a:pt x="48" y="216"/>
                    </a:cubicBezTo>
                    <a:cubicBezTo>
                      <a:pt x="48"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9" y="201"/>
                    </a:moveTo>
                    <a:cubicBezTo>
                      <a:pt x="68" y="200"/>
                      <a:pt x="68" y="199"/>
                      <a:pt x="69" y="199"/>
                    </a:cubicBezTo>
                    <a:cubicBezTo>
                      <a:pt x="69" y="199"/>
                      <a:pt x="69" y="199"/>
                      <a:pt x="69" y="199"/>
                    </a:cubicBezTo>
                    <a:cubicBezTo>
                      <a:pt x="70"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9"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1" y="194"/>
                      <a:pt x="80" y="194"/>
                      <a:pt x="80" y="193"/>
                    </a:cubicBezTo>
                    <a:close/>
                    <a:moveTo>
                      <a:pt x="91" y="186"/>
                    </a:moveTo>
                    <a:cubicBezTo>
                      <a:pt x="91" y="185"/>
                      <a:pt x="91" y="185"/>
                      <a:pt x="92" y="184"/>
                    </a:cubicBezTo>
                    <a:cubicBezTo>
                      <a:pt x="92" y="184"/>
                      <a:pt x="92" y="184"/>
                      <a:pt x="92"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3"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4"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8"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8" y="157"/>
                    </a:cubicBezTo>
                    <a:cubicBezTo>
                      <a:pt x="138" y="157"/>
                      <a:pt x="138" y="157"/>
                      <a:pt x="138"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50" y="147"/>
                      <a:pt x="150" y="148"/>
                    </a:cubicBezTo>
                    <a:cubicBezTo>
                      <a:pt x="150" y="148"/>
                      <a:pt x="150" y="148"/>
                      <a:pt x="150" y="148"/>
                    </a:cubicBezTo>
                    <a:cubicBezTo>
                      <a:pt x="150" y="148"/>
                      <a:pt x="150" y="149"/>
                      <a:pt x="150" y="150"/>
                    </a:cubicBezTo>
                    <a:cubicBezTo>
                      <a:pt x="150" y="150"/>
                      <a:pt x="150" y="150"/>
                      <a:pt x="150"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3" y="133"/>
                    </a:cubicBezTo>
                    <a:cubicBezTo>
                      <a:pt x="173" y="133"/>
                      <a:pt x="173" y="133"/>
                      <a:pt x="173"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1"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3" y="119"/>
                      <a:pt x="193" y="118"/>
                      <a:pt x="193" y="118"/>
                    </a:cubicBezTo>
                    <a:cubicBezTo>
                      <a:pt x="193" y="118"/>
                      <a:pt x="193" y="118"/>
                      <a:pt x="193" y="118"/>
                    </a:cubicBezTo>
                    <a:cubicBezTo>
                      <a:pt x="194" y="118"/>
                      <a:pt x="195" y="118"/>
                      <a:pt x="195" y="118"/>
                    </a:cubicBezTo>
                    <a:cubicBezTo>
                      <a:pt x="195" y="118"/>
                      <a:pt x="195" y="118"/>
                      <a:pt x="195" y="118"/>
                    </a:cubicBezTo>
                    <a:cubicBezTo>
                      <a:pt x="196" y="119"/>
                      <a:pt x="195" y="120"/>
                      <a:pt x="195" y="120"/>
                    </a:cubicBezTo>
                    <a:cubicBezTo>
                      <a:pt x="195" y="120"/>
                      <a:pt x="195" y="120"/>
                      <a:pt x="195" y="120"/>
                    </a:cubicBezTo>
                    <a:cubicBezTo>
                      <a:pt x="195"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4" y="113"/>
                      <a:pt x="204" y="112"/>
                    </a:cubicBezTo>
                    <a:close/>
                    <a:moveTo>
                      <a:pt x="216" y="105"/>
                    </a:moveTo>
                    <a:cubicBezTo>
                      <a:pt x="215" y="104"/>
                      <a:pt x="215" y="104"/>
                      <a:pt x="216" y="103"/>
                    </a:cubicBezTo>
                    <a:cubicBezTo>
                      <a:pt x="216" y="103"/>
                      <a:pt x="216" y="103"/>
                      <a:pt x="216" y="103"/>
                    </a:cubicBezTo>
                    <a:cubicBezTo>
                      <a:pt x="217"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6"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8" y="98"/>
                      <a:pt x="227" y="98"/>
                      <a:pt x="227" y="98"/>
                    </a:cubicBezTo>
                    <a:close/>
                    <a:moveTo>
                      <a:pt x="238" y="90"/>
                    </a:moveTo>
                    <a:cubicBezTo>
                      <a:pt x="238" y="90"/>
                      <a:pt x="238" y="89"/>
                      <a:pt x="239" y="88"/>
                    </a:cubicBezTo>
                    <a:cubicBezTo>
                      <a:pt x="239" y="88"/>
                      <a:pt x="239" y="88"/>
                      <a:pt x="239"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40"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49" y="83"/>
                    </a:cubicBezTo>
                    <a:close/>
                    <a:moveTo>
                      <a:pt x="261" y="76"/>
                    </a:moveTo>
                    <a:cubicBezTo>
                      <a:pt x="260" y="75"/>
                      <a:pt x="261"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5"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5" y="61"/>
                    </a:cubicBezTo>
                    <a:cubicBezTo>
                      <a:pt x="285" y="61"/>
                      <a:pt x="285" y="61"/>
                      <a:pt x="285" y="61"/>
                    </a:cubicBezTo>
                    <a:cubicBezTo>
                      <a:pt x="284" y="61"/>
                      <a:pt x="284" y="61"/>
                      <a:pt x="283" y="61"/>
                    </a:cubicBezTo>
                    <a:close/>
                    <a:moveTo>
                      <a:pt x="295" y="53"/>
                    </a:moveTo>
                    <a:cubicBezTo>
                      <a:pt x="294" y="53"/>
                      <a:pt x="294" y="52"/>
                      <a:pt x="295" y="52"/>
                    </a:cubicBezTo>
                    <a:cubicBezTo>
                      <a:pt x="295" y="52"/>
                      <a:pt x="295" y="52"/>
                      <a:pt x="295" y="52"/>
                    </a:cubicBezTo>
                    <a:cubicBezTo>
                      <a:pt x="296" y="51"/>
                      <a:pt x="297" y="51"/>
                      <a:pt x="297" y="52"/>
                    </a:cubicBezTo>
                    <a:cubicBezTo>
                      <a:pt x="297" y="52"/>
                      <a:pt x="297" y="52"/>
                      <a:pt x="297" y="52"/>
                    </a:cubicBezTo>
                    <a:cubicBezTo>
                      <a:pt x="297" y="53"/>
                      <a:pt x="297" y="53"/>
                      <a:pt x="297" y="54"/>
                    </a:cubicBezTo>
                    <a:cubicBezTo>
                      <a:pt x="297" y="54"/>
                      <a:pt x="297" y="54"/>
                      <a:pt x="297"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20" y="37"/>
                    </a:cubicBezTo>
                    <a:cubicBezTo>
                      <a:pt x="320" y="37"/>
                      <a:pt x="320" y="37"/>
                      <a:pt x="320"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8"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40" y="23"/>
                      <a:pt x="340" y="23"/>
                      <a:pt x="340" y="22"/>
                    </a:cubicBezTo>
                    <a:cubicBezTo>
                      <a:pt x="340" y="22"/>
                      <a:pt x="340" y="22"/>
                      <a:pt x="340" y="22"/>
                    </a:cubicBezTo>
                    <a:cubicBezTo>
                      <a:pt x="341" y="22"/>
                      <a:pt x="342" y="22"/>
                      <a:pt x="342" y="23"/>
                    </a:cubicBezTo>
                    <a:cubicBezTo>
                      <a:pt x="342" y="23"/>
                      <a:pt x="342" y="23"/>
                      <a:pt x="342" y="23"/>
                    </a:cubicBezTo>
                    <a:cubicBezTo>
                      <a:pt x="343" y="23"/>
                      <a:pt x="342" y="24"/>
                      <a:pt x="342" y="24"/>
                    </a:cubicBezTo>
                    <a:cubicBezTo>
                      <a:pt x="342" y="24"/>
                      <a:pt x="342" y="24"/>
                      <a:pt x="342" y="24"/>
                    </a:cubicBezTo>
                    <a:cubicBezTo>
                      <a:pt x="342"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1" y="17"/>
                      <a:pt x="351" y="17"/>
                    </a:cubicBezTo>
                    <a:close/>
                    <a:moveTo>
                      <a:pt x="363" y="9"/>
                    </a:moveTo>
                    <a:cubicBezTo>
                      <a:pt x="362" y="9"/>
                      <a:pt x="362" y="8"/>
                      <a:pt x="363" y="7"/>
                    </a:cubicBezTo>
                    <a:cubicBezTo>
                      <a:pt x="363" y="7"/>
                      <a:pt x="363" y="7"/>
                      <a:pt x="363" y="7"/>
                    </a:cubicBezTo>
                    <a:cubicBezTo>
                      <a:pt x="364"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3"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5"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1" name="Google Shape;501;p9"/>
              <p:cNvSpPr/>
              <p:nvPr/>
            </p:nvSpPr>
            <p:spPr>
              <a:xfrm>
                <a:off x="10810203" y="5123909"/>
                <a:ext cx="19581" cy="19580"/>
              </a:xfrm>
              <a:custGeom>
                <a:avLst/>
                <a:gdLst/>
                <a:ahLst/>
                <a:cxnLst/>
                <a:rect l="l" t="t" r="r" b="b"/>
                <a:pathLst>
                  <a:path w="3" h="3" extrusionOk="0">
                    <a:moveTo>
                      <a:pt x="1" y="3"/>
                    </a:moveTo>
                    <a:cubicBezTo>
                      <a:pt x="1" y="3"/>
                      <a:pt x="1" y="3"/>
                      <a:pt x="1" y="3"/>
                    </a:cubicBezTo>
                    <a:cubicBezTo>
                      <a:pt x="0" y="2"/>
                      <a:pt x="0" y="2"/>
                      <a:pt x="0" y="2"/>
                    </a:cubicBezTo>
                    <a:cubicBezTo>
                      <a:pt x="0" y="1"/>
                      <a:pt x="0" y="1"/>
                      <a:pt x="1" y="1"/>
                    </a:cubicBezTo>
                    <a:cubicBezTo>
                      <a:pt x="1" y="1"/>
                      <a:pt x="1" y="0"/>
                      <a:pt x="1" y="0"/>
                    </a:cubicBezTo>
                    <a:cubicBezTo>
                      <a:pt x="1" y="0"/>
                      <a:pt x="2" y="0"/>
                      <a:pt x="2" y="0"/>
                    </a:cubicBezTo>
                    <a:cubicBezTo>
                      <a:pt x="2" y="0"/>
                      <a:pt x="2" y="1"/>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2" name="Google Shape;502;p9"/>
              <p:cNvSpPr/>
              <p:nvPr/>
            </p:nvSpPr>
            <p:spPr>
              <a:xfrm>
                <a:off x="13406585" y="3526140"/>
                <a:ext cx="19581" cy="15664"/>
              </a:xfrm>
              <a:custGeom>
                <a:avLst/>
                <a:gdLst/>
                <a:ahLst/>
                <a:cxnLst/>
                <a:rect l="l" t="t" r="r" b="b"/>
                <a:pathLst>
                  <a:path w="3" h="3" extrusionOk="0">
                    <a:moveTo>
                      <a:pt x="2" y="3"/>
                    </a:moveTo>
                    <a:cubicBezTo>
                      <a:pt x="1" y="3"/>
                      <a:pt x="1" y="3"/>
                      <a:pt x="1" y="3"/>
                    </a:cubicBezTo>
                    <a:cubicBezTo>
                      <a:pt x="0" y="3"/>
                      <a:pt x="0" y="2"/>
                      <a:pt x="0" y="2"/>
                    </a:cubicBezTo>
                    <a:cubicBezTo>
                      <a:pt x="0" y="1"/>
                      <a:pt x="0" y="1"/>
                      <a:pt x="1" y="1"/>
                    </a:cubicBezTo>
                    <a:cubicBezTo>
                      <a:pt x="1" y="0"/>
                      <a:pt x="2" y="0"/>
                      <a:pt x="3" y="1"/>
                    </a:cubicBezTo>
                    <a:cubicBezTo>
                      <a:pt x="3" y="1"/>
                      <a:pt x="3" y="1"/>
                      <a:pt x="3" y="2"/>
                    </a:cubicBezTo>
                    <a:cubicBezTo>
                      <a:pt x="3" y="2"/>
                      <a:pt x="3" y="3"/>
                      <a:pt x="3"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3" name="Google Shape;503;p9"/>
              <p:cNvSpPr/>
              <p:nvPr/>
            </p:nvSpPr>
            <p:spPr>
              <a:xfrm>
                <a:off x="11025589" y="3573133"/>
                <a:ext cx="2334003"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4" y="236"/>
                    </a:cubicBezTo>
                    <a:cubicBezTo>
                      <a:pt x="14" y="236"/>
                      <a:pt x="14" y="236"/>
                      <a:pt x="14"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4"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6"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6" y="216"/>
                      <a:pt x="45" y="216"/>
                    </a:cubicBezTo>
                    <a:close/>
                    <a:moveTo>
                      <a:pt x="57"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7"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1"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0"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4" y="169"/>
                    </a:cubicBezTo>
                    <a:cubicBezTo>
                      <a:pt x="114" y="169"/>
                      <a:pt x="114" y="169"/>
                      <a:pt x="114"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6" y="165"/>
                    </a:cubicBezTo>
                    <a:cubicBezTo>
                      <a:pt x="126" y="165"/>
                      <a:pt x="126" y="165"/>
                      <a:pt x="126" y="165"/>
                    </a:cubicBezTo>
                    <a:cubicBezTo>
                      <a:pt x="125" y="165"/>
                      <a:pt x="125" y="164"/>
                      <a:pt x="124" y="164"/>
                    </a:cubicBezTo>
                    <a:close/>
                    <a:moveTo>
                      <a:pt x="136" y="157"/>
                    </a:moveTo>
                    <a:cubicBezTo>
                      <a:pt x="135" y="156"/>
                      <a:pt x="136" y="155"/>
                      <a:pt x="136" y="155"/>
                    </a:cubicBezTo>
                    <a:cubicBezTo>
                      <a:pt x="136" y="155"/>
                      <a:pt x="136" y="155"/>
                      <a:pt x="136" y="155"/>
                    </a:cubicBezTo>
                    <a:cubicBezTo>
                      <a:pt x="137" y="154"/>
                      <a:pt x="138"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1"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3" y="120"/>
                      <a:pt x="192" y="120"/>
                    </a:cubicBezTo>
                    <a:close/>
                    <a:moveTo>
                      <a:pt x="204"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4"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8" y="104"/>
                      <a:pt x="217"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9"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1" y="74"/>
                    </a:cubicBezTo>
                    <a:cubicBezTo>
                      <a:pt x="261" y="74"/>
                      <a:pt x="261" y="74"/>
                      <a:pt x="261"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1" y="68"/>
                    </a:cubicBezTo>
                    <a:close/>
                    <a:moveTo>
                      <a:pt x="283" y="61"/>
                    </a:moveTo>
                    <a:cubicBezTo>
                      <a:pt x="282" y="60"/>
                      <a:pt x="283"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8"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2" y="23"/>
                    </a:cubicBezTo>
                    <a:cubicBezTo>
                      <a:pt x="342" y="23"/>
                      <a:pt x="342" y="23"/>
                      <a:pt x="342"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40"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5" y="8"/>
                      <a:pt x="364" y="9"/>
                      <a:pt x="364" y="10"/>
                    </a:cubicBezTo>
                    <a:cubicBezTo>
                      <a:pt x="364" y="10"/>
                      <a:pt x="364" y="10"/>
                      <a:pt x="364" y="10"/>
                    </a:cubicBezTo>
                    <a:cubicBezTo>
                      <a:pt x="364"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4" name="Google Shape;504;p9"/>
              <p:cNvSpPr/>
              <p:nvPr/>
            </p:nvSpPr>
            <p:spPr>
              <a:xfrm>
                <a:off x="10959015" y="5123909"/>
                <a:ext cx="11748" cy="19580"/>
              </a:xfrm>
              <a:custGeom>
                <a:avLst/>
                <a:gdLst/>
                <a:ahLst/>
                <a:cxnLst/>
                <a:rect l="l" t="t" r="r" b="b"/>
                <a:pathLst>
                  <a:path w="2" h="3" extrusionOk="0">
                    <a:moveTo>
                      <a:pt x="1" y="3"/>
                    </a:moveTo>
                    <a:cubicBezTo>
                      <a:pt x="1" y="3"/>
                      <a:pt x="0" y="3"/>
                      <a:pt x="0" y="3"/>
                    </a:cubicBezTo>
                    <a:cubicBezTo>
                      <a:pt x="0" y="3"/>
                      <a:pt x="0" y="3"/>
                      <a:pt x="0" y="3"/>
                    </a:cubicBezTo>
                    <a:cubicBezTo>
                      <a:pt x="0" y="2"/>
                      <a:pt x="0" y="2"/>
                      <a:pt x="0" y="2"/>
                    </a:cubicBezTo>
                    <a:cubicBezTo>
                      <a:pt x="0" y="1"/>
                      <a:pt x="0" y="1"/>
                      <a:pt x="0" y="1"/>
                    </a:cubicBezTo>
                    <a:cubicBezTo>
                      <a:pt x="0" y="1"/>
                      <a:pt x="0" y="1"/>
                      <a:pt x="0" y="1"/>
                    </a:cubicBezTo>
                    <a:cubicBezTo>
                      <a:pt x="0" y="1"/>
                      <a:pt x="0" y="0"/>
                      <a:pt x="0" y="0"/>
                    </a:cubicBezTo>
                    <a:cubicBezTo>
                      <a:pt x="1" y="0"/>
                      <a:pt x="1" y="0"/>
                      <a:pt x="1" y="0"/>
                    </a:cubicBezTo>
                    <a:cubicBezTo>
                      <a:pt x="2" y="0"/>
                      <a:pt x="2" y="1"/>
                      <a:pt x="2" y="1"/>
                    </a:cubicBezTo>
                    <a:cubicBezTo>
                      <a:pt x="2" y="1"/>
                      <a:pt x="2" y="1"/>
                      <a:pt x="2" y="1"/>
                    </a:cubicBezTo>
                    <a:cubicBezTo>
                      <a:pt x="2" y="1"/>
                      <a:pt x="2" y="1"/>
                      <a:pt x="2" y="2"/>
                    </a:cubicBezTo>
                    <a:cubicBezTo>
                      <a:pt x="2" y="2"/>
                      <a:pt x="2" y="2"/>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5" name="Google Shape;505;p9"/>
              <p:cNvSpPr/>
              <p:nvPr/>
            </p:nvSpPr>
            <p:spPr>
              <a:xfrm>
                <a:off x="13555397" y="3526140"/>
                <a:ext cx="15664" cy="15664"/>
              </a:xfrm>
              <a:custGeom>
                <a:avLst/>
                <a:gdLst/>
                <a:ahLst/>
                <a:cxnLst/>
                <a:rect l="l" t="t" r="r" b="b"/>
                <a:pathLst>
                  <a:path w="2" h="3" extrusionOk="0">
                    <a:moveTo>
                      <a:pt x="1" y="3"/>
                    </a:moveTo>
                    <a:cubicBezTo>
                      <a:pt x="1" y="3"/>
                      <a:pt x="1" y="3"/>
                      <a:pt x="0" y="3"/>
                    </a:cubicBezTo>
                    <a:cubicBezTo>
                      <a:pt x="0"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6" name="Google Shape;506;p9"/>
              <p:cNvSpPr/>
              <p:nvPr/>
            </p:nvSpPr>
            <p:spPr>
              <a:xfrm>
                <a:off x="11170485" y="3573133"/>
                <a:ext cx="2330087"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3" y="244"/>
                    </a:cubicBezTo>
                    <a:cubicBezTo>
                      <a:pt x="3" y="244"/>
                      <a:pt x="3" y="244"/>
                      <a:pt x="3"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4" y="236"/>
                      <a:pt x="14" y="236"/>
                    </a:cubicBezTo>
                    <a:cubicBezTo>
                      <a:pt x="14" y="236"/>
                      <a:pt x="14" y="236"/>
                      <a:pt x="14" y="236"/>
                    </a:cubicBezTo>
                    <a:cubicBezTo>
                      <a:pt x="14" y="237"/>
                      <a:pt x="14" y="238"/>
                      <a:pt x="14" y="238"/>
                    </a:cubicBezTo>
                    <a:cubicBezTo>
                      <a:pt x="14" y="238"/>
                      <a:pt x="14" y="238"/>
                      <a:pt x="14" y="238"/>
                    </a:cubicBezTo>
                    <a:cubicBezTo>
                      <a:pt x="13" y="238"/>
                      <a:pt x="13" y="238"/>
                      <a:pt x="13" y="238"/>
                    </a:cubicBezTo>
                    <a:cubicBezTo>
                      <a:pt x="13" y="238"/>
                      <a:pt x="13" y="238"/>
                      <a:pt x="13" y="238"/>
                    </a:cubicBezTo>
                    <a:cubicBezTo>
                      <a:pt x="12" y="238"/>
                      <a:pt x="12" y="238"/>
                      <a:pt x="12" y="238"/>
                    </a:cubicBezTo>
                    <a:close/>
                    <a:moveTo>
                      <a:pt x="23" y="230"/>
                    </a:moveTo>
                    <a:cubicBezTo>
                      <a:pt x="23"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5"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7" y="221"/>
                    </a:cubicBezTo>
                    <a:cubicBezTo>
                      <a:pt x="37" y="221"/>
                      <a:pt x="37" y="221"/>
                      <a:pt x="37"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5" y="223"/>
                      <a:pt x="34" y="223"/>
                    </a:cubicBezTo>
                    <a:close/>
                    <a:moveTo>
                      <a:pt x="46" y="216"/>
                    </a:moveTo>
                    <a:cubicBezTo>
                      <a:pt x="45" y="215"/>
                      <a:pt x="45" y="214"/>
                      <a:pt x="46" y="214"/>
                    </a:cubicBezTo>
                    <a:cubicBezTo>
                      <a:pt x="46" y="214"/>
                      <a:pt x="46" y="214"/>
                      <a:pt x="46" y="214"/>
                    </a:cubicBezTo>
                    <a:cubicBezTo>
                      <a:pt x="47"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60" y="207"/>
                      <a:pt x="59" y="208"/>
                      <a:pt x="59" y="209"/>
                    </a:cubicBezTo>
                    <a:cubicBezTo>
                      <a:pt x="59" y="209"/>
                      <a:pt x="59" y="209"/>
                      <a:pt x="59" y="209"/>
                    </a:cubicBezTo>
                    <a:cubicBezTo>
                      <a:pt x="59"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70" y="201"/>
                      <a:pt x="69" y="201"/>
                    </a:cubicBezTo>
                    <a:cubicBezTo>
                      <a:pt x="69" y="201"/>
                      <a:pt x="69" y="201"/>
                      <a:pt x="69" y="201"/>
                    </a:cubicBezTo>
                    <a:cubicBezTo>
                      <a:pt x="69" y="201"/>
                      <a:pt x="68" y="201"/>
                      <a:pt x="68" y="201"/>
                    </a:cubicBezTo>
                    <a:close/>
                    <a:moveTo>
                      <a:pt x="80" y="193"/>
                    </a:moveTo>
                    <a:cubicBezTo>
                      <a:pt x="79" y="193"/>
                      <a:pt x="79" y="192"/>
                      <a:pt x="80" y="192"/>
                    </a:cubicBezTo>
                    <a:cubicBezTo>
                      <a:pt x="80" y="192"/>
                      <a:pt x="80" y="192"/>
                      <a:pt x="80" y="192"/>
                    </a:cubicBezTo>
                    <a:cubicBezTo>
                      <a:pt x="81"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80" y="193"/>
                    </a:cubicBezTo>
                    <a:close/>
                    <a:moveTo>
                      <a:pt x="91" y="186"/>
                    </a:moveTo>
                    <a:cubicBezTo>
                      <a:pt x="90" y="185"/>
                      <a:pt x="91"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4"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3" y="171"/>
                    </a:cubicBezTo>
                    <a:close/>
                    <a:moveTo>
                      <a:pt x="125" y="164"/>
                    </a:moveTo>
                    <a:cubicBezTo>
                      <a:pt x="124" y="163"/>
                      <a:pt x="125" y="162"/>
                      <a:pt x="125" y="162"/>
                    </a:cubicBezTo>
                    <a:cubicBezTo>
                      <a:pt x="125" y="162"/>
                      <a:pt x="125" y="162"/>
                      <a:pt x="125" y="162"/>
                    </a:cubicBezTo>
                    <a:cubicBezTo>
                      <a:pt x="126" y="162"/>
                      <a:pt x="127"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9"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1" y="140"/>
                      <a:pt x="161" y="140"/>
                    </a:cubicBezTo>
                    <a:cubicBezTo>
                      <a:pt x="161" y="140"/>
                      <a:pt x="161" y="140"/>
                      <a:pt x="161" y="140"/>
                    </a:cubicBezTo>
                    <a:cubicBezTo>
                      <a:pt x="161" y="141"/>
                      <a:pt x="161" y="142"/>
                      <a:pt x="161" y="142"/>
                    </a:cubicBezTo>
                    <a:cubicBezTo>
                      <a:pt x="161" y="142"/>
                      <a:pt x="161" y="142"/>
                      <a:pt x="161" y="142"/>
                    </a:cubicBezTo>
                    <a:cubicBezTo>
                      <a:pt x="160" y="142"/>
                      <a:pt x="160" y="142"/>
                      <a:pt x="160" y="142"/>
                    </a:cubicBezTo>
                    <a:cubicBezTo>
                      <a:pt x="160" y="142"/>
                      <a:pt x="160" y="142"/>
                      <a:pt x="160" y="142"/>
                    </a:cubicBezTo>
                    <a:cubicBezTo>
                      <a:pt x="159" y="142"/>
                      <a:pt x="159" y="142"/>
                      <a:pt x="159" y="142"/>
                    </a:cubicBezTo>
                    <a:close/>
                    <a:moveTo>
                      <a:pt x="170" y="134"/>
                    </a:moveTo>
                    <a:cubicBezTo>
                      <a:pt x="170"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2"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2"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4" y="112"/>
                      <a:pt x="204" y="111"/>
                      <a:pt x="204" y="111"/>
                    </a:cubicBezTo>
                    <a:cubicBezTo>
                      <a:pt x="204" y="111"/>
                      <a:pt x="204" y="111"/>
                      <a:pt x="204" y="111"/>
                    </a:cubicBezTo>
                    <a:cubicBezTo>
                      <a:pt x="205" y="110"/>
                      <a:pt x="206" y="110"/>
                      <a:pt x="206" y="111"/>
                    </a:cubicBezTo>
                    <a:cubicBezTo>
                      <a:pt x="206" y="111"/>
                      <a:pt x="206" y="111"/>
                      <a:pt x="206" y="111"/>
                    </a:cubicBezTo>
                    <a:cubicBezTo>
                      <a:pt x="207" y="112"/>
                      <a:pt x="206" y="112"/>
                      <a:pt x="206" y="113"/>
                    </a:cubicBezTo>
                    <a:cubicBezTo>
                      <a:pt x="206" y="113"/>
                      <a:pt x="206" y="113"/>
                      <a:pt x="206" y="113"/>
                    </a:cubicBezTo>
                    <a:cubicBezTo>
                      <a:pt x="206"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7" y="106"/>
                      <a:pt x="216" y="106"/>
                    </a:cubicBezTo>
                    <a:cubicBezTo>
                      <a:pt x="216" y="106"/>
                      <a:pt x="216" y="106"/>
                      <a:pt x="216" y="106"/>
                    </a:cubicBezTo>
                    <a:cubicBezTo>
                      <a:pt x="216" y="106"/>
                      <a:pt x="215" y="105"/>
                      <a:pt x="215" y="105"/>
                    </a:cubicBezTo>
                    <a:close/>
                    <a:moveTo>
                      <a:pt x="227" y="98"/>
                    </a:moveTo>
                    <a:cubicBezTo>
                      <a:pt x="226" y="97"/>
                      <a:pt x="226" y="96"/>
                      <a:pt x="227" y="96"/>
                    </a:cubicBezTo>
                    <a:cubicBezTo>
                      <a:pt x="227" y="96"/>
                      <a:pt x="227" y="96"/>
                      <a:pt x="227" y="96"/>
                    </a:cubicBezTo>
                    <a:cubicBezTo>
                      <a:pt x="228"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7" y="98"/>
                    </a:cubicBezTo>
                    <a:close/>
                    <a:moveTo>
                      <a:pt x="238" y="90"/>
                    </a:moveTo>
                    <a:cubicBezTo>
                      <a:pt x="237" y="90"/>
                      <a:pt x="238"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1"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2" y="76"/>
                    </a:cubicBezTo>
                    <a:cubicBezTo>
                      <a:pt x="262" y="76"/>
                      <a:pt x="262" y="76"/>
                      <a:pt x="262" y="76"/>
                    </a:cubicBezTo>
                    <a:cubicBezTo>
                      <a:pt x="261" y="76"/>
                      <a:pt x="261" y="76"/>
                      <a:pt x="260" y="76"/>
                    </a:cubicBezTo>
                    <a:close/>
                    <a:moveTo>
                      <a:pt x="272" y="68"/>
                    </a:moveTo>
                    <a:cubicBezTo>
                      <a:pt x="271" y="68"/>
                      <a:pt x="272"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6"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8" y="44"/>
                      <a:pt x="308" y="45"/>
                    </a:cubicBezTo>
                    <a:cubicBezTo>
                      <a:pt x="308" y="45"/>
                      <a:pt x="308" y="45"/>
                      <a:pt x="308" y="45"/>
                    </a:cubicBezTo>
                    <a:cubicBezTo>
                      <a:pt x="308" y="45"/>
                      <a:pt x="308" y="46"/>
                      <a:pt x="308" y="46"/>
                    </a:cubicBezTo>
                    <a:cubicBezTo>
                      <a:pt x="308" y="46"/>
                      <a:pt x="308" y="46"/>
                      <a:pt x="308" y="46"/>
                    </a:cubicBezTo>
                    <a:cubicBezTo>
                      <a:pt x="307" y="47"/>
                      <a:pt x="307" y="47"/>
                      <a:pt x="307" y="47"/>
                    </a:cubicBezTo>
                    <a:cubicBezTo>
                      <a:pt x="307" y="47"/>
                      <a:pt x="307" y="47"/>
                      <a:pt x="307" y="47"/>
                    </a:cubicBezTo>
                    <a:cubicBezTo>
                      <a:pt x="306" y="47"/>
                      <a:pt x="306" y="46"/>
                      <a:pt x="306" y="46"/>
                    </a:cubicBezTo>
                    <a:close/>
                    <a:moveTo>
                      <a:pt x="317" y="39"/>
                    </a:moveTo>
                    <a:cubicBezTo>
                      <a:pt x="317"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1" y="30"/>
                    </a:cubicBezTo>
                    <a:cubicBezTo>
                      <a:pt x="331" y="30"/>
                      <a:pt x="331" y="30"/>
                      <a:pt x="331"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9"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1" y="16"/>
                      <a:pt x="351" y="15"/>
                      <a:pt x="351" y="15"/>
                    </a:cubicBezTo>
                    <a:cubicBezTo>
                      <a:pt x="351" y="15"/>
                      <a:pt x="351" y="15"/>
                      <a:pt x="351" y="15"/>
                    </a:cubicBezTo>
                    <a:cubicBezTo>
                      <a:pt x="352" y="14"/>
                      <a:pt x="353" y="15"/>
                      <a:pt x="353" y="15"/>
                    </a:cubicBezTo>
                    <a:cubicBezTo>
                      <a:pt x="353" y="15"/>
                      <a:pt x="353" y="15"/>
                      <a:pt x="353" y="15"/>
                    </a:cubicBezTo>
                    <a:cubicBezTo>
                      <a:pt x="354" y="16"/>
                      <a:pt x="353" y="17"/>
                      <a:pt x="353" y="17"/>
                    </a:cubicBezTo>
                    <a:cubicBezTo>
                      <a:pt x="353" y="17"/>
                      <a:pt x="353" y="17"/>
                      <a:pt x="353" y="17"/>
                    </a:cubicBezTo>
                    <a:cubicBezTo>
                      <a:pt x="353"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4" y="2"/>
                    </a:moveTo>
                    <a:cubicBezTo>
                      <a:pt x="373" y="1"/>
                      <a:pt x="373" y="0"/>
                      <a:pt x="374" y="0"/>
                    </a:cubicBezTo>
                    <a:cubicBezTo>
                      <a:pt x="374" y="0"/>
                      <a:pt x="374" y="0"/>
                      <a:pt x="374" y="0"/>
                    </a:cubicBezTo>
                    <a:cubicBezTo>
                      <a:pt x="375"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7" name="Google Shape;507;p9"/>
              <p:cNvSpPr/>
              <p:nvPr/>
            </p:nvSpPr>
            <p:spPr>
              <a:xfrm>
                <a:off x="11099995" y="5123909"/>
                <a:ext cx="19581" cy="19580"/>
              </a:xfrm>
              <a:custGeom>
                <a:avLst/>
                <a:gdLst/>
                <a:ahLst/>
                <a:cxnLst/>
                <a:rect l="l" t="t" r="r" b="b"/>
                <a:pathLst>
                  <a:path w="3"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1" y="0"/>
                      <a:pt x="1" y="0"/>
                    </a:cubicBezTo>
                    <a:cubicBezTo>
                      <a:pt x="1" y="0"/>
                      <a:pt x="1" y="0"/>
                      <a:pt x="2" y="0"/>
                    </a:cubicBezTo>
                    <a:cubicBezTo>
                      <a:pt x="2" y="0"/>
                      <a:pt x="2" y="1"/>
                      <a:pt x="2" y="1"/>
                    </a:cubicBezTo>
                    <a:cubicBezTo>
                      <a:pt x="2" y="1"/>
                      <a:pt x="3" y="1"/>
                      <a:pt x="3" y="2"/>
                    </a:cubicBezTo>
                    <a:cubicBezTo>
                      <a:pt x="3" y="2"/>
                      <a:pt x="2" y="2"/>
                      <a:pt x="2" y="3"/>
                    </a:cubicBezTo>
                    <a:cubicBezTo>
                      <a:pt x="2" y="3"/>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8" name="Google Shape;508;p9"/>
              <p:cNvSpPr/>
              <p:nvPr/>
            </p:nvSpPr>
            <p:spPr>
              <a:xfrm>
                <a:off x="13700293"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2" y="0"/>
                      <a:pt x="2" y="1"/>
                    </a:cubicBezTo>
                    <a:cubicBezTo>
                      <a:pt x="3" y="1"/>
                      <a:pt x="3" y="1"/>
                      <a:pt x="3" y="2"/>
                    </a:cubicBezTo>
                    <a:cubicBezTo>
                      <a:pt x="3" y="2"/>
                      <a:pt x="3" y="2"/>
                      <a:pt x="3" y="2"/>
                    </a:cubicBezTo>
                    <a:cubicBezTo>
                      <a:pt x="2" y="2"/>
                      <a:pt x="2" y="3"/>
                      <a:pt x="2" y="3"/>
                    </a:cubicBezTo>
                    <a:cubicBezTo>
                      <a:pt x="2" y="3"/>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9" name="Google Shape;509;p9"/>
              <p:cNvSpPr/>
              <p:nvPr/>
            </p:nvSpPr>
            <p:spPr>
              <a:xfrm>
                <a:off x="11311465" y="3573133"/>
                <a:ext cx="2337917" cy="1527278"/>
              </a:xfrm>
              <a:custGeom>
                <a:avLst/>
                <a:gdLst/>
                <a:ahLst/>
                <a:cxnLst/>
                <a:rect l="l" t="t" r="r" b="b"/>
                <a:pathLst>
                  <a:path w="377" h="246" extrusionOk="0">
                    <a:moveTo>
                      <a:pt x="1" y="245"/>
                    </a:moveTo>
                    <a:cubicBezTo>
                      <a:pt x="0" y="244"/>
                      <a:pt x="0" y="244"/>
                      <a:pt x="1" y="243"/>
                    </a:cubicBezTo>
                    <a:cubicBezTo>
                      <a:pt x="1" y="243"/>
                      <a:pt x="1" y="243"/>
                      <a:pt x="1" y="243"/>
                    </a:cubicBezTo>
                    <a:cubicBezTo>
                      <a:pt x="2" y="243"/>
                      <a:pt x="3" y="243"/>
                      <a:pt x="3" y="244"/>
                    </a:cubicBezTo>
                    <a:cubicBezTo>
                      <a:pt x="3" y="244"/>
                      <a:pt x="3" y="244"/>
                      <a:pt x="3" y="244"/>
                    </a:cubicBezTo>
                    <a:cubicBezTo>
                      <a:pt x="3" y="244"/>
                      <a:pt x="3" y="245"/>
                      <a:pt x="3" y="245"/>
                    </a:cubicBezTo>
                    <a:cubicBezTo>
                      <a:pt x="3" y="245"/>
                      <a:pt x="3" y="245"/>
                      <a:pt x="3"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6" y="229"/>
                    </a:cubicBezTo>
                    <a:cubicBezTo>
                      <a:pt x="26" y="229"/>
                      <a:pt x="26" y="229"/>
                      <a:pt x="26"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4"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6" y="215"/>
                      <a:pt x="46" y="214"/>
                      <a:pt x="46" y="214"/>
                    </a:cubicBezTo>
                    <a:cubicBezTo>
                      <a:pt x="46" y="214"/>
                      <a:pt x="46" y="214"/>
                      <a:pt x="46" y="214"/>
                    </a:cubicBezTo>
                    <a:cubicBezTo>
                      <a:pt x="47" y="213"/>
                      <a:pt x="48" y="213"/>
                      <a:pt x="48" y="214"/>
                    </a:cubicBezTo>
                    <a:cubicBezTo>
                      <a:pt x="48" y="214"/>
                      <a:pt x="48" y="214"/>
                      <a:pt x="48" y="214"/>
                    </a:cubicBezTo>
                    <a:cubicBezTo>
                      <a:pt x="49" y="215"/>
                      <a:pt x="48" y="215"/>
                      <a:pt x="48" y="216"/>
                    </a:cubicBezTo>
                    <a:cubicBezTo>
                      <a:pt x="48" y="216"/>
                      <a:pt x="48" y="216"/>
                      <a:pt x="48" y="216"/>
                    </a:cubicBezTo>
                    <a:cubicBezTo>
                      <a:pt x="48"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9" y="201"/>
                    </a:moveTo>
                    <a:cubicBezTo>
                      <a:pt x="68" y="200"/>
                      <a:pt x="68" y="199"/>
                      <a:pt x="69" y="199"/>
                    </a:cubicBezTo>
                    <a:cubicBezTo>
                      <a:pt x="69" y="199"/>
                      <a:pt x="69" y="199"/>
                      <a:pt x="69" y="199"/>
                    </a:cubicBezTo>
                    <a:cubicBezTo>
                      <a:pt x="70"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9"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3" y="193"/>
                      <a:pt x="82" y="193"/>
                      <a:pt x="82" y="194"/>
                    </a:cubicBezTo>
                    <a:cubicBezTo>
                      <a:pt x="82" y="194"/>
                      <a:pt x="82" y="194"/>
                      <a:pt x="82" y="194"/>
                    </a:cubicBezTo>
                    <a:cubicBezTo>
                      <a:pt x="81" y="194"/>
                      <a:pt x="81" y="194"/>
                      <a:pt x="81" y="194"/>
                    </a:cubicBezTo>
                    <a:cubicBezTo>
                      <a:pt x="81" y="194"/>
                      <a:pt x="81" y="194"/>
                      <a:pt x="81" y="194"/>
                    </a:cubicBezTo>
                    <a:cubicBezTo>
                      <a:pt x="81" y="194"/>
                      <a:pt x="80" y="194"/>
                      <a:pt x="80" y="193"/>
                    </a:cubicBezTo>
                    <a:close/>
                    <a:moveTo>
                      <a:pt x="91" y="186"/>
                    </a:moveTo>
                    <a:cubicBezTo>
                      <a:pt x="91" y="185"/>
                      <a:pt x="91" y="185"/>
                      <a:pt x="92" y="184"/>
                    </a:cubicBezTo>
                    <a:cubicBezTo>
                      <a:pt x="92" y="184"/>
                      <a:pt x="92" y="184"/>
                      <a:pt x="92"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3"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4"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8"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8" y="157"/>
                    </a:cubicBezTo>
                    <a:cubicBezTo>
                      <a:pt x="138" y="157"/>
                      <a:pt x="138" y="157"/>
                      <a:pt x="138"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50" y="147"/>
                      <a:pt x="150" y="148"/>
                    </a:cubicBezTo>
                    <a:cubicBezTo>
                      <a:pt x="150" y="148"/>
                      <a:pt x="150" y="148"/>
                      <a:pt x="150" y="148"/>
                    </a:cubicBezTo>
                    <a:cubicBezTo>
                      <a:pt x="150" y="148"/>
                      <a:pt x="150" y="149"/>
                      <a:pt x="150" y="150"/>
                    </a:cubicBezTo>
                    <a:cubicBezTo>
                      <a:pt x="150" y="150"/>
                      <a:pt x="150" y="150"/>
                      <a:pt x="150"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3" y="133"/>
                    </a:cubicBezTo>
                    <a:cubicBezTo>
                      <a:pt x="173" y="133"/>
                      <a:pt x="173" y="133"/>
                      <a:pt x="173"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1"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3" y="119"/>
                      <a:pt x="193" y="118"/>
                      <a:pt x="193" y="118"/>
                    </a:cubicBezTo>
                    <a:cubicBezTo>
                      <a:pt x="193" y="118"/>
                      <a:pt x="193" y="118"/>
                      <a:pt x="193" y="118"/>
                    </a:cubicBezTo>
                    <a:cubicBezTo>
                      <a:pt x="194" y="118"/>
                      <a:pt x="195" y="118"/>
                      <a:pt x="195" y="118"/>
                    </a:cubicBezTo>
                    <a:cubicBezTo>
                      <a:pt x="195" y="118"/>
                      <a:pt x="195" y="118"/>
                      <a:pt x="195" y="118"/>
                    </a:cubicBezTo>
                    <a:cubicBezTo>
                      <a:pt x="196" y="119"/>
                      <a:pt x="195" y="120"/>
                      <a:pt x="195" y="120"/>
                    </a:cubicBezTo>
                    <a:cubicBezTo>
                      <a:pt x="195" y="120"/>
                      <a:pt x="195" y="120"/>
                      <a:pt x="195" y="120"/>
                    </a:cubicBezTo>
                    <a:cubicBezTo>
                      <a:pt x="195"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5" y="113"/>
                      <a:pt x="204" y="112"/>
                    </a:cubicBezTo>
                    <a:close/>
                    <a:moveTo>
                      <a:pt x="216" y="105"/>
                    </a:moveTo>
                    <a:cubicBezTo>
                      <a:pt x="215" y="104"/>
                      <a:pt x="215" y="104"/>
                      <a:pt x="216" y="103"/>
                    </a:cubicBezTo>
                    <a:cubicBezTo>
                      <a:pt x="216" y="103"/>
                      <a:pt x="216" y="103"/>
                      <a:pt x="216" y="103"/>
                    </a:cubicBezTo>
                    <a:cubicBezTo>
                      <a:pt x="217"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6"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30" y="97"/>
                      <a:pt x="229" y="98"/>
                      <a:pt x="229" y="98"/>
                    </a:cubicBezTo>
                    <a:cubicBezTo>
                      <a:pt x="229" y="98"/>
                      <a:pt x="229" y="98"/>
                      <a:pt x="229" y="98"/>
                    </a:cubicBezTo>
                    <a:cubicBezTo>
                      <a:pt x="228" y="98"/>
                      <a:pt x="228" y="98"/>
                      <a:pt x="228" y="98"/>
                    </a:cubicBezTo>
                    <a:cubicBezTo>
                      <a:pt x="228" y="98"/>
                      <a:pt x="228" y="98"/>
                      <a:pt x="228" y="98"/>
                    </a:cubicBezTo>
                    <a:cubicBezTo>
                      <a:pt x="228" y="98"/>
                      <a:pt x="227" y="98"/>
                      <a:pt x="227" y="98"/>
                    </a:cubicBezTo>
                    <a:close/>
                    <a:moveTo>
                      <a:pt x="238" y="90"/>
                    </a:moveTo>
                    <a:cubicBezTo>
                      <a:pt x="238" y="90"/>
                      <a:pt x="238" y="89"/>
                      <a:pt x="239" y="88"/>
                    </a:cubicBezTo>
                    <a:cubicBezTo>
                      <a:pt x="239" y="88"/>
                      <a:pt x="239" y="88"/>
                      <a:pt x="239"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40" y="91"/>
                      <a:pt x="239" y="91"/>
                    </a:cubicBezTo>
                    <a:cubicBezTo>
                      <a:pt x="239" y="91"/>
                      <a:pt x="239" y="91"/>
                      <a:pt x="239" y="91"/>
                    </a:cubicBezTo>
                    <a:cubicBezTo>
                      <a:pt x="239" y="91"/>
                      <a:pt x="238" y="91"/>
                      <a:pt x="238" y="90"/>
                    </a:cubicBezTo>
                    <a:close/>
                    <a:moveTo>
                      <a:pt x="250"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50" y="83"/>
                    </a:cubicBezTo>
                    <a:close/>
                    <a:moveTo>
                      <a:pt x="261" y="76"/>
                    </a:moveTo>
                    <a:cubicBezTo>
                      <a:pt x="260" y="75"/>
                      <a:pt x="261"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5"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5" y="61"/>
                    </a:cubicBezTo>
                    <a:cubicBezTo>
                      <a:pt x="285" y="61"/>
                      <a:pt x="285" y="61"/>
                      <a:pt x="285" y="61"/>
                    </a:cubicBezTo>
                    <a:cubicBezTo>
                      <a:pt x="284" y="61"/>
                      <a:pt x="284" y="61"/>
                      <a:pt x="283" y="61"/>
                    </a:cubicBezTo>
                    <a:close/>
                    <a:moveTo>
                      <a:pt x="295" y="53"/>
                    </a:moveTo>
                    <a:cubicBezTo>
                      <a:pt x="294" y="53"/>
                      <a:pt x="294" y="52"/>
                      <a:pt x="295" y="52"/>
                    </a:cubicBezTo>
                    <a:cubicBezTo>
                      <a:pt x="295" y="52"/>
                      <a:pt x="295" y="52"/>
                      <a:pt x="295" y="52"/>
                    </a:cubicBezTo>
                    <a:cubicBezTo>
                      <a:pt x="296" y="51"/>
                      <a:pt x="297" y="51"/>
                      <a:pt x="297" y="52"/>
                    </a:cubicBezTo>
                    <a:cubicBezTo>
                      <a:pt x="297" y="52"/>
                      <a:pt x="297" y="52"/>
                      <a:pt x="297" y="52"/>
                    </a:cubicBezTo>
                    <a:cubicBezTo>
                      <a:pt x="297" y="53"/>
                      <a:pt x="297" y="53"/>
                      <a:pt x="297" y="54"/>
                    </a:cubicBezTo>
                    <a:cubicBezTo>
                      <a:pt x="297" y="54"/>
                      <a:pt x="297" y="54"/>
                      <a:pt x="297"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20" y="37"/>
                    </a:cubicBezTo>
                    <a:cubicBezTo>
                      <a:pt x="320" y="37"/>
                      <a:pt x="320" y="37"/>
                      <a:pt x="320"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8"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1" y="32"/>
                    </a:cubicBezTo>
                    <a:cubicBezTo>
                      <a:pt x="331" y="32"/>
                      <a:pt x="331" y="32"/>
                      <a:pt x="331" y="32"/>
                    </a:cubicBezTo>
                    <a:cubicBezTo>
                      <a:pt x="330" y="32"/>
                      <a:pt x="330" y="32"/>
                      <a:pt x="330" y="32"/>
                    </a:cubicBezTo>
                    <a:cubicBezTo>
                      <a:pt x="330" y="32"/>
                      <a:pt x="330" y="32"/>
                      <a:pt x="330" y="32"/>
                    </a:cubicBezTo>
                    <a:cubicBezTo>
                      <a:pt x="329" y="32"/>
                      <a:pt x="329" y="32"/>
                      <a:pt x="329" y="31"/>
                    </a:cubicBezTo>
                    <a:close/>
                    <a:moveTo>
                      <a:pt x="340" y="24"/>
                    </a:moveTo>
                    <a:cubicBezTo>
                      <a:pt x="340" y="23"/>
                      <a:pt x="340" y="23"/>
                      <a:pt x="340" y="22"/>
                    </a:cubicBezTo>
                    <a:cubicBezTo>
                      <a:pt x="340" y="22"/>
                      <a:pt x="340" y="22"/>
                      <a:pt x="340" y="22"/>
                    </a:cubicBezTo>
                    <a:cubicBezTo>
                      <a:pt x="341" y="22"/>
                      <a:pt x="342" y="22"/>
                      <a:pt x="342" y="23"/>
                    </a:cubicBezTo>
                    <a:cubicBezTo>
                      <a:pt x="342" y="23"/>
                      <a:pt x="342" y="23"/>
                      <a:pt x="342" y="23"/>
                    </a:cubicBezTo>
                    <a:cubicBezTo>
                      <a:pt x="343" y="23"/>
                      <a:pt x="342" y="24"/>
                      <a:pt x="342" y="24"/>
                    </a:cubicBezTo>
                    <a:cubicBezTo>
                      <a:pt x="342" y="24"/>
                      <a:pt x="342" y="24"/>
                      <a:pt x="342" y="24"/>
                    </a:cubicBezTo>
                    <a:cubicBezTo>
                      <a:pt x="342"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4" y="15"/>
                    </a:cubicBezTo>
                    <a:cubicBezTo>
                      <a:pt x="354" y="15"/>
                      <a:pt x="354" y="15"/>
                      <a:pt x="354"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2" y="17"/>
                      <a:pt x="351" y="17"/>
                    </a:cubicBezTo>
                    <a:close/>
                    <a:moveTo>
                      <a:pt x="363" y="9"/>
                    </a:moveTo>
                    <a:cubicBezTo>
                      <a:pt x="362" y="9"/>
                      <a:pt x="362" y="8"/>
                      <a:pt x="363" y="7"/>
                    </a:cubicBezTo>
                    <a:cubicBezTo>
                      <a:pt x="363" y="7"/>
                      <a:pt x="363" y="7"/>
                      <a:pt x="363" y="7"/>
                    </a:cubicBezTo>
                    <a:cubicBezTo>
                      <a:pt x="364"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3"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7" y="1"/>
                      <a:pt x="376" y="2"/>
                      <a:pt x="376" y="2"/>
                    </a:cubicBezTo>
                    <a:cubicBezTo>
                      <a:pt x="376" y="2"/>
                      <a:pt x="376" y="2"/>
                      <a:pt x="376" y="2"/>
                    </a:cubicBezTo>
                    <a:cubicBezTo>
                      <a:pt x="376" y="2"/>
                      <a:pt x="375" y="3"/>
                      <a:pt x="375" y="3"/>
                    </a:cubicBezTo>
                    <a:cubicBezTo>
                      <a:pt x="375" y="3"/>
                      <a:pt x="375" y="3"/>
                      <a:pt x="375" y="3"/>
                    </a:cubicBezTo>
                    <a:cubicBezTo>
                      <a:pt x="375"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0" name="Google Shape;510;p9"/>
              <p:cNvSpPr/>
              <p:nvPr/>
            </p:nvSpPr>
            <p:spPr>
              <a:xfrm>
                <a:off x="11244892" y="5123909"/>
                <a:ext cx="19581" cy="19580"/>
              </a:xfrm>
              <a:custGeom>
                <a:avLst/>
                <a:gdLst/>
                <a:ahLst/>
                <a:cxnLst/>
                <a:rect l="l" t="t" r="r" b="b"/>
                <a:pathLst>
                  <a:path w="3" h="3" extrusionOk="0">
                    <a:moveTo>
                      <a:pt x="2" y="3"/>
                    </a:moveTo>
                    <a:cubicBezTo>
                      <a:pt x="1" y="3"/>
                      <a:pt x="1" y="3"/>
                      <a:pt x="1" y="3"/>
                    </a:cubicBezTo>
                    <a:cubicBezTo>
                      <a:pt x="0" y="2"/>
                      <a:pt x="0" y="2"/>
                      <a:pt x="0" y="2"/>
                    </a:cubicBezTo>
                    <a:cubicBezTo>
                      <a:pt x="0" y="1"/>
                      <a:pt x="0" y="1"/>
                      <a:pt x="1" y="1"/>
                    </a:cubicBezTo>
                    <a:cubicBezTo>
                      <a:pt x="1" y="1"/>
                      <a:pt x="1" y="0"/>
                      <a:pt x="1" y="0"/>
                    </a:cubicBezTo>
                    <a:cubicBezTo>
                      <a:pt x="1" y="0"/>
                      <a:pt x="2" y="0"/>
                      <a:pt x="2" y="0"/>
                    </a:cubicBezTo>
                    <a:cubicBezTo>
                      <a:pt x="2" y="0"/>
                      <a:pt x="2" y="1"/>
                      <a:pt x="2" y="1"/>
                    </a:cubicBezTo>
                    <a:cubicBezTo>
                      <a:pt x="3" y="1"/>
                      <a:pt x="3" y="1"/>
                      <a:pt x="3" y="1"/>
                    </a:cubicBezTo>
                    <a:cubicBezTo>
                      <a:pt x="3" y="1"/>
                      <a:pt x="3" y="1"/>
                      <a:pt x="3" y="2"/>
                    </a:cubicBezTo>
                    <a:cubicBezTo>
                      <a:pt x="3" y="2"/>
                      <a:pt x="3" y="2"/>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1" name="Google Shape;511;p9"/>
              <p:cNvSpPr/>
              <p:nvPr/>
            </p:nvSpPr>
            <p:spPr>
              <a:xfrm>
                <a:off x="13841273" y="3526140"/>
                <a:ext cx="19581" cy="15664"/>
              </a:xfrm>
              <a:custGeom>
                <a:avLst/>
                <a:gdLst/>
                <a:ahLst/>
                <a:cxnLst/>
                <a:rect l="l" t="t" r="r" b="b"/>
                <a:pathLst>
                  <a:path w="3" h="3" extrusionOk="0">
                    <a:moveTo>
                      <a:pt x="2" y="3"/>
                    </a:moveTo>
                    <a:cubicBezTo>
                      <a:pt x="1" y="3"/>
                      <a:pt x="1" y="3"/>
                      <a:pt x="1" y="3"/>
                    </a:cubicBezTo>
                    <a:cubicBezTo>
                      <a:pt x="0" y="3"/>
                      <a:pt x="0" y="2"/>
                      <a:pt x="0" y="2"/>
                    </a:cubicBezTo>
                    <a:cubicBezTo>
                      <a:pt x="0" y="1"/>
                      <a:pt x="0" y="1"/>
                      <a:pt x="1" y="1"/>
                    </a:cubicBezTo>
                    <a:cubicBezTo>
                      <a:pt x="1" y="1"/>
                      <a:pt x="1" y="1"/>
                      <a:pt x="1" y="1"/>
                    </a:cubicBezTo>
                    <a:cubicBezTo>
                      <a:pt x="2" y="0"/>
                      <a:pt x="2" y="0"/>
                      <a:pt x="3" y="1"/>
                    </a:cubicBezTo>
                    <a:cubicBezTo>
                      <a:pt x="3" y="1"/>
                      <a:pt x="3" y="1"/>
                      <a:pt x="3" y="2"/>
                    </a:cubicBezTo>
                    <a:cubicBezTo>
                      <a:pt x="3" y="2"/>
                      <a:pt x="3" y="3"/>
                      <a:pt x="3"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2" name="Google Shape;512;p9"/>
              <p:cNvSpPr/>
              <p:nvPr/>
            </p:nvSpPr>
            <p:spPr>
              <a:xfrm>
                <a:off x="11460278" y="3573133"/>
                <a:ext cx="2334003"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3"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4" y="236"/>
                    </a:cubicBezTo>
                    <a:cubicBezTo>
                      <a:pt x="14" y="236"/>
                      <a:pt x="14" y="236"/>
                      <a:pt x="14"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5" y="231"/>
                    </a:cubicBezTo>
                    <a:cubicBezTo>
                      <a:pt x="25" y="231"/>
                      <a:pt x="25" y="231"/>
                      <a:pt x="25" y="231"/>
                    </a:cubicBezTo>
                    <a:cubicBezTo>
                      <a:pt x="24" y="231"/>
                      <a:pt x="24" y="231"/>
                      <a:pt x="24" y="231"/>
                    </a:cubicBezTo>
                    <a:cubicBezTo>
                      <a:pt x="24" y="231"/>
                      <a:pt x="24" y="231"/>
                      <a:pt x="24" y="231"/>
                    </a:cubicBezTo>
                    <a:cubicBezTo>
                      <a:pt x="23" y="231"/>
                      <a:pt x="23" y="231"/>
                      <a:pt x="23" y="230"/>
                    </a:cubicBezTo>
                    <a:close/>
                    <a:moveTo>
                      <a:pt x="34" y="223"/>
                    </a:moveTo>
                    <a:cubicBezTo>
                      <a:pt x="34"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6"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8" y="214"/>
                    </a:cubicBezTo>
                    <a:cubicBezTo>
                      <a:pt x="48" y="214"/>
                      <a:pt x="48" y="214"/>
                      <a:pt x="48"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6" y="216"/>
                      <a:pt x="45" y="216"/>
                    </a:cubicBezTo>
                    <a:close/>
                    <a:moveTo>
                      <a:pt x="57"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7" y="208"/>
                    </a:cubicBezTo>
                    <a:close/>
                    <a:moveTo>
                      <a:pt x="68" y="201"/>
                    </a:moveTo>
                    <a:cubicBezTo>
                      <a:pt x="68" y="200"/>
                      <a:pt x="68" y="199"/>
                      <a:pt x="68" y="199"/>
                    </a:cubicBezTo>
                    <a:cubicBezTo>
                      <a:pt x="68" y="199"/>
                      <a:pt x="68" y="199"/>
                      <a:pt x="68" y="199"/>
                    </a:cubicBezTo>
                    <a:cubicBezTo>
                      <a:pt x="69" y="199"/>
                      <a:pt x="70" y="199"/>
                      <a:pt x="70" y="199"/>
                    </a:cubicBezTo>
                    <a:cubicBezTo>
                      <a:pt x="70" y="199"/>
                      <a:pt x="70" y="199"/>
                      <a:pt x="70" y="199"/>
                    </a:cubicBezTo>
                    <a:cubicBezTo>
                      <a:pt x="71" y="200"/>
                      <a:pt x="70" y="201"/>
                      <a:pt x="70" y="201"/>
                    </a:cubicBezTo>
                    <a:cubicBezTo>
                      <a:pt x="70" y="201"/>
                      <a:pt x="70" y="201"/>
                      <a:pt x="70" y="201"/>
                    </a:cubicBezTo>
                    <a:cubicBezTo>
                      <a:pt x="70"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1" y="194"/>
                      <a:pt x="80" y="194"/>
                    </a:cubicBezTo>
                    <a:cubicBezTo>
                      <a:pt x="80" y="194"/>
                      <a:pt x="80" y="194"/>
                      <a:pt x="80" y="194"/>
                    </a:cubicBezTo>
                    <a:cubicBezTo>
                      <a:pt x="80" y="194"/>
                      <a:pt x="79" y="194"/>
                      <a:pt x="79" y="193"/>
                    </a:cubicBezTo>
                    <a:close/>
                    <a:moveTo>
                      <a:pt x="91" y="186"/>
                    </a:moveTo>
                    <a:cubicBezTo>
                      <a:pt x="90" y="185"/>
                      <a:pt x="90" y="185"/>
                      <a:pt x="91" y="184"/>
                    </a:cubicBezTo>
                    <a:cubicBezTo>
                      <a:pt x="91" y="184"/>
                      <a:pt x="91" y="184"/>
                      <a:pt x="91" y="184"/>
                    </a:cubicBezTo>
                    <a:cubicBezTo>
                      <a:pt x="92"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1"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6" y="165"/>
                    </a:cubicBezTo>
                    <a:cubicBezTo>
                      <a:pt x="126" y="165"/>
                      <a:pt x="126" y="165"/>
                      <a:pt x="126" y="165"/>
                    </a:cubicBezTo>
                    <a:cubicBezTo>
                      <a:pt x="125" y="165"/>
                      <a:pt x="125" y="164"/>
                      <a:pt x="124" y="164"/>
                    </a:cubicBezTo>
                    <a:close/>
                    <a:moveTo>
                      <a:pt x="136" y="157"/>
                    </a:moveTo>
                    <a:cubicBezTo>
                      <a:pt x="135" y="156"/>
                      <a:pt x="136" y="155"/>
                      <a:pt x="136" y="155"/>
                    </a:cubicBezTo>
                    <a:cubicBezTo>
                      <a:pt x="136" y="155"/>
                      <a:pt x="136" y="155"/>
                      <a:pt x="136" y="155"/>
                    </a:cubicBezTo>
                    <a:cubicBezTo>
                      <a:pt x="137" y="154"/>
                      <a:pt x="138"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50"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2" y="132"/>
                      <a:pt x="172" y="133"/>
                    </a:cubicBezTo>
                    <a:cubicBezTo>
                      <a:pt x="172" y="133"/>
                      <a:pt x="172" y="133"/>
                      <a:pt x="172" y="133"/>
                    </a:cubicBezTo>
                    <a:cubicBezTo>
                      <a:pt x="172" y="134"/>
                      <a:pt x="172" y="134"/>
                      <a:pt x="172" y="135"/>
                    </a:cubicBezTo>
                    <a:cubicBezTo>
                      <a:pt x="172" y="135"/>
                      <a:pt x="172" y="135"/>
                      <a:pt x="172" y="135"/>
                    </a:cubicBezTo>
                    <a:cubicBezTo>
                      <a:pt x="171" y="135"/>
                      <a:pt x="171" y="135"/>
                      <a:pt x="171" y="135"/>
                    </a:cubicBezTo>
                    <a:cubicBezTo>
                      <a:pt x="171" y="135"/>
                      <a:pt x="171" y="135"/>
                      <a:pt x="171" y="135"/>
                    </a:cubicBezTo>
                    <a:cubicBezTo>
                      <a:pt x="170" y="135"/>
                      <a:pt x="170" y="135"/>
                      <a:pt x="170" y="134"/>
                    </a:cubicBezTo>
                    <a:close/>
                    <a:moveTo>
                      <a:pt x="181" y="127"/>
                    </a:moveTo>
                    <a:cubicBezTo>
                      <a:pt x="181"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3" y="120"/>
                      <a:pt x="192" y="120"/>
                    </a:cubicBezTo>
                    <a:close/>
                    <a:moveTo>
                      <a:pt x="204"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4" y="112"/>
                    </a:cubicBezTo>
                    <a:close/>
                    <a:moveTo>
                      <a:pt x="215" y="105"/>
                    </a:moveTo>
                    <a:cubicBezTo>
                      <a:pt x="215" y="104"/>
                      <a:pt x="215" y="104"/>
                      <a:pt x="215" y="103"/>
                    </a:cubicBezTo>
                    <a:cubicBezTo>
                      <a:pt x="215" y="103"/>
                      <a:pt x="215" y="103"/>
                      <a:pt x="215" y="103"/>
                    </a:cubicBezTo>
                    <a:cubicBezTo>
                      <a:pt x="216" y="103"/>
                      <a:pt x="217" y="103"/>
                      <a:pt x="217" y="104"/>
                    </a:cubicBezTo>
                    <a:cubicBezTo>
                      <a:pt x="217" y="104"/>
                      <a:pt x="217" y="104"/>
                      <a:pt x="217" y="104"/>
                    </a:cubicBezTo>
                    <a:cubicBezTo>
                      <a:pt x="218" y="104"/>
                      <a:pt x="217"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8" y="90"/>
                    </a:moveTo>
                    <a:cubicBezTo>
                      <a:pt x="237" y="90"/>
                      <a:pt x="237" y="89"/>
                      <a:pt x="238" y="88"/>
                    </a:cubicBezTo>
                    <a:cubicBezTo>
                      <a:pt x="238" y="88"/>
                      <a:pt x="238" y="88"/>
                      <a:pt x="238" y="88"/>
                    </a:cubicBezTo>
                    <a:cubicBezTo>
                      <a:pt x="239"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8"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2"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1" y="68"/>
                    </a:cubicBezTo>
                    <a:close/>
                    <a:moveTo>
                      <a:pt x="283" y="61"/>
                    </a:moveTo>
                    <a:cubicBezTo>
                      <a:pt x="282" y="60"/>
                      <a:pt x="283"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7"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5" y="46"/>
                    </a:cubicBezTo>
                    <a:close/>
                    <a:moveTo>
                      <a:pt x="317" y="39"/>
                    </a:moveTo>
                    <a:cubicBezTo>
                      <a:pt x="316" y="38"/>
                      <a:pt x="316" y="37"/>
                      <a:pt x="317" y="37"/>
                    </a:cubicBezTo>
                    <a:cubicBezTo>
                      <a:pt x="317" y="37"/>
                      <a:pt x="317" y="37"/>
                      <a:pt x="317" y="37"/>
                    </a:cubicBezTo>
                    <a:cubicBezTo>
                      <a:pt x="318" y="36"/>
                      <a:pt x="319" y="37"/>
                      <a:pt x="319" y="37"/>
                    </a:cubicBezTo>
                    <a:cubicBezTo>
                      <a:pt x="319" y="37"/>
                      <a:pt x="319" y="37"/>
                      <a:pt x="319" y="37"/>
                    </a:cubicBezTo>
                    <a:cubicBezTo>
                      <a:pt x="319" y="38"/>
                      <a:pt x="319" y="39"/>
                      <a:pt x="319" y="39"/>
                    </a:cubicBezTo>
                    <a:cubicBezTo>
                      <a:pt x="319" y="39"/>
                      <a:pt x="319" y="39"/>
                      <a:pt x="319" y="39"/>
                    </a:cubicBezTo>
                    <a:cubicBezTo>
                      <a:pt x="318" y="39"/>
                      <a:pt x="318" y="39"/>
                      <a:pt x="318" y="39"/>
                    </a:cubicBezTo>
                    <a:cubicBezTo>
                      <a:pt x="318" y="39"/>
                      <a:pt x="318" y="39"/>
                      <a:pt x="318" y="39"/>
                    </a:cubicBezTo>
                    <a:cubicBezTo>
                      <a:pt x="317" y="39"/>
                      <a:pt x="317" y="39"/>
                      <a:pt x="317" y="39"/>
                    </a:cubicBezTo>
                    <a:close/>
                    <a:moveTo>
                      <a:pt x="328" y="31"/>
                    </a:moveTo>
                    <a:cubicBezTo>
                      <a:pt x="328"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2" y="23"/>
                    </a:cubicBezTo>
                    <a:cubicBezTo>
                      <a:pt x="342" y="23"/>
                      <a:pt x="342" y="23"/>
                      <a:pt x="342"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40"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2" y="9"/>
                      <a:pt x="362" y="8"/>
                      <a:pt x="362" y="7"/>
                    </a:cubicBezTo>
                    <a:cubicBezTo>
                      <a:pt x="362" y="7"/>
                      <a:pt x="362" y="7"/>
                      <a:pt x="362" y="7"/>
                    </a:cubicBezTo>
                    <a:cubicBezTo>
                      <a:pt x="363" y="7"/>
                      <a:pt x="364" y="7"/>
                      <a:pt x="364" y="8"/>
                    </a:cubicBezTo>
                    <a:cubicBezTo>
                      <a:pt x="364" y="8"/>
                      <a:pt x="364" y="8"/>
                      <a:pt x="364" y="8"/>
                    </a:cubicBezTo>
                    <a:cubicBezTo>
                      <a:pt x="365" y="8"/>
                      <a:pt x="364" y="9"/>
                      <a:pt x="364" y="10"/>
                    </a:cubicBezTo>
                    <a:cubicBezTo>
                      <a:pt x="364" y="10"/>
                      <a:pt x="364" y="10"/>
                      <a:pt x="364" y="10"/>
                    </a:cubicBezTo>
                    <a:cubicBezTo>
                      <a:pt x="364"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3" name="Google Shape;513;p9"/>
              <p:cNvSpPr/>
              <p:nvPr/>
            </p:nvSpPr>
            <p:spPr>
              <a:xfrm>
                <a:off x="11393704" y="5123909"/>
                <a:ext cx="11748" cy="19580"/>
              </a:xfrm>
              <a:custGeom>
                <a:avLst/>
                <a:gdLst/>
                <a:ahLst/>
                <a:cxnLst/>
                <a:rect l="l" t="t" r="r" b="b"/>
                <a:pathLst>
                  <a:path w="2" h="3" extrusionOk="0">
                    <a:moveTo>
                      <a:pt x="1" y="3"/>
                    </a:moveTo>
                    <a:cubicBezTo>
                      <a:pt x="1" y="3"/>
                      <a:pt x="1" y="3"/>
                      <a:pt x="0" y="3"/>
                    </a:cubicBezTo>
                    <a:cubicBezTo>
                      <a:pt x="0" y="3"/>
                      <a:pt x="0" y="3"/>
                      <a:pt x="0" y="3"/>
                    </a:cubicBezTo>
                    <a:cubicBezTo>
                      <a:pt x="0" y="2"/>
                      <a:pt x="0" y="2"/>
                      <a:pt x="0" y="2"/>
                    </a:cubicBezTo>
                    <a:cubicBezTo>
                      <a:pt x="0" y="1"/>
                      <a:pt x="0" y="1"/>
                      <a:pt x="0" y="1"/>
                    </a:cubicBezTo>
                    <a:cubicBezTo>
                      <a:pt x="0" y="1"/>
                      <a:pt x="0" y="1"/>
                      <a:pt x="0" y="1"/>
                    </a:cubicBezTo>
                    <a:cubicBezTo>
                      <a:pt x="0" y="0"/>
                      <a:pt x="1" y="0"/>
                      <a:pt x="1" y="0"/>
                    </a:cubicBezTo>
                    <a:cubicBezTo>
                      <a:pt x="2" y="0"/>
                      <a:pt x="2" y="1"/>
                      <a:pt x="2" y="1"/>
                    </a:cubicBezTo>
                    <a:cubicBezTo>
                      <a:pt x="2" y="1"/>
                      <a:pt x="2" y="1"/>
                      <a:pt x="2" y="1"/>
                    </a:cubicBezTo>
                    <a:cubicBezTo>
                      <a:pt x="2" y="1"/>
                      <a:pt x="2" y="1"/>
                      <a:pt x="2" y="2"/>
                    </a:cubicBezTo>
                    <a:cubicBezTo>
                      <a:pt x="2" y="2"/>
                      <a:pt x="2" y="2"/>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4" name="Google Shape;514;p9"/>
            <p:cNvGrpSpPr/>
            <p:nvPr/>
          </p:nvGrpSpPr>
          <p:grpSpPr>
            <a:xfrm>
              <a:off x="4298463" y="4608493"/>
              <a:ext cx="2223279" cy="1229832"/>
              <a:chOff x="16053876" y="2645018"/>
              <a:chExt cx="2909670" cy="1609517"/>
            </a:xfrm>
          </p:grpSpPr>
          <p:sp>
            <p:nvSpPr>
              <p:cNvPr id="515" name="Google Shape;515;p9"/>
              <p:cNvSpPr/>
              <p:nvPr/>
            </p:nvSpPr>
            <p:spPr>
              <a:xfrm>
                <a:off x="16488564" y="4238870"/>
                <a:ext cx="19581" cy="15664"/>
              </a:xfrm>
              <a:custGeom>
                <a:avLst/>
                <a:gdLst/>
                <a:ahLst/>
                <a:cxnLst/>
                <a:rect l="l" t="t" r="r" b="b"/>
                <a:pathLst>
                  <a:path w="3" h="3" extrusionOk="0">
                    <a:moveTo>
                      <a:pt x="2" y="0"/>
                    </a:moveTo>
                    <a:cubicBezTo>
                      <a:pt x="2" y="0"/>
                      <a:pt x="2" y="1"/>
                      <a:pt x="2" y="1"/>
                    </a:cubicBezTo>
                    <a:cubicBezTo>
                      <a:pt x="3" y="1"/>
                      <a:pt x="3" y="1"/>
                      <a:pt x="3" y="2"/>
                    </a:cubicBezTo>
                    <a:cubicBezTo>
                      <a:pt x="3" y="2"/>
                      <a:pt x="3" y="2"/>
                      <a:pt x="2" y="3"/>
                    </a:cubicBezTo>
                    <a:cubicBezTo>
                      <a:pt x="2" y="3"/>
                      <a:pt x="1" y="3"/>
                      <a:pt x="1" y="3"/>
                    </a:cubicBezTo>
                    <a:cubicBezTo>
                      <a:pt x="0" y="2"/>
                      <a:pt x="0" y="2"/>
                      <a:pt x="0" y="2"/>
                    </a:cubicBezTo>
                    <a:cubicBezTo>
                      <a:pt x="0" y="1"/>
                      <a:pt x="0" y="1"/>
                      <a:pt x="1" y="1"/>
                    </a:cubicBezTo>
                    <a:cubicBezTo>
                      <a:pt x="1" y="1"/>
                      <a:pt x="1" y="1"/>
                      <a:pt x="1" y="0"/>
                    </a:cubicBezTo>
                    <a:cubicBezTo>
                      <a:pt x="1" y="0"/>
                      <a:pt x="1"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6" name="Google Shape;516;p9"/>
              <p:cNvSpPr/>
              <p:nvPr/>
            </p:nvSpPr>
            <p:spPr>
              <a:xfrm>
                <a:off x="16559054" y="2688095"/>
                <a:ext cx="2337917" cy="1523362"/>
              </a:xfrm>
              <a:custGeom>
                <a:avLst/>
                <a:gdLst/>
                <a:ahLst/>
                <a:cxnLst/>
                <a:rect l="l" t="t" r="r" b="b"/>
                <a:pathLst>
                  <a:path w="377" h="246" extrusionOk="0">
                    <a:moveTo>
                      <a:pt x="376" y="1"/>
                    </a:moveTo>
                    <a:cubicBezTo>
                      <a:pt x="377" y="1"/>
                      <a:pt x="376" y="2"/>
                      <a:pt x="376" y="2"/>
                    </a:cubicBezTo>
                    <a:cubicBezTo>
                      <a:pt x="376" y="2"/>
                      <a:pt x="376" y="2"/>
                      <a:pt x="376" y="2"/>
                    </a:cubicBezTo>
                    <a:cubicBezTo>
                      <a:pt x="375" y="3"/>
                      <a:pt x="374" y="3"/>
                      <a:pt x="374" y="2"/>
                    </a:cubicBezTo>
                    <a:cubicBezTo>
                      <a:pt x="374" y="2"/>
                      <a:pt x="374" y="2"/>
                      <a:pt x="374" y="2"/>
                    </a:cubicBezTo>
                    <a:cubicBezTo>
                      <a:pt x="374" y="1"/>
                      <a:pt x="374" y="1"/>
                      <a:pt x="374" y="0"/>
                    </a:cubicBezTo>
                    <a:cubicBezTo>
                      <a:pt x="374" y="0"/>
                      <a:pt x="374" y="0"/>
                      <a:pt x="374" y="0"/>
                    </a:cubicBezTo>
                    <a:cubicBezTo>
                      <a:pt x="375" y="0"/>
                      <a:pt x="375" y="0"/>
                      <a:pt x="375" y="0"/>
                    </a:cubicBezTo>
                    <a:cubicBezTo>
                      <a:pt x="375" y="0"/>
                      <a:pt x="375" y="0"/>
                      <a:pt x="375" y="0"/>
                    </a:cubicBezTo>
                    <a:cubicBezTo>
                      <a:pt x="375" y="0"/>
                      <a:pt x="376" y="0"/>
                      <a:pt x="376" y="1"/>
                    </a:cubicBezTo>
                    <a:close/>
                    <a:moveTo>
                      <a:pt x="365" y="8"/>
                    </a:moveTo>
                    <a:cubicBezTo>
                      <a:pt x="365" y="9"/>
                      <a:pt x="365" y="9"/>
                      <a:pt x="364" y="10"/>
                    </a:cubicBezTo>
                    <a:cubicBezTo>
                      <a:pt x="364" y="10"/>
                      <a:pt x="364" y="10"/>
                      <a:pt x="364" y="10"/>
                    </a:cubicBezTo>
                    <a:cubicBezTo>
                      <a:pt x="364" y="10"/>
                      <a:pt x="363" y="10"/>
                      <a:pt x="363" y="9"/>
                    </a:cubicBezTo>
                    <a:cubicBezTo>
                      <a:pt x="363" y="9"/>
                      <a:pt x="363" y="9"/>
                      <a:pt x="363" y="9"/>
                    </a:cubicBezTo>
                    <a:cubicBezTo>
                      <a:pt x="362" y="9"/>
                      <a:pt x="362" y="8"/>
                      <a:pt x="363" y="8"/>
                    </a:cubicBezTo>
                    <a:cubicBezTo>
                      <a:pt x="363" y="8"/>
                      <a:pt x="363" y="8"/>
                      <a:pt x="363" y="8"/>
                    </a:cubicBezTo>
                    <a:cubicBezTo>
                      <a:pt x="363" y="7"/>
                      <a:pt x="363" y="7"/>
                      <a:pt x="364" y="7"/>
                    </a:cubicBezTo>
                    <a:cubicBezTo>
                      <a:pt x="364" y="7"/>
                      <a:pt x="364" y="7"/>
                      <a:pt x="364" y="7"/>
                    </a:cubicBezTo>
                    <a:cubicBezTo>
                      <a:pt x="364" y="7"/>
                      <a:pt x="365" y="8"/>
                      <a:pt x="365" y="8"/>
                    </a:cubicBezTo>
                    <a:close/>
                    <a:moveTo>
                      <a:pt x="354" y="15"/>
                    </a:moveTo>
                    <a:cubicBezTo>
                      <a:pt x="354" y="16"/>
                      <a:pt x="354" y="17"/>
                      <a:pt x="353" y="17"/>
                    </a:cubicBezTo>
                    <a:cubicBezTo>
                      <a:pt x="353" y="17"/>
                      <a:pt x="353" y="17"/>
                      <a:pt x="353" y="17"/>
                    </a:cubicBezTo>
                    <a:cubicBezTo>
                      <a:pt x="353" y="18"/>
                      <a:pt x="352" y="17"/>
                      <a:pt x="351" y="17"/>
                    </a:cubicBezTo>
                    <a:cubicBezTo>
                      <a:pt x="351" y="17"/>
                      <a:pt x="351" y="17"/>
                      <a:pt x="351" y="17"/>
                    </a:cubicBezTo>
                    <a:cubicBezTo>
                      <a:pt x="351" y="16"/>
                      <a:pt x="351" y="15"/>
                      <a:pt x="352" y="15"/>
                    </a:cubicBezTo>
                    <a:cubicBezTo>
                      <a:pt x="352" y="15"/>
                      <a:pt x="352" y="15"/>
                      <a:pt x="352" y="15"/>
                    </a:cubicBezTo>
                    <a:cubicBezTo>
                      <a:pt x="352" y="15"/>
                      <a:pt x="352" y="15"/>
                      <a:pt x="352" y="15"/>
                    </a:cubicBezTo>
                    <a:cubicBezTo>
                      <a:pt x="352" y="15"/>
                      <a:pt x="352" y="15"/>
                      <a:pt x="352" y="15"/>
                    </a:cubicBezTo>
                    <a:cubicBezTo>
                      <a:pt x="353" y="15"/>
                      <a:pt x="353" y="15"/>
                      <a:pt x="354" y="15"/>
                    </a:cubicBezTo>
                    <a:close/>
                    <a:moveTo>
                      <a:pt x="342" y="23"/>
                    </a:moveTo>
                    <a:cubicBezTo>
                      <a:pt x="343" y="23"/>
                      <a:pt x="342" y="24"/>
                      <a:pt x="342" y="24"/>
                    </a:cubicBezTo>
                    <a:cubicBezTo>
                      <a:pt x="342" y="24"/>
                      <a:pt x="342" y="24"/>
                      <a:pt x="342" y="24"/>
                    </a:cubicBezTo>
                    <a:cubicBezTo>
                      <a:pt x="341" y="25"/>
                      <a:pt x="340" y="25"/>
                      <a:pt x="340" y="24"/>
                    </a:cubicBezTo>
                    <a:cubicBezTo>
                      <a:pt x="340" y="24"/>
                      <a:pt x="340" y="24"/>
                      <a:pt x="340" y="24"/>
                    </a:cubicBezTo>
                    <a:cubicBezTo>
                      <a:pt x="340" y="23"/>
                      <a:pt x="340" y="23"/>
                      <a:pt x="340" y="22"/>
                    </a:cubicBezTo>
                    <a:cubicBezTo>
                      <a:pt x="340" y="22"/>
                      <a:pt x="340" y="22"/>
                      <a:pt x="340" y="22"/>
                    </a:cubicBezTo>
                    <a:cubicBezTo>
                      <a:pt x="341" y="22"/>
                      <a:pt x="341" y="22"/>
                      <a:pt x="341" y="22"/>
                    </a:cubicBezTo>
                    <a:cubicBezTo>
                      <a:pt x="341" y="22"/>
                      <a:pt x="341" y="22"/>
                      <a:pt x="341" y="22"/>
                    </a:cubicBezTo>
                    <a:cubicBezTo>
                      <a:pt x="342" y="22"/>
                      <a:pt x="342" y="22"/>
                      <a:pt x="342" y="23"/>
                    </a:cubicBezTo>
                    <a:close/>
                    <a:moveTo>
                      <a:pt x="331" y="30"/>
                    </a:moveTo>
                    <a:cubicBezTo>
                      <a:pt x="331" y="31"/>
                      <a:pt x="331" y="31"/>
                      <a:pt x="331" y="32"/>
                    </a:cubicBezTo>
                    <a:cubicBezTo>
                      <a:pt x="331" y="32"/>
                      <a:pt x="331" y="32"/>
                      <a:pt x="331" y="32"/>
                    </a:cubicBezTo>
                    <a:cubicBezTo>
                      <a:pt x="330" y="32"/>
                      <a:pt x="329" y="32"/>
                      <a:pt x="329" y="31"/>
                    </a:cubicBezTo>
                    <a:cubicBezTo>
                      <a:pt x="329" y="31"/>
                      <a:pt x="329" y="31"/>
                      <a:pt x="329" y="31"/>
                    </a:cubicBezTo>
                    <a:cubicBezTo>
                      <a:pt x="328" y="31"/>
                      <a:pt x="328" y="30"/>
                      <a:pt x="329" y="30"/>
                    </a:cubicBezTo>
                    <a:cubicBezTo>
                      <a:pt x="329" y="30"/>
                      <a:pt x="329" y="30"/>
                      <a:pt x="329" y="30"/>
                    </a:cubicBezTo>
                    <a:cubicBezTo>
                      <a:pt x="329" y="29"/>
                      <a:pt x="330" y="29"/>
                      <a:pt x="330" y="29"/>
                    </a:cubicBezTo>
                    <a:cubicBezTo>
                      <a:pt x="330" y="29"/>
                      <a:pt x="330" y="29"/>
                      <a:pt x="330" y="29"/>
                    </a:cubicBezTo>
                    <a:cubicBezTo>
                      <a:pt x="330" y="29"/>
                      <a:pt x="331" y="30"/>
                      <a:pt x="331" y="30"/>
                    </a:cubicBezTo>
                    <a:close/>
                    <a:moveTo>
                      <a:pt x="320" y="37"/>
                    </a:moveTo>
                    <a:cubicBezTo>
                      <a:pt x="320" y="38"/>
                      <a:pt x="320" y="39"/>
                      <a:pt x="319" y="39"/>
                    </a:cubicBezTo>
                    <a:cubicBezTo>
                      <a:pt x="319" y="39"/>
                      <a:pt x="319" y="39"/>
                      <a:pt x="319" y="39"/>
                    </a:cubicBezTo>
                    <a:cubicBezTo>
                      <a:pt x="319" y="40"/>
                      <a:pt x="318" y="39"/>
                      <a:pt x="317" y="39"/>
                    </a:cubicBezTo>
                    <a:cubicBezTo>
                      <a:pt x="317" y="39"/>
                      <a:pt x="317" y="39"/>
                      <a:pt x="317" y="39"/>
                    </a:cubicBezTo>
                    <a:cubicBezTo>
                      <a:pt x="317" y="38"/>
                      <a:pt x="317" y="37"/>
                      <a:pt x="318" y="37"/>
                    </a:cubicBezTo>
                    <a:cubicBezTo>
                      <a:pt x="318" y="37"/>
                      <a:pt x="318" y="37"/>
                      <a:pt x="318" y="37"/>
                    </a:cubicBezTo>
                    <a:cubicBezTo>
                      <a:pt x="318" y="37"/>
                      <a:pt x="318" y="37"/>
                      <a:pt x="318" y="37"/>
                    </a:cubicBezTo>
                    <a:cubicBezTo>
                      <a:pt x="318" y="37"/>
                      <a:pt x="318" y="37"/>
                      <a:pt x="318" y="37"/>
                    </a:cubicBezTo>
                    <a:cubicBezTo>
                      <a:pt x="319" y="37"/>
                      <a:pt x="319" y="37"/>
                      <a:pt x="320" y="37"/>
                    </a:cubicBezTo>
                    <a:close/>
                    <a:moveTo>
                      <a:pt x="308" y="45"/>
                    </a:moveTo>
                    <a:cubicBezTo>
                      <a:pt x="309" y="45"/>
                      <a:pt x="309" y="46"/>
                      <a:pt x="308" y="47"/>
                    </a:cubicBezTo>
                    <a:cubicBezTo>
                      <a:pt x="308" y="47"/>
                      <a:pt x="308" y="47"/>
                      <a:pt x="308" y="47"/>
                    </a:cubicBezTo>
                    <a:cubicBezTo>
                      <a:pt x="307" y="47"/>
                      <a:pt x="306" y="47"/>
                      <a:pt x="306" y="46"/>
                    </a:cubicBezTo>
                    <a:cubicBezTo>
                      <a:pt x="306" y="46"/>
                      <a:pt x="306" y="46"/>
                      <a:pt x="306" y="46"/>
                    </a:cubicBezTo>
                    <a:cubicBezTo>
                      <a:pt x="306" y="46"/>
                      <a:pt x="306" y="45"/>
                      <a:pt x="306" y="44"/>
                    </a:cubicBezTo>
                    <a:cubicBezTo>
                      <a:pt x="306" y="44"/>
                      <a:pt x="306" y="44"/>
                      <a:pt x="306" y="44"/>
                    </a:cubicBezTo>
                    <a:cubicBezTo>
                      <a:pt x="307" y="44"/>
                      <a:pt x="307" y="44"/>
                      <a:pt x="307" y="44"/>
                    </a:cubicBezTo>
                    <a:cubicBezTo>
                      <a:pt x="307" y="44"/>
                      <a:pt x="307" y="44"/>
                      <a:pt x="307" y="44"/>
                    </a:cubicBezTo>
                    <a:cubicBezTo>
                      <a:pt x="308" y="44"/>
                      <a:pt x="308" y="44"/>
                      <a:pt x="308" y="45"/>
                    </a:cubicBezTo>
                    <a:close/>
                    <a:moveTo>
                      <a:pt x="297" y="52"/>
                    </a:moveTo>
                    <a:cubicBezTo>
                      <a:pt x="297" y="53"/>
                      <a:pt x="297" y="54"/>
                      <a:pt x="297" y="54"/>
                    </a:cubicBezTo>
                    <a:cubicBezTo>
                      <a:pt x="297" y="54"/>
                      <a:pt x="297" y="54"/>
                      <a:pt x="297" y="54"/>
                    </a:cubicBezTo>
                    <a:cubicBezTo>
                      <a:pt x="296" y="54"/>
                      <a:pt x="295" y="54"/>
                      <a:pt x="295" y="54"/>
                    </a:cubicBezTo>
                    <a:cubicBezTo>
                      <a:pt x="295" y="54"/>
                      <a:pt x="295" y="54"/>
                      <a:pt x="295" y="54"/>
                    </a:cubicBezTo>
                    <a:cubicBezTo>
                      <a:pt x="294" y="53"/>
                      <a:pt x="295" y="52"/>
                      <a:pt x="295" y="52"/>
                    </a:cubicBezTo>
                    <a:cubicBezTo>
                      <a:pt x="295" y="52"/>
                      <a:pt x="295" y="52"/>
                      <a:pt x="295" y="52"/>
                    </a:cubicBezTo>
                    <a:cubicBezTo>
                      <a:pt x="295" y="52"/>
                      <a:pt x="296" y="51"/>
                      <a:pt x="296" y="51"/>
                    </a:cubicBezTo>
                    <a:cubicBezTo>
                      <a:pt x="296" y="51"/>
                      <a:pt x="296" y="51"/>
                      <a:pt x="296" y="51"/>
                    </a:cubicBezTo>
                    <a:cubicBezTo>
                      <a:pt x="296" y="51"/>
                      <a:pt x="297" y="52"/>
                      <a:pt x="297" y="52"/>
                    </a:cubicBezTo>
                    <a:close/>
                    <a:moveTo>
                      <a:pt x="286" y="59"/>
                    </a:moveTo>
                    <a:cubicBezTo>
                      <a:pt x="286" y="60"/>
                      <a:pt x="286" y="61"/>
                      <a:pt x="285" y="61"/>
                    </a:cubicBezTo>
                    <a:cubicBezTo>
                      <a:pt x="285" y="61"/>
                      <a:pt x="285" y="61"/>
                      <a:pt x="285" y="61"/>
                    </a:cubicBezTo>
                    <a:cubicBezTo>
                      <a:pt x="285" y="62"/>
                      <a:pt x="284" y="62"/>
                      <a:pt x="283" y="61"/>
                    </a:cubicBezTo>
                    <a:cubicBezTo>
                      <a:pt x="283" y="61"/>
                      <a:pt x="283" y="61"/>
                      <a:pt x="283" y="61"/>
                    </a:cubicBezTo>
                    <a:cubicBezTo>
                      <a:pt x="283" y="60"/>
                      <a:pt x="283" y="59"/>
                      <a:pt x="284" y="59"/>
                    </a:cubicBezTo>
                    <a:cubicBezTo>
                      <a:pt x="284" y="59"/>
                      <a:pt x="284" y="59"/>
                      <a:pt x="284" y="59"/>
                    </a:cubicBezTo>
                    <a:cubicBezTo>
                      <a:pt x="284" y="59"/>
                      <a:pt x="284" y="59"/>
                      <a:pt x="285" y="59"/>
                    </a:cubicBezTo>
                    <a:cubicBezTo>
                      <a:pt x="285" y="59"/>
                      <a:pt x="285" y="59"/>
                      <a:pt x="285" y="59"/>
                    </a:cubicBezTo>
                    <a:cubicBezTo>
                      <a:pt x="285" y="59"/>
                      <a:pt x="285" y="59"/>
                      <a:pt x="286" y="59"/>
                    </a:cubicBezTo>
                    <a:close/>
                    <a:moveTo>
                      <a:pt x="274" y="67"/>
                    </a:moveTo>
                    <a:cubicBezTo>
                      <a:pt x="275" y="67"/>
                      <a:pt x="275" y="68"/>
                      <a:pt x="274" y="69"/>
                    </a:cubicBezTo>
                    <a:cubicBezTo>
                      <a:pt x="274" y="69"/>
                      <a:pt x="274" y="69"/>
                      <a:pt x="274" y="69"/>
                    </a:cubicBezTo>
                    <a:cubicBezTo>
                      <a:pt x="273" y="69"/>
                      <a:pt x="273" y="69"/>
                      <a:pt x="272" y="68"/>
                    </a:cubicBezTo>
                    <a:cubicBezTo>
                      <a:pt x="272" y="68"/>
                      <a:pt x="272" y="68"/>
                      <a:pt x="272" y="68"/>
                    </a:cubicBezTo>
                    <a:cubicBezTo>
                      <a:pt x="272" y="68"/>
                      <a:pt x="272" y="67"/>
                      <a:pt x="273" y="66"/>
                    </a:cubicBezTo>
                    <a:cubicBezTo>
                      <a:pt x="273" y="66"/>
                      <a:pt x="273" y="66"/>
                      <a:pt x="273" y="66"/>
                    </a:cubicBezTo>
                    <a:cubicBezTo>
                      <a:pt x="273" y="66"/>
                      <a:pt x="273" y="66"/>
                      <a:pt x="273" y="66"/>
                    </a:cubicBezTo>
                    <a:cubicBezTo>
                      <a:pt x="273" y="66"/>
                      <a:pt x="273" y="66"/>
                      <a:pt x="273" y="66"/>
                    </a:cubicBezTo>
                    <a:cubicBezTo>
                      <a:pt x="274" y="66"/>
                      <a:pt x="274" y="66"/>
                      <a:pt x="274" y="67"/>
                    </a:cubicBezTo>
                    <a:close/>
                    <a:moveTo>
                      <a:pt x="263" y="74"/>
                    </a:moveTo>
                    <a:cubicBezTo>
                      <a:pt x="263" y="75"/>
                      <a:pt x="263" y="76"/>
                      <a:pt x="263" y="76"/>
                    </a:cubicBezTo>
                    <a:cubicBezTo>
                      <a:pt x="263" y="76"/>
                      <a:pt x="263" y="76"/>
                      <a:pt x="263" y="76"/>
                    </a:cubicBezTo>
                    <a:cubicBezTo>
                      <a:pt x="262" y="76"/>
                      <a:pt x="261" y="76"/>
                      <a:pt x="261" y="76"/>
                    </a:cubicBezTo>
                    <a:cubicBezTo>
                      <a:pt x="261" y="76"/>
                      <a:pt x="261" y="76"/>
                      <a:pt x="261" y="76"/>
                    </a:cubicBezTo>
                    <a:cubicBezTo>
                      <a:pt x="260" y="75"/>
                      <a:pt x="261" y="74"/>
                      <a:pt x="261" y="74"/>
                    </a:cubicBezTo>
                    <a:cubicBezTo>
                      <a:pt x="261" y="74"/>
                      <a:pt x="261" y="74"/>
                      <a:pt x="261" y="74"/>
                    </a:cubicBezTo>
                    <a:cubicBezTo>
                      <a:pt x="261" y="74"/>
                      <a:pt x="262" y="74"/>
                      <a:pt x="262" y="74"/>
                    </a:cubicBezTo>
                    <a:cubicBezTo>
                      <a:pt x="262" y="74"/>
                      <a:pt x="262" y="74"/>
                      <a:pt x="262" y="74"/>
                    </a:cubicBezTo>
                    <a:cubicBezTo>
                      <a:pt x="262" y="74"/>
                      <a:pt x="263" y="74"/>
                      <a:pt x="263" y="74"/>
                    </a:cubicBezTo>
                    <a:close/>
                    <a:moveTo>
                      <a:pt x="252" y="82"/>
                    </a:moveTo>
                    <a:cubicBezTo>
                      <a:pt x="252" y="82"/>
                      <a:pt x="252" y="83"/>
                      <a:pt x="251" y="83"/>
                    </a:cubicBezTo>
                    <a:cubicBezTo>
                      <a:pt x="251" y="83"/>
                      <a:pt x="251" y="83"/>
                      <a:pt x="251" y="83"/>
                    </a:cubicBezTo>
                    <a:cubicBezTo>
                      <a:pt x="251" y="84"/>
                      <a:pt x="250" y="84"/>
                      <a:pt x="250" y="83"/>
                    </a:cubicBezTo>
                    <a:cubicBezTo>
                      <a:pt x="250" y="83"/>
                      <a:pt x="250" y="83"/>
                      <a:pt x="250" y="83"/>
                    </a:cubicBezTo>
                    <a:cubicBezTo>
                      <a:pt x="249" y="82"/>
                      <a:pt x="249" y="82"/>
                      <a:pt x="250" y="81"/>
                    </a:cubicBezTo>
                    <a:cubicBezTo>
                      <a:pt x="250" y="81"/>
                      <a:pt x="250" y="81"/>
                      <a:pt x="250" y="81"/>
                    </a:cubicBezTo>
                    <a:cubicBezTo>
                      <a:pt x="250" y="81"/>
                      <a:pt x="250" y="81"/>
                      <a:pt x="251" y="81"/>
                    </a:cubicBezTo>
                    <a:cubicBezTo>
                      <a:pt x="251" y="81"/>
                      <a:pt x="251" y="81"/>
                      <a:pt x="251" y="81"/>
                    </a:cubicBezTo>
                    <a:cubicBezTo>
                      <a:pt x="251" y="81"/>
                      <a:pt x="251" y="81"/>
                      <a:pt x="252" y="82"/>
                    </a:cubicBezTo>
                    <a:close/>
                    <a:moveTo>
                      <a:pt x="240" y="89"/>
                    </a:moveTo>
                    <a:cubicBezTo>
                      <a:pt x="241" y="90"/>
                      <a:pt x="241" y="90"/>
                      <a:pt x="240" y="91"/>
                    </a:cubicBezTo>
                    <a:cubicBezTo>
                      <a:pt x="240" y="91"/>
                      <a:pt x="240" y="91"/>
                      <a:pt x="240" y="91"/>
                    </a:cubicBezTo>
                    <a:cubicBezTo>
                      <a:pt x="239" y="91"/>
                      <a:pt x="239" y="91"/>
                      <a:pt x="238" y="90"/>
                    </a:cubicBezTo>
                    <a:cubicBezTo>
                      <a:pt x="238" y="90"/>
                      <a:pt x="238" y="90"/>
                      <a:pt x="238" y="90"/>
                    </a:cubicBezTo>
                    <a:cubicBezTo>
                      <a:pt x="238" y="90"/>
                      <a:pt x="238" y="89"/>
                      <a:pt x="239" y="89"/>
                    </a:cubicBezTo>
                    <a:cubicBezTo>
                      <a:pt x="239" y="89"/>
                      <a:pt x="239" y="89"/>
                      <a:pt x="239" y="89"/>
                    </a:cubicBezTo>
                    <a:cubicBezTo>
                      <a:pt x="239" y="88"/>
                      <a:pt x="239" y="88"/>
                      <a:pt x="239" y="88"/>
                    </a:cubicBezTo>
                    <a:cubicBezTo>
                      <a:pt x="239" y="88"/>
                      <a:pt x="239" y="88"/>
                      <a:pt x="239" y="88"/>
                    </a:cubicBezTo>
                    <a:cubicBezTo>
                      <a:pt x="240" y="88"/>
                      <a:pt x="240" y="89"/>
                      <a:pt x="240" y="89"/>
                    </a:cubicBezTo>
                    <a:close/>
                    <a:moveTo>
                      <a:pt x="229" y="96"/>
                    </a:moveTo>
                    <a:cubicBezTo>
                      <a:pt x="230" y="97"/>
                      <a:pt x="229" y="98"/>
                      <a:pt x="229" y="98"/>
                    </a:cubicBezTo>
                    <a:cubicBezTo>
                      <a:pt x="229" y="98"/>
                      <a:pt x="229" y="98"/>
                      <a:pt x="229" y="98"/>
                    </a:cubicBezTo>
                    <a:cubicBezTo>
                      <a:pt x="228" y="99"/>
                      <a:pt x="227" y="98"/>
                      <a:pt x="227" y="98"/>
                    </a:cubicBezTo>
                    <a:cubicBezTo>
                      <a:pt x="227" y="98"/>
                      <a:pt x="227" y="98"/>
                      <a:pt x="227" y="98"/>
                    </a:cubicBezTo>
                    <a:cubicBezTo>
                      <a:pt x="227" y="97"/>
                      <a:pt x="227" y="96"/>
                      <a:pt x="227" y="96"/>
                    </a:cubicBezTo>
                    <a:cubicBezTo>
                      <a:pt x="227" y="96"/>
                      <a:pt x="227" y="96"/>
                      <a:pt x="227" y="96"/>
                    </a:cubicBezTo>
                    <a:cubicBezTo>
                      <a:pt x="228" y="96"/>
                      <a:pt x="228" y="96"/>
                      <a:pt x="228" y="96"/>
                    </a:cubicBezTo>
                    <a:cubicBezTo>
                      <a:pt x="228" y="96"/>
                      <a:pt x="228" y="96"/>
                      <a:pt x="228" y="96"/>
                    </a:cubicBezTo>
                    <a:cubicBezTo>
                      <a:pt x="228" y="96"/>
                      <a:pt x="229" y="96"/>
                      <a:pt x="229" y="96"/>
                    </a:cubicBezTo>
                    <a:close/>
                    <a:moveTo>
                      <a:pt x="218" y="104"/>
                    </a:moveTo>
                    <a:cubicBezTo>
                      <a:pt x="218" y="104"/>
                      <a:pt x="218" y="105"/>
                      <a:pt x="217" y="105"/>
                    </a:cubicBezTo>
                    <a:cubicBezTo>
                      <a:pt x="217" y="105"/>
                      <a:pt x="217" y="105"/>
                      <a:pt x="217" y="105"/>
                    </a:cubicBezTo>
                    <a:cubicBezTo>
                      <a:pt x="217" y="106"/>
                      <a:pt x="216" y="106"/>
                      <a:pt x="216" y="105"/>
                    </a:cubicBezTo>
                    <a:cubicBezTo>
                      <a:pt x="216" y="105"/>
                      <a:pt x="216" y="105"/>
                      <a:pt x="216" y="105"/>
                    </a:cubicBezTo>
                    <a:cubicBezTo>
                      <a:pt x="215" y="105"/>
                      <a:pt x="215" y="104"/>
                      <a:pt x="216" y="103"/>
                    </a:cubicBezTo>
                    <a:cubicBezTo>
                      <a:pt x="216" y="103"/>
                      <a:pt x="216" y="103"/>
                      <a:pt x="216" y="103"/>
                    </a:cubicBezTo>
                    <a:cubicBezTo>
                      <a:pt x="216" y="103"/>
                      <a:pt x="216" y="103"/>
                      <a:pt x="217" y="103"/>
                    </a:cubicBezTo>
                    <a:cubicBezTo>
                      <a:pt x="217" y="103"/>
                      <a:pt x="217" y="103"/>
                      <a:pt x="217" y="103"/>
                    </a:cubicBezTo>
                    <a:cubicBezTo>
                      <a:pt x="217" y="103"/>
                      <a:pt x="218" y="103"/>
                      <a:pt x="218" y="104"/>
                    </a:cubicBezTo>
                    <a:close/>
                    <a:moveTo>
                      <a:pt x="207" y="111"/>
                    </a:moveTo>
                    <a:cubicBezTo>
                      <a:pt x="207" y="112"/>
                      <a:pt x="207" y="112"/>
                      <a:pt x="206" y="113"/>
                    </a:cubicBezTo>
                    <a:cubicBezTo>
                      <a:pt x="206" y="113"/>
                      <a:pt x="206" y="113"/>
                      <a:pt x="206" y="113"/>
                    </a:cubicBezTo>
                    <a:cubicBezTo>
                      <a:pt x="206" y="113"/>
                      <a:pt x="205" y="113"/>
                      <a:pt x="204" y="112"/>
                    </a:cubicBezTo>
                    <a:cubicBezTo>
                      <a:pt x="204" y="112"/>
                      <a:pt x="204" y="112"/>
                      <a:pt x="204" y="112"/>
                    </a:cubicBezTo>
                    <a:cubicBezTo>
                      <a:pt x="204" y="112"/>
                      <a:pt x="204" y="111"/>
                      <a:pt x="205" y="111"/>
                    </a:cubicBezTo>
                    <a:cubicBezTo>
                      <a:pt x="205" y="111"/>
                      <a:pt x="205" y="111"/>
                      <a:pt x="205" y="111"/>
                    </a:cubicBezTo>
                    <a:cubicBezTo>
                      <a:pt x="205" y="110"/>
                      <a:pt x="205" y="110"/>
                      <a:pt x="205" y="110"/>
                    </a:cubicBezTo>
                    <a:cubicBezTo>
                      <a:pt x="205" y="110"/>
                      <a:pt x="205" y="110"/>
                      <a:pt x="205" y="110"/>
                    </a:cubicBezTo>
                    <a:cubicBezTo>
                      <a:pt x="206" y="110"/>
                      <a:pt x="206" y="111"/>
                      <a:pt x="207" y="111"/>
                    </a:cubicBezTo>
                    <a:close/>
                    <a:moveTo>
                      <a:pt x="195" y="118"/>
                    </a:moveTo>
                    <a:cubicBezTo>
                      <a:pt x="196" y="119"/>
                      <a:pt x="195" y="120"/>
                      <a:pt x="195" y="120"/>
                    </a:cubicBezTo>
                    <a:cubicBezTo>
                      <a:pt x="195" y="120"/>
                      <a:pt x="195" y="120"/>
                      <a:pt x="195" y="120"/>
                    </a:cubicBezTo>
                    <a:cubicBezTo>
                      <a:pt x="194" y="121"/>
                      <a:pt x="193" y="120"/>
                      <a:pt x="193" y="120"/>
                    </a:cubicBezTo>
                    <a:cubicBezTo>
                      <a:pt x="193" y="120"/>
                      <a:pt x="193" y="120"/>
                      <a:pt x="193" y="120"/>
                    </a:cubicBezTo>
                    <a:cubicBezTo>
                      <a:pt x="193" y="119"/>
                      <a:pt x="193" y="118"/>
                      <a:pt x="193" y="118"/>
                    </a:cubicBezTo>
                    <a:cubicBezTo>
                      <a:pt x="193" y="118"/>
                      <a:pt x="193" y="118"/>
                      <a:pt x="193" y="118"/>
                    </a:cubicBezTo>
                    <a:cubicBezTo>
                      <a:pt x="194" y="118"/>
                      <a:pt x="194" y="118"/>
                      <a:pt x="194" y="118"/>
                    </a:cubicBezTo>
                    <a:cubicBezTo>
                      <a:pt x="194" y="118"/>
                      <a:pt x="194" y="118"/>
                      <a:pt x="194" y="118"/>
                    </a:cubicBezTo>
                    <a:cubicBezTo>
                      <a:pt x="195" y="118"/>
                      <a:pt x="195" y="118"/>
                      <a:pt x="195" y="118"/>
                    </a:cubicBezTo>
                    <a:close/>
                    <a:moveTo>
                      <a:pt x="184" y="126"/>
                    </a:moveTo>
                    <a:cubicBezTo>
                      <a:pt x="184" y="126"/>
                      <a:pt x="184" y="127"/>
                      <a:pt x="183" y="128"/>
                    </a:cubicBezTo>
                    <a:cubicBezTo>
                      <a:pt x="183" y="128"/>
                      <a:pt x="183" y="128"/>
                      <a:pt x="183" y="128"/>
                    </a:cubicBezTo>
                    <a:cubicBezTo>
                      <a:pt x="183" y="128"/>
                      <a:pt x="182" y="128"/>
                      <a:pt x="182" y="127"/>
                    </a:cubicBezTo>
                    <a:cubicBezTo>
                      <a:pt x="182" y="127"/>
                      <a:pt x="182" y="127"/>
                      <a:pt x="182" y="127"/>
                    </a:cubicBezTo>
                    <a:cubicBezTo>
                      <a:pt x="181" y="127"/>
                      <a:pt x="181" y="126"/>
                      <a:pt x="182" y="125"/>
                    </a:cubicBezTo>
                    <a:cubicBezTo>
                      <a:pt x="182" y="125"/>
                      <a:pt x="182" y="125"/>
                      <a:pt x="182" y="125"/>
                    </a:cubicBezTo>
                    <a:cubicBezTo>
                      <a:pt x="182" y="125"/>
                      <a:pt x="183" y="125"/>
                      <a:pt x="183" y="125"/>
                    </a:cubicBezTo>
                    <a:cubicBezTo>
                      <a:pt x="183" y="125"/>
                      <a:pt x="183" y="125"/>
                      <a:pt x="183" y="125"/>
                    </a:cubicBezTo>
                    <a:cubicBezTo>
                      <a:pt x="183" y="125"/>
                      <a:pt x="184" y="125"/>
                      <a:pt x="184" y="126"/>
                    </a:cubicBezTo>
                    <a:close/>
                    <a:moveTo>
                      <a:pt x="173" y="133"/>
                    </a:moveTo>
                    <a:cubicBezTo>
                      <a:pt x="173" y="134"/>
                      <a:pt x="173" y="135"/>
                      <a:pt x="172" y="135"/>
                    </a:cubicBezTo>
                    <a:cubicBezTo>
                      <a:pt x="172" y="135"/>
                      <a:pt x="172" y="135"/>
                      <a:pt x="172" y="135"/>
                    </a:cubicBezTo>
                    <a:cubicBezTo>
                      <a:pt x="172" y="135"/>
                      <a:pt x="171" y="135"/>
                      <a:pt x="170" y="135"/>
                    </a:cubicBezTo>
                    <a:cubicBezTo>
                      <a:pt x="170" y="135"/>
                      <a:pt x="170" y="135"/>
                      <a:pt x="170" y="135"/>
                    </a:cubicBezTo>
                    <a:cubicBezTo>
                      <a:pt x="170" y="134"/>
                      <a:pt x="170" y="133"/>
                      <a:pt x="171" y="133"/>
                    </a:cubicBezTo>
                    <a:cubicBezTo>
                      <a:pt x="171" y="133"/>
                      <a:pt x="171" y="133"/>
                      <a:pt x="171" y="133"/>
                    </a:cubicBezTo>
                    <a:cubicBezTo>
                      <a:pt x="171" y="133"/>
                      <a:pt x="171" y="133"/>
                      <a:pt x="171" y="133"/>
                    </a:cubicBezTo>
                    <a:cubicBezTo>
                      <a:pt x="171" y="133"/>
                      <a:pt x="171" y="133"/>
                      <a:pt x="171" y="133"/>
                    </a:cubicBezTo>
                    <a:cubicBezTo>
                      <a:pt x="172" y="133"/>
                      <a:pt x="172" y="133"/>
                      <a:pt x="173" y="133"/>
                    </a:cubicBezTo>
                    <a:close/>
                    <a:moveTo>
                      <a:pt x="161" y="140"/>
                    </a:moveTo>
                    <a:cubicBezTo>
                      <a:pt x="162" y="141"/>
                      <a:pt x="161" y="142"/>
                      <a:pt x="161" y="142"/>
                    </a:cubicBezTo>
                    <a:cubicBezTo>
                      <a:pt x="161" y="142"/>
                      <a:pt x="161" y="142"/>
                      <a:pt x="161" y="142"/>
                    </a:cubicBezTo>
                    <a:cubicBezTo>
                      <a:pt x="160" y="143"/>
                      <a:pt x="159" y="143"/>
                      <a:pt x="159" y="142"/>
                    </a:cubicBezTo>
                    <a:cubicBezTo>
                      <a:pt x="159" y="142"/>
                      <a:pt x="159" y="142"/>
                      <a:pt x="159" y="142"/>
                    </a:cubicBezTo>
                    <a:cubicBezTo>
                      <a:pt x="159" y="141"/>
                      <a:pt x="159" y="140"/>
                      <a:pt x="159" y="140"/>
                    </a:cubicBezTo>
                    <a:cubicBezTo>
                      <a:pt x="159" y="140"/>
                      <a:pt x="159" y="140"/>
                      <a:pt x="159" y="140"/>
                    </a:cubicBezTo>
                    <a:cubicBezTo>
                      <a:pt x="160" y="140"/>
                      <a:pt x="160" y="140"/>
                      <a:pt x="160" y="140"/>
                    </a:cubicBezTo>
                    <a:cubicBezTo>
                      <a:pt x="160" y="140"/>
                      <a:pt x="160" y="140"/>
                      <a:pt x="160" y="140"/>
                    </a:cubicBezTo>
                    <a:cubicBezTo>
                      <a:pt x="161" y="140"/>
                      <a:pt x="161" y="140"/>
                      <a:pt x="161" y="140"/>
                    </a:cubicBezTo>
                    <a:close/>
                    <a:moveTo>
                      <a:pt x="150" y="148"/>
                    </a:moveTo>
                    <a:cubicBezTo>
                      <a:pt x="150" y="148"/>
                      <a:pt x="150" y="149"/>
                      <a:pt x="150" y="150"/>
                    </a:cubicBezTo>
                    <a:cubicBezTo>
                      <a:pt x="150" y="150"/>
                      <a:pt x="150" y="150"/>
                      <a:pt x="150" y="150"/>
                    </a:cubicBezTo>
                    <a:cubicBezTo>
                      <a:pt x="149" y="150"/>
                      <a:pt x="148" y="150"/>
                      <a:pt x="148" y="149"/>
                    </a:cubicBezTo>
                    <a:cubicBezTo>
                      <a:pt x="148" y="149"/>
                      <a:pt x="148" y="149"/>
                      <a:pt x="148" y="149"/>
                    </a:cubicBezTo>
                    <a:cubicBezTo>
                      <a:pt x="147" y="149"/>
                      <a:pt x="148" y="148"/>
                      <a:pt x="148" y="147"/>
                    </a:cubicBezTo>
                    <a:cubicBezTo>
                      <a:pt x="148" y="147"/>
                      <a:pt x="148" y="147"/>
                      <a:pt x="148" y="147"/>
                    </a:cubicBezTo>
                    <a:cubicBezTo>
                      <a:pt x="148" y="147"/>
                      <a:pt x="149" y="147"/>
                      <a:pt x="149" y="147"/>
                    </a:cubicBezTo>
                    <a:cubicBezTo>
                      <a:pt x="149" y="147"/>
                      <a:pt x="149" y="147"/>
                      <a:pt x="149" y="147"/>
                    </a:cubicBezTo>
                    <a:cubicBezTo>
                      <a:pt x="149" y="147"/>
                      <a:pt x="150" y="147"/>
                      <a:pt x="150" y="148"/>
                    </a:cubicBezTo>
                    <a:close/>
                    <a:moveTo>
                      <a:pt x="139" y="155"/>
                    </a:moveTo>
                    <a:cubicBezTo>
                      <a:pt x="139" y="156"/>
                      <a:pt x="139" y="157"/>
                      <a:pt x="138" y="157"/>
                    </a:cubicBezTo>
                    <a:cubicBezTo>
                      <a:pt x="138" y="157"/>
                      <a:pt x="138" y="157"/>
                      <a:pt x="138" y="157"/>
                    </a:cubicBezTo>
                    <a:cubicBezTo>
                      <a:pt x="138" y="157"/>
                      <a:pt x="137" y="157"/>
                      <a:pt x="136" y="157"/>
                    </a:cubicBezTo>
                    <a:cubicBezTo>
                      <a:pt x="136" y="157"/>
                      <a:pt x="136" y="157"/>
                      <a:pt x="136" y="157"/>
                    </a:cubicBezTo>
                    <a:cubicBezTo>
                      <a:pt x="136" y="156"/>
                      <a:pt x="136" y="155"/>
                      <a:pt x="137" y="155"/>
                    </a:cubicBezTo>
                    <a:cubicBezTo>
                      <a:pt x="137" y="155"/>
                      <a:pt x="137" y="155"/>
                      <a:pt x="137" y="155"/>
                    </a:cubicBezTo>
                    <a:cubicBezTo>
                      <a:pt x="137" y="155"/>
                      <a:pt x="137" y="155"/>
                      <a:pt x="138" y="155"/>
                    </a:cubicBezTo>
                    <a:cubicBezTo>
                      <a:pt x="138" y="155"/>
                      <a:pt x="138" y="155"/>
                      <a:pt x="138" y="155"/>
                    </a:cubicBezTo>
                    <a:cubicBezTo>
                      <a:pt x="138" y="155"/>
                      <a:pt x="138" y="155"/>
                      <a:pt x="139" y="155"/>
                    </a:cubicBezTo>
                    <a:close/>
                    <a:moveTo>
                      <a:pt x="127" y="163"/>
                    </a:moveTo>
                    <a:cubicBezTo>
                      <a:pt x="128" y="163"/>
                      <a:pt x="128" y="164"/>
                      <a:pt x="127" y="164"/>
                    </a:cubicBezTo>
                    <a:cubicBezTo>
                      <a:pt x="127" y="164"/>
                      <a:pt x="127" y="164"/>
                      <a:pt x="127" y="164"/>
                    </a:cubicBezTo>
                    <a:cubicBezTo>
                      <a:pt x="126" y="165"/>
                      <a:pt x="126" y="165"/>
                      <a:pt x="125" y="164"/>
                    </a:cubicBezTo>
                    <a:cubicBezTo>
                      <a:pt x="125" y="164"/>
                      <a:pt x="125" y="164"/>
                      <a:pt x="125" y="164"/>
                    </a:cubicBezTo>
                    <a:cubicBezTo>
                      <a:pt x="125" y="163"/>
                      <a:pt x="125" y="163"/>
                      <a:pt x="126" y="162"/>
                    </a:cubicBezTo>
                    <a:cubicBezTo>
                      <a:pt x="126" y="162"/>
                      <a:pt x="126" y="162"/>
                      <a:pt x="126" y="162"/>
                    </a:cubicBezTo>
                    <a:cubicBezTo>
                      <a:pt x="126" y="162"/>
                      <a:pt x="126" y="162"/>
                      <a:pt x="126" y="162"/>
                    </a:cubicBezTo>
                    <a:cubicBezTo>
                      <a:pt x="126" y="162"/>
                      <a:pt x="126" y="162"/>
                      <a:pt x="126" y="162"/>
                    </a:cubicBezTo>
                    <a:cubicBezTo>
                      <a:pt x="127" y="162"/>
                      <a:pt x="127" y="162"/>
                      <a:pt x="127" y="163"/>
                    </a:cubicBezTo>
                    <a:close/>
                    <a:moveTo>
                      <a:pt x="116" y="170"/>
                    </a:moveTo>
                    <a:cubicBezTo>
                      <a:pt x="116" y="171"/>
                      <a:pt x="116" y="171"/>
                      <a:pt x="116" y="172"/>
                    </a:cubicBezTo>
                    <a:cubicBezTo>
                      <a:pt x="116" y="172"/>
                      <a:pt x="116" y="172"/>
                      <a:pt x="116" y="172"/>
                    </a:cubicBezTo>
                    <a:cubicBezTo>
                      <a:pt x="115" y="172"/>
                      <a:pt x="114" y="172"/>
                      <a:pt x="114" y="171"/>
                    </a:cubicBezTo>
                    <a:cubicBezTo>
                      <a:pt x="114" y="171"/>
                      <a:pt x="114" y="171"/>
                      <a:pt x="114" y="171"/>
                    </a:cubicBezTo>
                    <a:cubicBezTo>
                      <a:pt x="113" y="171"/>
                      <a:pt x="114" y="170"/>
                      <a:pt x="114" y="170"/>
                    </a:cubicBezTo>
                    <a:cubicBezTo>
                      <a:pt x="114" y="170"/>
                      <a:pt x="114" y="170"/>
                      <a:pt x="114" y="170"/>
                    </a:cubicBezTo>
                    <a:cubicBezTo>
                      <a:pt x="114" y="169"/>
                      <a:pt x="115" y="169"/>
                      <a:pt x="115" y="169"/>
                    </a:cubicBezTo>
                    <a:cubicBezTo>
                      <a:pt x="115" y="169"/>
                      <a:pt x="115" y="169"/>
                      <a:pt x="115" y="169"/>
                    </a:cubicBezTo>
                    <a:cubicBezTo>
                      <a:pt x="115" y="169"/>
                      <a:pt x="116" y="170"/>
                      <a:pt x="116" y="170"/>
                    </a:cubicBezTo>
                    <a:close/>
                    <a:moveTo>
                      <a:pt x="105" y="177"/>
                    </a:moveTo>
                    <a:cubicBezTo>
                      <a:pt x="105" y="178"/>
                      <a:pt x="105" y="179"/>
                      <a:pt x="104" y="179"/>
                    </a:cubicBezTo>
                    <a:cubicBezTo>
                      <a:pt x="104" y="179"/>
                      <a:pt x="104" y="179"/>
                      <a:pt x="104" y="179"/>
                    </a:cubicBezTo>
                    <a:cubicBezTo>
                      <a:pt x="104" y="180"/>
                      <a:pt x="103" y="179"/>
                      <a:pt x="102" y="179"/>
                    </a:cubicBezTo>
                    <a:cubicBezTo>
                      <a:pt x="102" y="179"/>
                      <a:pt x="102" y="179"/>
                      <a:pt x="102" y="179"/>
                    </a:cubicBezTo>
                    <a:cubicBezTo>
                      <a:pt x="102" y="178"/>
                      <a:pt x="102" y="177"/>
                      <a:pt x="103" y="177"/>
                    </a:cubicBezTo>
                    <a:cubicBezTo>
                      <a:pt x="103" y="177"/>
                      <a:pt x="103" y="177"/>
                      <a:pt x="103" y="177"/>
                    </a:cubicBezTo>
                    <a:cubicBezTo>
                      <a:pt x="103" y="177"/>
                      <a:pt x="103" y="177"/>
                      <a:pt x="104" y="177"/>
                    </a:cubicBezTo>
                    <a:cubicBezTo>
                      <a:pt x="104" y="177"/>
                      <a:pt x="104" y="177"/>
                      <a:pt x="104" y="177"/>
                    </a:cubicBezTo>
                    <a:cubicBezTo>
                      <a:pt x="104" y="177"/>
                      <a:pt x="104" y="177"/>
                      <a:pt x="105" y="177"/>
                    </a:cubicBezTo>
                    <a:close/>
                    <a:moveTo>
                      <a:pt x="93" y="185"/>
                    </a:moveTo>
                    <a:cubicBezTo>
                      <a:pt x="94" y="185"/>
                      <a:pt x="94" y="186"/>
                      <a:pt x="93" y="187"/>
                    </a:cubicBezTo>
                    <a:cubicBezTo>
                      <a:pt x="93" y="187"/>
                      <a:pt x="93" y="187"/>
                      <a:pt x="93" y="187"/>
                    </a:cubicBezTo>
                    <a:cubicBezTo>
                      <a:pt x="92" y="187"/>
                      <a:pt x="92" y="187"/>
                      <a:pt x="91" y="186"/>
                    </a:cubicBezTo>
                    <a:cubicBezTo>
                      <a:pt x="91" y="186"/>
                      <a:pt x="91" y="186"/>
                      <a:pt x="91" y="186"/>
                    </a:cubicBezTo>
                    <a:cubicBezTo>
                      <a:pt x="91" y="186"/>
                      <a:pt x="91" y="185"/>
                      <a:pt x="92" y="184"/>
                    </a:cubicBezTo>
                    <a:cubicBezTo>
                      <a:pt x="92" y="184"/>
                      <a:pt x="92" y="184"/>
                      <a:pt x="92" y="184"/>
                    </a:cubicBezTo>
                    <a:cubicBezTo>
                      <a:pt x="92" y="184"/>
                      <a:pt x="92" y="184"/>
                      <a:pt x="92" y="184"/>
                    </a:cubicBezTo>
                    <a:cubicBezTo>
                      <a:pt x="92" y="184"/>
                      <a:pt x="92" y="184"/>
                      <a:pt x="92" y="184"/>
                    </a:cubicBezTo>
                    <a:cubicBezTo>
                      <a:pt x="93" y="184"/>
                      <a:pt x="93" y="184"/>
                      <a:pt x="93" y="185"/>
                    </a:cubicBezTo>
                    <a:close/>
                    <a:moveTo>
                      <a:pt x="82" y="192"/>
                    </a:moveTo>
                    <a:cubicBezTo>
                      <a:pt x="83" y="193"/>
                      <a:pt x="82" y="193"/>
                      <a:pt x="82" y="194"/>
                    </a:cubicBezTo>
                    <a:cubicBezTo>
                      <a:pt x="82" y="194"/>
                      <a:pt x="82" y="194"/>
                      <a:pt x="82" y="194"/>
                    </a:cubicBezTo>
                    <a:cubicBezTo>
                      <a:pt x="81" y="194"/>
                      <a:pt x="80" y="194"/>
                      <a:pt x="80" y="194"/>
                    </a:cubicBezTo>
                    <a:cubicBezTo>
                      <a:pt x="80" y="194"/>
                      <a:pt x="80" y="194"/>
                      <a:pt x="80" y="194"/>
                    </a:cubicBezTo>
                    <a:cubicBezTo>
                      <a:pt x="79" y="193"/>
                      <a:pt x="80" y="192"/>
                      <a:pt x="80" y="192"/>
                    </a:cubicBezTo>
                    <a:cubicBezTo>
                      <a:pt x="80" y="192"/>
                      <a:pt x="80" y="192"/>
                      <a:pt x="80" y="192"/>
                    </a:cubicBezTo>
                    <a:cubicBezTo>
                      <a:pt x="80" y="192"/>
                      <a:pt x="81" y="191"/>
                      <a:pt x="81" y="191"/>
                    </a:cubicBezTo>
                    <a:cubicBezTo>
                      <a:pt x="81" y="191"/>
                      <a:pt x="81" y="191"/>
                      <a:pt x="81" y="191"/>
                    </a:cubicBezTo>
                    <a:cubicBezTo>
                      <a:pt x="81" y="191"/>
                      <a:pt x="82" y="192"/>
                      <a:pt x="82" y="192"/>
                    </a:cubicBezTo>
                    <a:close/>
                    <a:moveTo>
                      <a:pt x="71" y="199"/>
                    </a:moveTo>
                    <a:cubicBezTo>
                      <a:pt x="71" y="200"/>
                      <a:pt x="71" y="201"/>
                      <a:pt x="70" y="201"/>
                    </a:cubicBezTo>
                    <a:cubicBezTo>
                      <a:pt x="70" y="201"/>
                      <a:pt x="70" y="201"/>
                      <a:pt x="70" y="201"/>
                    </a:cubicBezTo>
                    <a:cubicBezTo>
                      <a:pt x="70" y="202"/>
                      <a:pt x="69" y="202"/>
                      <a:pt x="69" y="201"/>
                    </a:cubicBezTo>
                    <a:cubicBezTo>
                      <a:pt x="69" y="201"/>
                      <a:pt x="69" y="201"/>
                      <a:pt x="69" y="201"/>
                    </a:cubicBezTo>
                    <a:cubicBezTo>
                      <a:pt x="68" y="200"/>
                      <a:pt x="68" y="199"/>
                      <a:pt x="69" y="199"/>
                    </a:cubicBezTo>
                    <a:cubicBezTo>
                      <a:pt x="69" y="199"/>
                      <a:pt x="69" y="199"/>
                      <a:pt x="69" y="199"/>
                    </a:cubicBezTo>
                    <a:cubicBezTo>
                      <a:pt x="69" y="199"/>
                      <a:pt x="69" y="199"/>
                      <a:pt x="70" y="199"/>
                    </a:cubicBezTo>
                    <a:cubicBezTo>
                      <a:pt x="70" y="199"/>
                      <a:pt x="70" y="199"/>
                      <a:pt x="70" y="199"/>
                    </a:cubicBezTo>
                    <a:cubicBezTo>
                      <a:pt x="70" y="199"/>
                      <a:pt x="71" y="199"/>
                      <a:pt x="71" y="199"/>
                    </a:cubicBezTo>
                    <a:close/>
                    <a:moveTo>
                      <a:pt x="60" y="207"/>
                    </a:moveTo>
                    <a:cubicBezTo>
                      <a:pt x="60" y="207"/>
                      <a:pt x="60" y="208"/>
                      <a:pt x="59" y="209"/>
                    </a:cubicBezTo>
                    <a:cubicBezTo>
                      <a:pt x="59" y="209"/>
                      <a:pt x="59" y="209"/>
                      <a:pt x="59" y="209"/>
                    </a:cubicBezTo>
                    <a:cubicBezTo>
                      <a:pt x="58" y="209"/>
                      <a:pt x="58" y="209"/>
                      <a:pt x="57" y="208"/>
                    </a:cubicBezTo>
                    <a:cubicBezTo>
                      <a:pt x="57" y="208"/>
                      <a:pt x="57" y="208"/>
                      <a:pt x="57" y="208"/>
                    </a:cubicBezTo>
                    <a:cubicBezTo>
                      <a:pt x="57" y="208"/>
                      <a:pt x="57" y="207"/>
                      <a:pt x="58" y="206"/>
                    </a:cubicBezTo>
                    <a:cubicBezTo>
                      <a:pt x="58" y="206"/>
                      <a:pt x="58" y="206"/>
                      <a:pt x="58" y="206"/>
                    </a:cubicBezTo>
                    <a:cubicBezTo>
                      <a:pt x="58" y="206"/>
                      <a:pt x="58" y="206"/>
                      <a:pt x="58" y="206"/>
                    </a:cubicBezTo>
                    <a:cubicBezTo>
                      <a:pt x="58" y="206"/>
                      <a:pt x="58" y="206"/>
                      <a:pt x="58" y="206"/>
                    </a:cubicBezTo>
                    <a:cubicBezTo>
                      <a:pt x="59" y="206"/>
                      <a:pt x="59" y="206"/>
                      <a:pt x="60" y="207"/>
                    </a:cubicBezTo>
                    <a:close/>
                    <a:moveTo>
                      <a:pt x="48" y="214"/>
                    </a:moveTo>
                    <a:cubicBezTo>
                      <a:pt x="49" y="215"/>
                      <a:pt x="48" y="216"/>
                      <a:pt x="48" y="216"/>
                    </a:cubicBezTo>
                    <a:cubicBezTo>
                      <a:pt x="48" y="216"/>
                      <a:pt x="48" y="216"/>
                      <a:pt x="48" y="216"/>
                    </a:cubicBezTo>
                    <a:cubicBezTo>
                      <a:pt x="47" y="216"/>
                      <a:pt x="46" y="216"/>
                      <a:pt x="46" y="216"/>
                    </a:cubicBezTo>
                    <a:cubicBezTo>
                      <a:pt x="46" y="216"/>
                      <a:pt x="46" y="216"/>
                      <a:pt x="46" y="216"/>
                    </a:cubicBezTo>
                    <a:cubicBezTo>
                      <a:pt x="46" y="215"/>
                      <a:pt x="46" y="214"/>
                      <a:pt x="46" y="214"/>
                    </a:cubicBezTo>
                    <a:cubicBezTo>
                      <a:pt x="46" y="214"/>
                      <a:pt x="46" y="214"/>
                      <a:pt x="46" y="214"/>
                    </a:cubicBezTo>
                    <a:cubicBezTo>
                      <a:pt x="47" y="214"/>
                      <a:pt x="47" y="214"/>
                      <a:pt x="47" y="214"/>
                    </a:cubicBezTo>
                    <a:cubicBezTo>
                      <a:pt x="47" y="214"/>
                      <a:pt x="47" y="214"/>
                      <a:pt x="47" y="214"/>
                    </a:cubicBezTo>
                    <a:cubicBezTo>
                      <a:pt x="48" y="214"/>
                      <a:pt x="48" y="214"/>
                      <a:pt x="48" y="214"/>
                    </a:cubicBezTo>
                    <a:close/>
                    <a:moveTo>
                      <a:pt x="37" y="222"/>
                    </a:moveTo>
                    <a:cubicBezTo>
                      <a:pt x="37" y="222"/>
                      <a:pt x="37" y="223"/>
                      <a:pt x="36" y="223"/>
                    </a:cubicBezTo>
                    <a:cubicBezTo>
                      <a:pt x="36" y="223"/>
                      <a:pt x="36" y="223"/>
                      <a:pt x="36" y="223"/>
                    </a:cubicBezTo>
                    <a:cubicBezTo>
                      <a:pt x="36" y="224"/>
                      <a:pt x="35" y="224"/>
                      <a:pt x="35" y="223"/>
                    </a:cubicBezTo>
                    <a:cubicBezTo>
                      <a:pt x="35" y="223"/>
                      <a:pt x="35" y="223"/>
                      <a:pt x="35" y="223"/>
                    </a:cubicBezTo>
                    <a:cubicBezTo>
                      <a:pt x="34" y="222"/>
                      <a:pt x="34" y="222"/>
                      <a:pt x="35" y="221"/>
                    </a:cubicBezTo>
                    <a:cubicBezTo>
                      <a:pt x="35" y="221"/>
                      <a:pt x="35" y="221"/>
                      <a:pt x="35" y="221"/>
                    </a:cubicBezTo>
                    <a:cubicBezTo>
                      <a:pt x="35" y="221"/>
                      <a:pt x="36" y="221"/>
                      <a:pt x="36" y="221"/>
                    </a:cubicBezTo>
                    <a:cubicBezTo>
                      <a:pt x="36" y="221"/>
                      <a:pt x="36" y="221"/>
                      <a:pt x="36" y="221"/>
                    </a:cubicBezTo>
                    <a:cubicBezTo>
                      <a:pt x="36" y="221"/>
                      <a:pt x="37" y="221"/>
                      <a:pt x="37" y="222"/>
                    </a:cubicBezTo>
                    <a:close/>
                    <a:moveTo>
                      <a:pt x="26" y="229"/>
                    </a:moveTo>
                    <a:cubicBezTo>
                      <a:pt x="26" y="230"/>
                      <a:pt x="26" y="230"/>
                      <a:pt x="25" y="231"/>
                    </a:cubicBezTo>
                    <a:cubicBezTo>
                      <a:pt x="25" y="231"/>
                      <a:pt x="25" y="231"/>
                      <a:pt x="25" y="231"/>
                    </a:cubicBezTo>
                    <a:cubicBezTo>
                      <a:pt x="25" y="231"/>
                      <a:pt x="24" y="231"/>
                      <a:pt x="23" y="230"/>
                    </a:cubicBezTo>
                    <a:cubicBezTo>
                      <a:pt x="23" y="230"/>
                      <a:pt x="23" y="230"/>
                      <a:pt x="23" y="230"/>
                    </a:cubicBezTo>
                    <a:cubicBezTo>
                      <a:pt x="23" y="230"/>
                      <a:pt x="23" y="229"/>
                      <a:pt x="24" y="228"/>
                    </a:cubicBezTo>
                    <a:cubicBezTo>
                      <a:pt x="24" y="228"/>
                      <a:pt x="24" y="228"/>
                      <a:pt x="24" y="228"/>
                    </a:cubicBezTo>
                    <a:cubicBezTo>
                      <a:pt x="24" y="228"/>
                      <a:pt x="24" y="228"/>
                      <a:pt x="24" y="228"/>
                    </a:cubicBezTo>
                    <a:cubicBezTo>
                      <a:pt x="24" y="228"/>
                      <a:pt x="24" y="228"/>
                      <a:pt x="24" y="228"/>
                    </a:cubicBezTo>
                    <a:cubicBezTo>
                      <a:pt x="25" y="228"/>
                      <a:pt x="25" y="228"/>
                      <a:pt x="26" y="229"/>
                    </a:cubicBezTo>
                    <a:close/>
                    <a:moveTo>
                      <a:pt x="14" y="236"/>
                    </a:moveTo>
                    <a:cubicBezTo>
                      <a:pt x="15" y="237"/>
                      <a:pt x="14" y="238"/>
                      <a:pt x="14" y="238"/>
                    </a:cubicBezTo>
                    <a:cubicBezTo>
                      <a:pt x="14" y="238"/>
                      <a:pt x="14" y="238"/>
                      <a:pt x="14" y="238"/>
                    </a:cubicBezTo>
                    <a:cubicBezTo>
                      <a:pt x="13" y="239"/>
                      <a:pt x="12" y="238"/>
                      <a:pt x="12" y="238"/>
                    </a:cubicBezTo>
                    <a:cubicBezTo>
                      <a:pt x="12" y="238"/>
                      <a:pt x="12" y="238"/>
                      <a:pt x="12" y="238"/>
                    </a:cubicBezTo>
                    <a:cubicBezTo>
                      <a:pt x="12" y="237"/>
                      <a:pt x="12" y="236"/>
                      <a:pt x="12" y="236"/>
                    </a:cubicBezTo>
                    <a:cubicBezTo>
                      <a:pt x="12" y="236"/>
                      <a:pt x="12" y="236"/>
                      <a:pt x="12" y="236"/>
                    </a:cubicBezTo>
                    <a:cubicBezTo>
                      <a:pt x="13" y="236"/>
                      <a:pt x="13" y="236"/>
                      <a:pt x="13" y="236"/>
                    </a:cubicBezTo>
                    <a:cubicBezTo>
                      <a:pt x="13" y="236"/>
                      <a:pt x="13" y="236"/>
                      <a:pt x="13" y="236"/>
                    </a:cubicBezTo>
                    <a:cubicBezTo>
                      <a:pt x="14" y="236"/>
                      <a:pt x="14" y="236"/>
                      <a:pt x="14" y="236"/>
                    </a:cubicBezTo>
                    <a:close/>
                    <a:moveTo>
                      <a:pt x="3" y="244"/>
                    </a:moveTo>
                    <a:cubicBezTo>
                      <a:pt x="3" y="244"/>
                      <a:pt x="3" y="245"/>
                      <a:pt x="3" y="245"/>
                    </a:cubicBezTo>
                    <a:cubicBezTo>
                      <a:pt x="3" y="245"/>
                      <a:pt x="3" y="245"/>
                      <a:pt x="3" y="245"/>
                    </a:cubicBezTo>
                    <a:cubicBezTo>
                      <a:pt x="2" y="246"/>
                      <a:pt x="1" y="246"/>
                      <a:pt x="1" y="245"/>
                    </a:cubicBezTo>
                    <a:cubicBezTo>
                      <a:pt x="1" y="245"/>
                      <a:pt x="1" y="245"/>
                      <a:pt x="1" y="245"/>
                    </a:cubicBezTo>
                    <a:cubicBezTo>
                      <a:pt x="0" y="244"/>
                      <a:pt x="1" y="244"/>
                      <a:pt x="1" y="243"/>
                    </a:cubicBezTo>
                    <a:cubicBezTo>
                      <a:pt x="1" y="243"/>
                      <a:pt x="1" y="243"/>
                      <a:pt x="1" y="243"/>
                    </a:cubicBezTo>
                    <a:cubicBezTo>
                      <a:pt x="1" y="243"/>
                      <a:pt x="2" y="243"/>
                      <a:pt x="2" y="243"/>
                    </a:cubicBezTo>
                    <a:cubicBezTo>
                      <a:pt x="2" y="243"/>
                      <a:pt x="2" y="243"/>
                      <a:pt x="2" y="243"/>
                    </a:cubicBezTo>
                    <a:cubicBezTo>
                      <a:pt x="2" y="243"/>
                      <a:pt x="3" y="243"/>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7" name="Google Shape;517;p9"/>
              <p:cNvSpPr/>
              <p:nvPr/>
            </p:nvSpPr>
            <p:spPr>
              <a:xfrm>
                <a:off x="18943966" y="2645018"/>
                <a:ext cx="19581" cy="11748"/>
              </a:xfrm>
              <a:custGeom>
                <a:avLst/>
                <a:gdLst/>
                <a:ahLst/>
                <a:cxnLst/>
                <a:rect l="l" t="t" r="r" b="b"/>
                <a:pathLst>
                  <a:path w="3" h="2" extrusionOk="0">
                    <a:moveTo>
                      <a:pt x="1" y="0"/>
                    </a:moveTo>
                    <a:cubicBezTo>
                      <a:pt x="2" y="0"/>
                      <a:pt x="2" y="0"/>
                      <a:pt x="2" y="0"/>
                    </a:cubicBezTo>
                    <a:cubicBezTo>
                      <a:pt x="2" y="0"/>
                      <a:pt x="2" y="0"/>
                      <a:pt x="2" y="0"/>
                    </a:cubicBezTo>
                    <a:cubicBezTo>
                      <a:pt x="3" y="0"/>
                      <a:pt x="3" y="1"/>
                      <a:pt x="3" y="1"/>
                    </a:cubicBezTo>
                    <a:cubicBezTo>
                      <a:pt x="3" y="1"/>
                      <a:pt x="3" y="1"/>
                      <a:pt x="3" y="1"/>
                    </a:cubicBezTo>
                    <a:cubicBezTo>
                      <a:pt x="3" y="2"/>
                      <a:pt x="2" y="2"/>
                      <a:pt x="2" y="2"/>
                    </a:cubicBezTo>
                    <a:cubicBezTo>
                      <a:pt x="2" y="2"/>
                      <a:pt x="2" y="2"/>
                      <a:pt x="2" y="2"/>
                    </a:cubicBezTo>
                    <a:cubicBezTo>
                      <a:pt x="2" y="2"/>
                      <a:pt x="1" y="2"/>
                      <a:pt x="1" y="2"/>
                    </a:cubicBezTo>
                    <a:cubicBezTo>
                      <a:pt x="1" y="2"/>
                      <a:pt x="1" y="2"/>
                      <a:pt x="0" y="2"/>
                    </a:cubicBezTo>
                    <a:cubicBezTo>
                      <a:pt x="0" y="2"/>
                      <a:pt x="0" y="2"/>
                      <a:pt x="0" y="1"/>
                    </a:cubicBezTo>
                    <a:cubicBezTo>
                      <a:pt x="0" y="1"/>
                      <a:pt x="0" y="1"/>
                      <a:pt x="0" y="1"/>
                    </a:cubicBezTo>
                    <a:cubicBezTo>
                      <a:pt x="0" y="1"/>
                      <a:pt x="0" y="0"/>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8" name="Google Shape;518;p9"/>
              <p:cNvSpPr/>
              <p:nvPr/>
            </p:nvSpPr>
            <p:spPr>
              <a:xfrm>
                <a:off x="16347584" y="4238870"/>
                <a:ext cx="19581" cy="15664"/>
              </a:xfrm>
              <a:custGeom>
                <a:avLst/>
                <a:gdLst/>
                <a:ahLst/>
                <a:cxnLst/>
                <a:rect l="l" t="t" r="r" b="b"/>
                <a:pathLst>
                  <a:path w="3" h="3" extrusionOk="0">
                    <a:moveTo>
                      <a:pt x="1" y="0"/>
                    </a:moveTo>
                    <a:cubicBezTo>
                      <a:pt x="1" y="0"/>
                      <a:pt x="2" y="0"/>
                      <a:pt x="2" y="0"/>
                    </a:cubicBezTo>
                    <a:cubicBezTo>
                      <a:pt x="2" y="1"/>
                      <a:pt x="2" y="1"/>
                      <a:pt x="2" y="1"/>
                    </a:cubicBezTo>
                    <a:cubicBezTo>
                      <a:pt x="2" y="1"/>
                      <a:pt x="3" y="1"/>
                      <a:pt x="3" y="2"/>
                    </a:cubicBezTo>
                    <a:cubicBezTo>
                      <a:pt x="3" y="2"/>
                      <a:pt x="2" y="2"/>
                      <a:pt x="2" y="3"/>
                    </a:cubicBezTo>
                    <a:cubicBezTo>
                      <a:pt x="2" y="3"/>
                      <a:pt x="1" y="3"/>
                      <a:pt x="1" y="3"/>
                    </a:cubicBezTo>
                    <a:cubicBezTo>
                      <a:pt x="1" y="3"/>
                      <a:pt x="0" y="3"/>
                      <a:pt x="0" y="3"/>
                    </a:cubicBezTo>
                    <a:cubicBezTo>
                      <a:pt x="0" y="2"/>
                      <a:pt x="0" y="2"/>
                      <a:pt x="0" y="2"/>
                    </a:cubicBezTo>
                    <a:cubicBezTo>
                      <a:pt x="0" y="1"/>
                      <a:pt x="0" y="1"/>
                      <a:pt x="0" y="1"/>
                    </a:cubicBezTo>
                    <a:cubicBezTo>
                      <a:pt x="0" y="1"/>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9" name="Google Shape;519;p9"/>
              <p:cNvSpPr/>
              <p:nvPr/>
            </p:nvSpPr>
            <p:spPr>
              <a:xfrm>
                <a:off x="16414158" y="2688095"/>
                <a:ext cx="2334003" cy="1523362"/>
              </a:xfrm>
              <a:custGeom>
                <a:avLst/>
                <a:gdLst/>
                <a:ahLst/>
                <a:cxnLst/>
                <a:rect l="l" t="t" r="r" b="b"/>
                <a:pathLst>
                  <a:path w="376" h="246" extrusionOk="0">
                    <a:moveTo>
                      <a:pt x="376" y="1"/>
                    </a:moveTo>
                    <a:cubicBezTo>
                      <a:pt x="376" y="1"/>
                      <a:pt x="376" y="2"/>
                      <a:pt x="375" y="2"/>
                    </a:cubicBezTo>
                    <a:cubicBezTo>
                      <a:pt x="375" y="2"/>
                      <a:pt x="375" y="2"/>
                      <a:pt x="375" y="2"/>
                    </a:cubicBezTo>
                    <a:cubicBezTo>
                      <a:pt x="375" y="3"/>
                      <a:pt x="374" y="3"/>
                      <a:pt x="374" y="2"/>
                    </a:cubicBezTo>
                    <a:cubicBezTo>
                      <a:pt x="374" y="2"/>
                      <a:pt x="374" y="2"/>
                      <a:pt x="374" y="2"/>
                    </a:cubicBezTo>
                    <a:cubicBezTo>
                      <a:pt x="373" y="1"/>
                      <a:pt x="373" y="1"/>
                      <a:pt x="374" y="0"/>
                    </a:cubicBezTo>
                    <a:cubicBezTo>
                      <a:pt x="374" y="0"/>
                      <a:pt x="374" y="0"/>
                      <a:pt x="374" y="0"/>
                    </a:cubicBezTo>
                    <a:cubicBezTo>
                      <a:pt x="374" y="0"/>
                      <a:pt x="374" y="0"/>
                      <a:pt x="375" y="0"/>
                    </a:cubicBezTo>
                    <a:cubicBezTo>
                      <a:pt x="375" y="0"/>
                      <a:pt x="375" y="0"/>
                      <a:pt x="375" y="0"/>
                    </a:cubicBezTo>
                    <a:cubicBezTo>
                      <a:pt x="375" y="0"/>
                      <a:pt x="376" y="0"/>
                      <a:pt x="376" y="1"/>
                    </a:cubicBezTo>
                    <a:close/>
                    <a:moveTo>
                      <a:pt x="364" y="8"/>
                    </a:moveTo>
                    <a:cubicBezTo>
                      <a:pt x="365" y="9"/>
                      <a:pt x="365" y="9"/>
                      <a:pt x="364" y="10"/>
                    </a:cubicBezTo>
                    <a:cubicBezTo>
                      <a:pt x="364" y="10"/>
                      <a:pt x="364" y="10"/>
                      <a:pt x="364" y="10"/>
                    </a:cubicBezTo>
                    <a:cubicBezTo>
                      <a:pt x="363" y="10"/>
                      <a:pt x="363" y="10"/>
                      <a:pt x="362" y="9"/>
                    </a:cubicBezTo>
                    <a:cubicBezTo>
                      <a:pt x="362" y="9"/>
                      <a:pt x="362" y="9"/>
                      <a:pt x="362" y="9"/>
                    </a:cubicBezTo>
                    <a:cubicBezTo>
                      <a:pt x="362" y="9"/>
                      <a:pt x="362" y="8"/>
                      <a:pt x="363" y="8"/>
                    </a:cubicBezTo>
                    <a:cubicBezTo>
                      <a:pt x="363" y="8"/>
                      <a:pt x="363" y="8"/>
                      <a:pt x="363" y="8"/>
                    </a:cubicBezTo>
                    <a:cubicBezTo>
                      <a:pt x="363" y="7"/>
                      <a:pt x="363" y="7"/>
                      <a:pt x="363" y="7"/>
                    </a:cubicBezTo>
                    <a:cubicBezTo>
                      <a:pt x="363" y="7"/>
                      <a:pt x="363" y="7"/>
                      <a:pt x="363" y="7"/>
                    </a:cubicBezTo>
                    <a:cubicBezTo>
                      <a:pt x="364" y="7"/>
                      <a:pt x="364" y="8"/>
                      <a:pt x="364" y="8"/>
                    </a:cubicBezTo>
                    <a:close/>
                    <a:moveTo>
                      <a:pt x="353" y="15"/>
                    </a:moveTo>
                    <a:cubicBezTo>
                      <a:pt x="354" y="16"/>
                      <a:pt x="353" y="17"/>
                      <a:pt x="353" y="17"/>
                    </a:cubicBezTo>
                    <a:cubicBezTo>
                      <a:pt x="353" y="17"/>
                      <a:pt x="353" y="17"/>
                      <a:pt x="353" y="17"/>
                    </a:cubicBezTo>
                    <a:cubicBezTo>
                      <a:pt x="352" y="18"/>
                      <a:pt x="351" y="17"/>
                      <a:pt x="351" y="17"/>
                    </a:cubicBezTo>
                    <a:cubicBezTo>
                      <a:pt x="351" y="17"/>
                      <a:pt x="351" y="17"/>
                      <a:pt x="351" y="17"/>
                    </a:cubicBezTo>
                    <a:cubicBezTo>
                      <a:pt x="351" y="16"/>
                      <a:pt x="351" y="15"/>
                      <a:pt x="351" y="15"/>
                    </a:cubicBezTo>
                    <a:cubicBezTo>
                      <a:pt x="351" y="15"/>
                      <a:pt x="351" y="15"/>
                      <a:pt x="351" y="15"/>
                    </a:cubicBezTo>
                    <a:cubicBezTo>
                      <a:pt x="352" y="15"/>
                      <a:pt x="352" y="15"/>
                      <a:pt x="352" y="15"/>
                    </a:cubicBezTo>
                    <a:cubicBezTo>
                      <a:pt x="352" y="15"/>
                      <a:pt x="352" y="15"/>
                      <a:pt x="352" y="15"/>
                    </a:cubicBezTo>
                    <a:cubicBezTo>
                      <a:pt x="352" y="15"/>
                      <a:pt x="353" y="15"/>
                      <a:pt x="353" y="15"/>
                    </a:cubicBezTo>
                    <a:close/>
                    <a:moveTo>
                      <a:pt x="342" y="23"/>
                    </a:moveTo>
                    <a:cubicBezTo>
                      <a:pt x="342" y="23"/>
                      <a:pt x="342" y="24"/>
                      <a:pt x="341" y="24"/>
                    </a:cubicBezTo>
                    <a:cubicBezTo>
                      <a:pt x="341" y="24"/>
                      <a:pt x="341" y="24"/>
                      <a:pt x="341" y="24"/>
                    </a:cubicBezTo>
                    <a:cubicBezTo>
                      <a:pt x="341" y="25"/>
                      <a:pt x="340" y="25"/>
                      <a:pt x="340" y="24"/>
                    </a:cubicBezTo>
                    <a:cubicBezTo>
                      <a:pt x="340" y="24"/>
                      <a:pt x="340" y="24"/>
                      <a:pt x="340" y="24"/>
                    </a:cubicBezTo>
                    <a:cubicBezTo>
                      <a:pt x="339" y="23"/>
                      <a:pt x="339" y="23"/>
                      <a:pt x="340" y="22"/>
                    </a:cubicBezTo>
                    <a:cubicBezTo>
                      <a:pt x="340" y="22"/>
                      <a:pt x="340" y="22"/>
                      <a:pt x="340" y="22"/>
                    </a:cubicBezTo>
                    <a:cubicBezTo>
                      <a:pt x="340" y="22"/>
                      <a:pt x="340" y="22"/>
                      <a:pt x="341" y="22"/>
                    </a:cubicBezTo>
                    <a:cubicBezTo>
                      <a:pt x="341" y="22"/>
                      <a:pt x="341" y="22"/>
                      <a:pt x="341" y="22"/>
                    </a:cubicBezTo>
                    <a:cubicBezTo>
                      <a:pt x="341" y="22"/>
                      <a:pt x="342" y="22"/>
                      <a:pt x="342" y="23"/>
                    </a:cubicBezTo>
                    <a:close/>
                    <a:moveTo>
                      <a:pt x="331" y="30"/>
                    </a:moveTo>
                    <a:cubicBezTo>
                      <a:pt x="331" y="31"/>
                      <a:pt x="331" y="31"/>
                      <a:pt x="330" y="32"/>
                    </a:cubicBezTo>
                    <a:cubicBezTo>
                      <a:pt x="330" y="32"/>
                      <a:pt x="330" y="32"/>
                      <a:pt x="330" y="32"/>
                    </a:cubicBezTo>
                    <a:cubicBezTo>
                      <a:pt x="330" y="32"/>
                      <a:pt x="329" y="32"/>
                      <a:pt x="328" y="31"/>
                    </a:cubicBezTo>
                    <a:cubicBezTo>
                      <a:pt x="328" y="31"/>
                      <a:pt x="328" y="31"/>
                      <a:pt x="328" y="31"/>
                    </a:cubicBezTo>
                    <a:cubicBezTo>
                      <a:pt x="328" y="31"/>
                      <a:pt x="328" y="30"/>
                      <a:pt x="329" y="30"/>
                    </a:cubicBezTo>
                    <a:cubicBezTo>
                      <a:pt x="329" y="30"/>
                      <a:pt x="329" y="30"/>
                      <a:pt x="329" y="30"/>
                    </a:cubicBezTo>
                    <a:cubicBezTo>
                      <a:pt x="329" y="29"/>
                      <a:pt x="329" y="29"/>
                      <a:pt x="329" y="29"/>
                    </a:cubicBezTo>
                    <a:cubicBezTo>
                      <a:pt x="329" y="29"/>
                      <a:pt x="329" y="29"/>
                      <a:pt x="329" y="29"/>
                    </a:cubicBezTo>
                    <a:cubicBezTo>
                      <a:pt x="330" y="29"/>
                      <a:pt x="330" y="30"/>
                      <a:pt x="331" y="30"/>
                    </a:cubicBezTo>
                    <a:close/>
                    <a:moveTo>
                      <a:pt x="319" y="37"/>
                    </a:moveTo>
                    <a:cubicBezTo>
                      <a:pt x="320" y="38"/>
                      <a:pt x="319" y="39"/>
                      <a:pt x="319" y="39"/>
                    </a:cubicBezTo>
                    <a:cubicBezTo>
                      <a:pt x="319" y="39"/>
                      <a:pt x="319" y="39"/>
                      <a:pt x="319" y="39"/>
                    </a:cubicBezTo>
                    <a:cubicBezTo>
                      <a:pt x="318" y="40"/>
                      <a:pt x="317" y="39"/>
                      <a:pt x="317" y="39"/>
                    </a:cubicBezTo>
                    <a:cubicBezTo>
                      <a:pt x="317" y="39"/>
                      <a:pt x="317" y="39"/>
                      <a:pt x="317" y="39"/>
                    </a:cubicBezTo>
                    <a:cubicBezTo>
                      <a:pt x="317" y="38"/>
                      <a:pt x="317" y="37"/>
                      <a:pt x="317" y="37"/>
                    </a:cubicBezTo>
                    <a:cubicBezTo>
                      <a:pt x="317" y="37"/>
                      <a:pt x="317" y="37"/>
                      <a:pt x="317" y="37"/>
                    </a:cubicBezTo>
                    <a:cubicBezTo>
                      <a:pt x="318" y="37"/>
                      <a:pt x="318" y="37"/>
                      <a:pt x="318" y="37"/>
                    </a:cubicBezTo>
                    <a:cubicBezTo>
                      <a:pt x="318" y="37"/>
                      <a:pt x="318" y="37"/>
                      <a:pt x="318" y="37"/>
                    </a:cubicBezTo>
                    <a:cubicBezTo>
                      <a:pt x="319" y="37"/>
                      <a:pt x="319" y="37"/>
                      <a:pt x="319" y="37"/>
                    </a:cubicBezTo>
                    <a:close/>
                    <a:moveTo>
                      <a:pt x="308" y="45"/>
                    </a:moveTo>
                    <a:cubicBezTo>
                      <a:pt x="308" y="45"/>
                      <a:pt x="308" y="46"/>
                      <a:pt x="308" y="47"/>
                    </a:cubicBezTo>
                    <a:cubicBezTo>
                      <a:pt x="308" y="47"/>
                      <a:pt x="308" y="47"/>
                      <a:pt x="308" y="47"/>
                    </a:cubicBezTo>
                    <a:cubicBezTo>
                      <a:pt x="307" y="47"/>
                      <a:pt x="306" y="47"/>
                      <a:pt x="306" y="46"/>
                    </a:cubicBezTo>
                    <a:cubicBezTo>
                      <a:pt x="306" y="46"/>
                      <a:pt x="306" y="46"/>
                      <a:pt x="306" y="46"/>
                    </a:cubicBezTo>
                    <a:cubicBezTo>
                      <a:pt x="305" y="46"/>
                      <a:pt x="305" y="45"/>
                      <a:pt x="306" y="44"/>
                    </a:cubicBezTo>
                    <a:cubicBezTo>
                      <a:pt x="306" y="44"/>
                      <a:pt x="306" y="44"/>
                      <a:pt x="306" y="44"/>
                    </a:cubicBezTo>
                    <a:cubicBezTo>
                      <a:pt x="306" y="44"/>
                      <a:pt x="307" y="44"/>
                      <a:pt x="307" y="44"/>
                    </a:cubicBezTo>
                    <a:cubicBezTo>
                      <a:pt x="307" y="44"/>
                      <a:pt x="307" y="44"/>
                      <a:pt x="307" y="44"/>
                    </a:cubicBezTo>
                    <a:cubicBezTo>
                      <a:pt x="307" y="44"/>
                      <a:pt x="308" y="44"/>
                      <a:pt x="308" y="45"/>
                    </a:cubicBezTo>
                    <a:close/>
                    <a:moveTo>
                      <a:pt x="297" y="52"/>
                    </a:moveTo>
                    <a:cubicBezTo>
                      <a:pt x="297" y="53"/>
                      <a:pt x="297" y="54"/>
                      <a:pt x="296" y="54"/>
                    </a:cubicBezTo>
                    <a:cubicBezTo>
                      <a:pt x="296" y="54"/>
                      <a:pt x="296" y="54"/>
                      <a:pt x="296" y="54"/>
                    </a:cubicBezTo>
                    <a:cubicBezTo>
                      <a:pt x="296" y="54"/>
                      <a:pt x="295" y="54"/>
                      <a:pt x="294" y="54"/>
                    </a:cubicBezTo>
                    <a:cubicBezTo>
                      <a:pt x="294" y="54"/>
                      <a:pt x="294" y="54"/>
                      <a:pt x="294" y="54"/>
                    </a:cubicBezTo>
                    <a:cubicBezTo>
                      <a:pt x="294" y="53"/>
                      <a:pt x="294" y="52"/>
                      <a:pt x="295" y="52"/>
                    </a:cubicBezTo>
                    <a:cubicBezTo>
                      <a:pt x="295" y="52"/>
                      <a:pt x="295" y="52"/>
                      <a:pt x="295" y="52"/>
                    </a:cubicBezTo>
                    <a:cubicBezTo>
                      <a:pt x="295" y="52"/>
                      <a:pt x="295" y="51"/>
                      <a:pt x="296" y="51"/>
                    </a:cubicBezTo>
                    <a:cubicBezTo>
                      <a:pt x="296" y="51"/>
                      <a:pt x="296" y="51"/>
                      <a:pt x="296" y="51"/>
                    </a:cubicBezTo>
                    <a:cubicBezTo>
                      <a:pt x="296" y="51"/>
                      <a:pt x="296" y="52"/>
                      <a:pt x="297" y="52"/>
                    </a:cubicBezTo>
                    <a:close/>
                    <a:moveTo>
                      <a:pt x="285" y="59"/>
                    </a:moveTo>
                    <a:cubicBezTo>
                      <a:pt x="286" y="60"/>
                      <a:pt x="286" y="61"/>
                      <a:pt x="285" y="61"/>
                    </a:cubicBezTo>
                    <a:cubicBezTo>
                      <a:pt x="285" y="61"/>
                      <a:pt x="285" y="61"/>
                      <a:pt x="285" y="61"/>
                    </a:cubicBezTo>
                    <a:cubicBezTo>
                      <a:pt x="284" y="62"/>
                      <a:pt x="283" y="62"/>
                      <a:pt x="283" y="61"/>
                    </a:cubicBezTo>
                    <a:cubicBezTo>
                      <a:pt x="283" y="61"/>
                      <a:pt x="283" y="61"/>
                      <a:pt x="283" y="61"/>
                    </a:cubicBezTo>
                    <a:cubicBezTo>
                      <a:pt x="283" y="60"/>
                      <a:pt x="283" y="59"/>
                      <a:pt x="283" y="59"/>
                    </a:cubicBezTo>
                    <a:cubicBezTo>
                      <a:pt x="283" y="59"/>
                      <a:pt x="283" y="59"/>
                      <a:pt x="283" y="59"/>
                    </a:cubicBezTo>
                    <a:cubicBezTo>
                      <a:pt x="284" y="59"/>
                      <a:pt x="284" y="59"/>
                      <a:pt x="284" y="59"/>
                    </a:cubicBezTo>
                    <a:cubicBezTo>
                      <a:pt x="284" y="59"/>
                      <a:pt x="284" y="59"/>
                      <a:pt x="284" y="59"/>
                    </a:cubicBezTo>
                    <a:cubicBezTo>
                      <a:pt x="285" y="59"/>
                      <a:pt x="285" y="59"/>
                      <a:pt x="285" y="59"/>
                    </a:cubicBezTo>
                    <a:close/>
                    <a:moveTo>
                      <a:pt x="274" y="67"/>
                    </a:moveTo>
                    <a:cubicBezTo>
                      <a:pt x="274" y="67"/>
                      <a:pt x="274" y="68"/>
                      <a:pt x="274" y="69"/>
                    </a:cubicBezTo>
                    <a:cubicBezTo>
                      <a:pt x="274" y="69"/>
                      <a:pt x="274" y="69"/>
                      <a:pt x="274" y="69"/>
                    </a:cubicBezTo>
                    <a:cubicBezTo>
                      <a:pt x="273" y="69"/>
                      <a:pt x="272" y="69"/>
                      <a:pt x="272" y="68"/>
                    </a:cubicBezTo>
                    <a:cubicBezTo>
                      <a:pt x="272" y="68"/>
                      <a:pt x="272" y="68"/>
                      <a:pt x="272" y="68"/>
                    </a:cubicBezTo>
                    <a:cubicBezTo>
                      <a:pt x="271" y="68"/>
                      <a:pt x="272" y="67"/>
                      <a:pt x="272" y="66"/>
                    </a:cubicBezTo>
                    <a:cubicBezTo>
                      <a:pt x="272" y="66"/>
                      <a:pt x="272" y="66"/>
                      <a:pt x="272" y="66"/>
                    </a:cubicBezTo>
                    <a:cubicBezTo>
                      <a:pt x="272" y="66"/>
                      <a:pt x="273" y="66"/>
                      <a:pt x="273" y="66"/>
                    </a:cubicBezTo>
                    <a:cubicBezTo>
                      <a:pt x="273" y="66"/>
                      <a:pt x="273" y="66"/>
                      <a:pt x="273" y="66"/>
                    </a:cubicBezTo>
                    <a:cubicBezTo>
                      <a:pt x="273" y="66"/>
                      <a:pt x="274" y="66"/>
                      <a:pt x="274" y="67"/>
                    </a:cubicBezTo>
                    <a:close/>
                    <a:moveTo>
                      <a:pt x="263" y="74"/>
                    </a:moveTo>
                    <a:cubicBezTo>
                      <a:pt x="263" y="75"/>
                      <a:pt x="263" y="76"/>
                      <a:pt x="262" y="76"/>
                    </a:cubicBezTo>
                    <a:cubicBezTo>
                      <a:pt x="262" y="76"/>
                      <a:pt x="262" y="76"/>
                      <a:pt x="262" y="76"/>
                    </a:cubicBezTo>
                    <a:cubicBezTo>
                      <a:pt x="262" y="76"/>
                      <a:pt x="261" y="76"/>
                      <a:pt x="260" y="76"/>
                    </a:cubicBezTo>
                    <a:cubicBezTo>
                      <a:pt x="260" y="76"/>
                      <a:pt x="260" y="76"/>
                      <a:pt x="260" y="76"/>
                    </a:cubicBezTo>
                    <a:cubicBezTo>
                      <a:pt x="260" y="75"/>
                      <a:pt x="260" y="74"/>
                      <a:pt x="261" y="74"/>
                    </a:cubicBezTo>
                    <a:cubicBezTo>
                      <a:pt x="261" y="74"/>
                      <a:pt x="261" y="74"/>
                      <a:pt x="261" y="74"/>
                    </a:cubicBezTo>
                    <a:cubicBezTo>
                      <a:pt x="261" y="74"/>
                      <a:pt x="261" y="74"/>
                      <a:pt x="262" y="74"/>
                    </a:cubicBezTo>
                    <a:cubicBezTo>
                      <a:pt x="262" y="74"/>
                      <a:pt x="262" y="74"/>
                      <a:pt x="262" y="74"/>
                    </a:cubicBezTo>
                    <a:cubicBezTo>
                      <a:pt x="262" y="74"/>
                      <a:pt x="262" y="74"/>
                      <a:pt x="263" y="74"/>
                    </a:cubicBezTo>
                    <a:close/>
                    <a:moveTo>
                      <a:pt x="251" y="82"/>
                    </a:moveTo>
                    <a:cubicBezTo>
                      <a:pt x="252" y="82"/>
                      <a:pt x="252" y="83"/>
                      <a:pt x="251" y="83"/>
                    </a:cubicBezTo>
                    <a:cubicBezTo>
                      <a:pt x="251" y="83"/>
                      <a:pt x="251" y="83"/>
                      <a:pt x="251" y="83"/>
                    </a:cubicBezTo>
                    <a:cubicBezTo>
                      <a:pt x="250" y="84"/>
                      <a:pt x="250" y="84"/>
                      <a:pt x="249" y="83"/>
                    </a:cubicBezTo>
                    <a:cubicBezTo>
                      <a:pt x="249" y="83"/>
                      <a:pt x="249" y="83"/>
                      <a:pt x="249" y="83"/>
                    </a:cubicBezTo>
                    <a:cubicBezTo>
                      <a:pt x="249" y="82"/>
                      <a:pt x="249" y="82"/>
                      <a:pt x="250" y="81"/>
                    </a:cubicBezTo>
                    <a:cubicBezTo>
                      <a:pt x="250" y="81"/>
                      <a:pt x="250" y="81"/>
                      <a:pt x="250" y="81"/>
                    </a:cubicBezTo>
                    <a:cubicBezTo>
                      <a:pt x="250" y="81"/>
                      <a:pt x="250" y="81"/>
                      <a:pt x="250" y="81"/>
                    </a:cubicBezTo>
                    <a:cubicBezTo>
                      <a:pt x="250" y="81"/>
                      <a:pt x="250" y="81"/>
                      <a:pt x="250" y="81"/>
                    </a:cubicBezTo>
                    <a:cubicBezTo>
                      <a:pt x="251" y="81"/>
                      <a:pt x="251" y="81"/>
                      <a:pt x="251" y="82"/>
                    </a:cubicBezTo>
                    <a:close/>
                    <a:moveTo>
                      <a:pt x="240" y="89"/>
                    </a:moveTo>
                    <a:cubicBezTo>
                      <a:pt x="241" y="90"/>
                      <a:pt x="240" y="90"/>
                      <a:pt x="240" y="91"/>
                    </a:cubicBezTo>
                    <a:cubicBezTo>
                      <a:pt x="240" y="91"/>
                      <a:pt x="240" y="91"/>
                      <a:pt x="240" y="91"/>
                    </a:cubicBezTo>
                    <a:cubicBezTo>
                      <a:pt x="239" y="91"/>
                      <a:pt x="238" y="91"/>
                      <a:pt x="238" y="90"/>
                    </a:cubicBezTo>
                    <a:cubicBezTo>
                      <a:pt x="238" y="90"/>
                      <a:pt x="238" y="90"/>
                      <a:pt x="238" y="90"/>
                    </a:cubicBezTo>
                    <a:cubicBezTo>
                      <a:pt x="237" y="90"/>
                      <a:pt x="238" y="89"/>
                      <a:pt x="238" y="89"/>
                    </a:cubicBezTo>
                    <a:cubicBezTo>
                      <a:pt x="238" y="89"/>
                      <a:pt x="238" y="89"/>
                      <a:pt x="238" y="89"/>
                    </a:cubicBezTo>
                    <a:cubicBezTo>
                      <a:pt x="238" y="88"/>
                      <a:pt x="239" y="88"/>
                      <a:pt x="239" y="88"/>
                    </a:cubicBezTo>
                    <a:cubicBezTo>
                      <a:pt x="239" y="88"/>
                      <a:pt x="239" y="88"/>
                      <a:pt x="239" y="88"/>
                    </a:cubicBezTo>
                    <a:cubicBezTo>
                      <a:pt x="239" y="88"/>
                      <a:pt x="240" y="89"/>
                      <a:pt x="240" y="89"/>
                    </a:cubicBezTo>
                    <a:close/>
                    <a:moveTo>
                      <a:pt x="229" y="96"/>
                    </a:moveTo>
                    <a:cubicBezTo>
                      <a:pt x="229" y="97"/>
                      <a:pt x="229" y="98"/>
                      <a:pt x="228" y="98"/>
                    </a:cubicBezTo>
                    <a:cubicBezTo>
                      <a:pt x="228" y="98"/>
                      <a:pt x="228" y="98"/>
                      <a:pt x="228" y="98"/>
                    </a:cubicBezTo>
                    <a:cubicBezTo>
                      <a:pt x="228" y="99"/>
                      <a:pt x="227" y="98"/>
                      <a:pt x="227" y="98"/>
                    </a:cubicBezTo>
                    <a:cubicBezTo>
                      <a:pt x="227" y="98"/>
                      <a:pt x="227" y="98"/>
                      <a:pt x="227" y="98"/>
                    </a:cubicBezTo>
                    <a:cubicBezTo>
                      <a:pt x="226" y="97"/>
                      <a:pt x="226" y="96"/>
                      <a:pt x="227" y="96"/>
                    </a:cubicBezTo>
                    <a:cubicBezTo>
                      <a:pt x="227" y="96"/>
                      <a:pt x="227" y="96"/>
                      <a:pt x="227" y="96"/>
                    </a:cubicBezTo>
                    <a:cubicBezTo>
                      <a:pt x="227" y="96"/>
                      <a:pt x="227" y="96"/>
                      <a:pt x="228" y="96"/>
                    </a:cubicBezTo>
                    <a:cubicBezTo>
                      <a:pt x="228" y="96"/>
                      <a:pt x="228" y="96"/>
                      <a:pt x="228" y="96"/>
                    </a:cubicBezTo>
                    <a:cubicBezTo>
                      <a:pt x="228" y="96"/>
                      <a:pt x="229" y="96"/>
                      <a:pt x="229" y="96"/>
                    </a:cubicBezTo>
                    <a:close/>
                    <a:moveTo>
                      <a:pt x="217" y="104"/>
                    </a:moveTo>
                    <a:cubicBezTo>
                      <a:pt x="218" y="104"/>
                      <a:pt x="218" y="105"/>
                      <a:pt x="217" y="105"/>
                    </a:cubicBezTo>
                    <a:cubicBezTo>
                      <a:pt x="217" y="105"/>
                      <a:pt x="217" y="105"/>
                      <a:pt x="217" y="105"/>
                    </a:cubicBezTo>
                    <a:cubicBezTo>
                      <a:pt x="216" y="106"/>
                      <a:pt x="216" y="106"/>
                      <a:pt x="215" y="105"/>
                    </a:cubicBezTo>
                    <a:cubicBezTo>
                      <a:pt x="215" y="105"/>
                      <a:pt x="215" y="105"/>
                      <a:pt x="215" y="105"/>
                    </a:cubicBezTo>
                    <a:cubicBezTo>
                      <a:pt x="215" y="105"/>
                      <a:pt x="215" y="104"/>
                      <a:pt x="216" y="103"/>
                    </a:cubicBezTo>
                    <a:cubicBezTo>
                      <a:pt x="216" y="103"/>
                      <a:pt x="216" y="103"/>
                      <a:pt x="216" y="103"/>
                    </a:cubicBezTo>
                    <a:cubicBezTo>
                      <a:pt x="216" y="103"/>
                      <a:pt x="216" y="103"/>
                      <a:pt x="216" y="103"/>
                    </a:cubicBezTo>
                    <a:cubicBezTo>
                      <a:pt x="216" y="103"/>
                      <a:pt x="216" y="103"/>
                      <a:pt x="216" y="103"/>
                    </a:cubicBezTo>
                    <a:cubicBezTo>
                      <a:pt x="217" y="103"/>
                      <a:pt x="217" y="103"/>
                      <a:pt x="217" y="104"/>
                    </a:cubicBezTo>
                    <a:close/>
                    <a:moveTo>
                      <a:pt x="206" y="111"/>
                    </a:moveTo>
                    <a:cubicBezTo>
                      <a:pt x="207" y="112"/>
                      <a:pt x="206" y="112"/>
                      <a:pt x="206" y="113"/>
                    </a:cubicBezTo>
                    <a:cubicBezTo>
                      <a:pt x="206" y="113"/>
                      <a:pt x="206" y="113"/>
                      <a:pt x="206" y="113"/>
                    </a:cubicBezTo>
                    <a:cubicBezTo>
                      <a:pt x="205" y="113"/>
                      <a:pt x="204" y="113"/>
                      <a:pt x="204" y="112"/>
                    </a:cubicBezTo>
                    <a:cubicBezTo>
                      <a:pt x="204" y="112"/>
                      <a:pt x="204" y="112"/>
                      <a:pt x="204" y="112"/>
                    </a:cubicBezTo>
                    <a:cubicBezTo>
                      <a:pt x="204" y="112"/>
                      <a:pt x="204" y="111"/>
                      <a:pt x="204" y="111"/>
                    </a:cubicBezTo>
                    <a:cubicBezTo>
                      <a:pt x="204" y="111"/>
                      <a:pt x="204" y="111"/>
                      <a:pt x="204" y="111"/>
                    </a:cubicBezTo>
                    <a:cubicBezTo>
                      <a:pt x="205" y="110"/>
                      <a:pt x="205" y="110"/>
                      <a:pt x="205" y="110"/>
                    </a:cubicBezTo>
                    <a:cubicBezTo>
                      <a:pt x="205" y="110"/>
                      <a:pt x="205" y="110"/>
                      <a:pt x="205" y="110"/>
                    </a:cubicBezTo>
                    <a:cubicBezTo>
                      <a:pt x="205" y="110"/>
                      <a:pt x="206" y="111"/>
                      <a:pt x="206" y="111"/>
                    </a:cubicBezTo>
                    <a:close/>
                    <a:moveTo>
                      <a:pt x="195" y="118"/>
                    </a:moveTo>
                    <a:cubicBezTo>
                      <a:pt x="195" y="119"/>
                      <a:pt x="195" y="120"/>
                      <a:pt x="194" y="120"/>
                    </a:cubicBezTo>
                    <a:cubicBezTo>
                      <a:pt x="194" y="120"/>
                      <a:pt x="194" y="120"/>
                      <a:pt x="194" y="120"/>
                    </a:cubicBezTo>
                    <a:cubicBezTo>
                      <a:pt x="194" y="121"/>
                      <a:pt x="193" y="120"/>
                      <a:pt x="193" y="120"/>
                    </a:cubicBezTo>
                    <a:cubicBezTo>
                      <a:pt x="193" y="120"/>
                      <a:pt x="193" y="120"/>
                      <a:pt x="193" y="120"/>
                    </a:cubicBezTo>
                    <a:cubicBezTo>
                      <a:pt x="192" y="119"/>
                      <a:pt x="192" y="118"/>
                      <a:pt x="193" y="118"/>
                    </a:cubicBezTo>
                    <a:cubicBezTo>
                      <a:pt x="193" y="118"/>
                      <a:pt x="193" y="118"/>
                      <a:pt x="193" y="118"/>
                    </a:cubicBezTo>
                    <a:cubicBezTo>
                      <a:pt x="193" y="118"/>
                      <a:pt x="193" y="118"/>
                      <a:pt x="194" y="118"/>
                    </a:cubicBezTo>
                    <a:cubicBezTo>
                      <a:pt x="194" y="118"/>
                      <a:pt x="194" y="118"/>
                      <a:pt x="194" y="118"/>
                    </a:cubicBezTo>
                    <a:cubicBezTo>
                      <a:pt x="194" y="118"/>
                      <a:pt x="195" y="118"/>
                      <a:pt x="195" y="118"/>
                    </a:cubicBezTo>
                    <a:close/>
                    <a:moveTo>
                      <a:pt x="184" y="126"/>
                    </a:moveTo>
                    <a:cubicBezTo>
                      <a:pt x="184" y="126"/>
                      <a:pt x="184" y="127"/>
                      <a:pt x="183" y="128"/>
                    </a:cubicBezTo>
                    <a:cubicBezTo>
                      <a:pt x="183" y="128"/>
                      <a:pt x="183" y="128"/>
                      <a:pt x="183" y="128"/>
                    </a:cubicBezTo>
                    <a:cubicBezTo>
                      <a:pt x="183" y="128"/>
                      <a:pt x="182" y="128"/>
                      <a:pt x="181" y="127"/>
                    </a:cubicBezTo>
                    <a:cubicBezTo>
                      <a:pt x="181" y="127"/>
                      <a:pt x="181" y="127"/>
                      <a:pt x="181" y="127"/>
                    </a:cubicBezTo>
                    <a:cubicBezTo>
                      <a:pt x="181" y="127"/>
                      <a:pt x="181" y="126"/>
                      <a:pt x="182" y="125"/>
                    </a:cubicBezTo>
                    <a:cubicBezTo>
                      <a:pt x="182" y="125"/>
                      <a:pt x="182" y="125"/>
                      <a:pt x="182" y="125"/>
                    </a:cubicBezTo>
                    <a:cubicBezTo>
                      <a:pt x="182" y="125"/>
                      <a:pt x="182" y="125"/>
                      <a:pt x="182" y="125"/>
                    </a:cubicBezTo>
                    <a:cubicBezTo>
                      <a:pt x="182" y="125"/>
                      <a:pt x="182" y="125"/>
                      <a:pt x="182" y="125"/>
                    </a:cubicBezTo>
                    <a:cubicBezTo>
                      <a:pt x="183" y="125"/>
                      <a:pt x="183" y="125"/>
                      <a:pt x="184" y="126"/>
                    </a:cubicBezTo>
                    <a:close/>
                    <a:moveTo>
                      <a:pt x="172" y="133"/>
                    </a:moveTo>
                    <a:cubicBezTo>
                      <a:pt x="173" y="134"/>
                      <a:pt x="172" y="135"/>
                      <a:pt x="172" y="135"/>
                    </a:cubicBezTo>
                    <a:cubicBezTo>
                      <a:pt x="172" y="135"/>
                      <a:pt x="172" y="135"/>
                      <a:pt x="172" y="135"/>
                    </a:cubicBezTo>
                    <a:cubicBezTo>
                      <a:pt x="171" y="135"/>
                      <a:pt x="170" y="135"/>
                      <a:pt x="170" y="135"/>
                    </a:cubicBezTo>
                    <a:cubicBezTo>
                      <a:pt x="170" y="135"/>
                      <a:pt x="170" y="135"/>
                      <a:pt x="170" y="135"/>
                    </a:cubicBezTo>
                    <a:cubicBezTo>
                      <a:pt x="170" y="134"/>
                      <a:pt x="170" y="133"/>
                      <a:pt x="170" y="133"/>
                    </a:cubicBezTo>
                    <a:cubicBezTo>
                      <a:pt x="170" y="133"/>
                      <a:pt x="170" y="133"/>
                      <a:pt x="170" y="133"/>
                    </a:cubicBezTo>
                    <a:cubicBezTo>
                      <a:pt x="171" y="133"/>
                      <a:pt x="171" y="133"/>
                      <a:pt x="171" y="133"/>
                    </a:cubicBezTo>
                    <a:cubicBezTo>
                      <a:pt x="171" y="133"/>
                      <a:pt x="171" y="133"/>
                      <a:pt x="171" y="133"/>
                    </a:cubicBezTo>
                    <a:cubicBezTo>
                      <a:pt x="172" y="133"/>
                      <a:pt x="172" y="133"/>
                      <a:pt x="172" y="133"/>
                    </a:cubicBezTo>
                    <a:close/>
                    <a:moveTo>
                      <a:pt x="161" y="140"/>
                    </a:moveTo>
                    <a:cubicBezTo>
                      <a:pt x="161" y="141"/>
                      <a:pt x="161" y="142"/>
                      <a:pt x="161" y="142"/>
                    </a:cubicBezTo>
                    <a:cubicBezTo>
                      <a:pt x="161" y="142"/>
                      <a:pt x="161" y="142"/>
                      <a:pt x="161" y="142"/>
                    </a:cubicBezTo>
                    <a:cubicBezTo>
                      <a:pt x="160" y="143"/>
                      <a:pt x="159" y="143"/>
                      <a:pt x="159" y="142"/>
                    </a:cubicBezTo>
                    <a:cubicBezTo>
                      <a:pt x="159" y="142"/>
                      <a:pt x="159" y="142"/>
                      <a:pt x="159" y="142"/>
                    </a:cubicBezTo>
                    <a:cubicBezTo>
                      <a:pt x="158" y="141"/>
                      <a:pt x="158" y="140"/>
                      <a:pt x="159" y="140"/>
                    </a:cubicBezTo>
                    <a:cubicBezTo>
                      <a:pt x="159" y="140"/>
                      <a:pt x="159" y="140"/>
                      <a:pt x="159" y="140"/>
                    </a:cubicBezTo>
                    <a:cubicBezTo>
                      <a:pt x="159" y="140"/>
                      <a:pt x="160" y="140"/>
                      <a:pt x="160" y="140"/>
                    </a:cubicBezTo>
                    <a:cubicBezTo>
                      <a:pt x="160" y="140"/>
                      <a:pt x="160" y="140"/>
                      <a:pt x="160" y="140"/>
                    </a:cubicBezTo>
                    <a:cubicBezTo>
                      <a:pt x="160" y="140"/>
                      <a:pt x="161" y="140"/>
                      <a:pt x="161" y="140"/>
                    </a:cubicBezTo>
                    <a:close/>
                    <a:moveTo>
                      <a:pt x="150" y="148"/>
                    </a:moveTo>
                    <a:cubicBezTo>
                      <a:pt x="150" y="148"/>
                      <a:pt x="150" y="149"/>
                      <a:pt x="149" y="150"/>
                    </a:cubicBezTo>
                    <a:cubicBezTo>
                      <a:pt x="149" y="150"/>
                      <a:pt x="149" y="150"/>
                      <a:pt x="149" y="150"/>
                    </a:cubicBezTo>
                    <a:cubicBezTo>
                      <a:pt x="149" y="150"/>
                      <a:pt x="148" y="150"/>
                      <a:pt x="147" y="149"/>
                    </a:cubicBezTo>
                    <a:cubicBezTo>
                      <a:pt x="147" y="149"/>
                      <a:pt x="147" y="149"/>
                      <a:pt x="147" y="149"/>
                    </a:cubicBezTo>
                    <a:cubicBezTo>
                      <a:pt x="147" y="149"/>
                      <a:pt x="147" y="148"/>
                      <a:pt x="148" y="147"/>
                    </a:cubicBezTo>
                    <a:cubicBezTo>
                      <a:pt x="148" y="147"/>
                      <a:pt x="148" y="147"/>
                      <a:pt x="148" y="147"/>
                    </a:cubicBezTo>
                    <a:cubicBezTo>
                      <a:pt x="148" y="147"/>
                      <a:pt x="148" y="147"/>
                      <a:pt x="149" y="147"/>
                    </a:cubicBezTo>
                    <a:cubicBezTo>
                      <a:pt x="149" y="147"/>
                      <a:pt x="149" y="147"/>
                      <a:pt x="149" y="147"/>
                    </a:cubicBezTo>
                    <a:cubicBezTo>
                      <a:pt x="149" y="147"/>
                      <a:pt x="149" y="147"/>
                      <a:pt x="150" y="148"/>
                    </a:cubicBezTo>
                    <a:close/>
                    <a:moveTo>
                      <a:pt x="138" y="155"/>
                    </a:moveTo>
                    <a:cubicBezTo>
                      <a:pt x="139" y="156"/>
                      <a:pt x="139" y="157"/>
                      <a:pt x="138" y="157"/>
                    </a:cubicBezTo>
                    <a:cubicBezTo>
                      <a:pt x="138" y="157"/>
                      <a:pt x="138" y="157"/>
                      <a:pt x="138" y="157"/>
                    </a:cubicBezTo>
                    <a:cubicBezTo>
                      <a:pt x="137" y="157"/>
                      <a:pt x="136" y="157"/>
                      <a:pt x="136" y="157"/>
                    </a:cubicBezTo>
                    <a:cubicBezTo>
                      <a:pt x="136" y="157"/>
                      <a:pt x="136" y="157"/>
                      <a:pt x="136" y="157"/>
                    </a:cubicBezTo>
                    <a:cubicBezTo>
                      <a:pt x="136" y="156"/>
                      <a:pt x="136" y="155"/>
                      <a:pt x="136" y="155"/>
                    </a:cubicBezTo>
                    <a:cubicBezTo>
                      <a:pt x="136" y="155"/>
                      <a:pt x="136" y="155"/>
                      <a:pt x="136" y="155"/>
                    </a:cubicBezTo>
                    <a:cubicBezTo>
                      <a:pt x="137" y="155"/>
                      <a:pt x="137" y="155"/>
                      <a:pt x="137" y="155"/>
                    </a:cubicBezTo>
                    <a:cubicBezTo>
                      <a:pt x="137" y="155"/>
                      <a:pt x="137" y="155"/>
                      <a:pt x="137" y="155"/>
                    </a:cubicBezTo>
                    <a:cubicBezTo>
                      <a:pt x="138" y="155"/>
                      <a:pt x="138" y="155"/>
                      <a:pt x="138" y="155"/>
                    </a:cubicBezTo>
                    <a:close/>
                    <a:moveTo>
                      <a:pt x="127" y="163"/>
                    </a:moveTo>
                    <a:cubicBezTo>
                      <a:pt x="127" y="163"/>
                      <a:pt x="127" y="164"/>
                      <a:pt x="127" y="164"/>
                    </a:cubicBezTo>
                    <a:cubicBezTo>
                      <a:pt x="127" y="164"/>
                      <a:pt x="127" y="164"/>
                      <a:pt x="127" y="164"/>
                    </a:cubicBezTo>
                    <a:cubicBezTo>
                      <a:pt x="126" y="165"/>
                      <a:pt x="125" y="165"/>
                      <a:pt x="125" y="164"/>
                    </a:cubicBezTo>
                    <a:cubicBezTo>
                      <a:pt x="125" y="164"/>
                      <a:pt x="125" y="164"/>
                      <a:pt x="125" y="164"/>
                    </a:cubicBezTo>
                    <a:cubicBezTo>
                      <a:pt x="124" y="163"/>
                      <a:pt x="125" y="163"/>
                      <a:pt x="125" y="162"/>
                    </a:cubicBezTo>
                    <a:cubicBezTo>
                      <a:pt x="125" y="162"/>
                      <a:pt x="125" y="162"/>
                      <a:pt x="125" y="162"/>
                    </a:cubicBezTo>
                    <a:cubicBezTo>
                      <a:pt x="125" y="162"/>
                      <a:pt x="126" y="162"/>
                      <a:pt x="126" y="162"/>
                    </a:cubicBezTo>
                    <a:cubicBezTo>
                      <a:pt x="126" y="162"/>
                      <a:pt x="126" y="162"/>
                      <a:pt x="126" y="162"/>
                    </a:cubicBezTo>
                    <a:cubicBezTo>
                      <a:pt x="126" y="162"/>
                      <a:pt x="127" y="162"/>
                      <a:pt x="127" y="163"/>
                    </a:cubicBezTo>
                    <a:close/>
                    <a:moveTo>
                      <a:pt x="116" y="170"/>
                    </a:moveTo>
                    <a:cubicBezTo>
                      <a:pt x="116" y="171"/>
                      <a:pt x="116" y="171"/>
                      <a:pt x="115" y="172"/>
                    </a:cubicBezTo>
                    <a:cubicBezTo>
                      <a:pt x="115" y="172"/>
                      <a:pt x="115" y="172"/>
                      <a:pt x="115" y="172"/>
                    </a:cubicBezTo>
                    <a:cubicBezTo>
                      <a:pt x="115" y="172"/>
                      <a:pt x="114" y="172"/>
                      <a:pt x="113" y="171"/>
                    </a:cubicBezTo>
                    <a:cubicBezTo>
                      <a:pt x="113" y="171"/>
                      <a:pt x="113" y="171"/>
                      <a:pt x="113" y="171"/>
                    </a:cubicBezTo>
                    <a:cubicBezTo>
                      <a:pt x="113" y="171"/>
                      <a:pt x="113" y="170"/>
                      <a:pt x="114" y="170"/>
                    </a:cubicBezTo>
                    <a:cubicBezTo>
                      <a:pt x="114" y="170"/>
                      <a:pt x="114" y="170"/>
                      <a:pt x="114" y="170"/>
                    </a:cubicBezTo>
                    <a:cubicBezTo>
                      <a:pt x="114" y="169"/>
                      <a:pt x="114" y="169"/>
                      <a:pt x="115" y="169"/>
                    </a:cubicBezTo>
                    <a:cubicBezTo>
                      <a:pt x="115" y="169"/>
                      <a:pt x="115" y="169"/>
                      <a:pt x="115" y="169"/>
                    </a:cubicBezTo>
                    <a:cubicBezTo>
                      <a:pt x="115" y="169"/>
                      <a:pt x="115" y="170"/>
                      <a:pt x="116" y="170"/>
                    </a:cubicBezTo>
                    <a:close/>
                    <a:moveTo>
                      <a:pt x="104" y="177"/>
                    </a:moveTo>
                    <a:cubicBezTo>
                      <a:pt x="105" y="178"/>
                      <a:pt x="105" y="179"/>
                      <a:pt x="104" y="179"/>
                    </a:cubicBezTo>
                    <a:cubicBezTo>
                      <a:pt x="104" y="179"/>
                      <a:pt x="104" y="179"/>
                      <a:pt x="104" y="179"/>
                    </a:cubicBezTo>
                    <a:cubicBezTo>
                      <a:pt x="103" y="180"/>
                      <a:pt x="103" y="179"/>
                      <a:pt x="102" y="179"/>
                    </a:cubicBezTo>
                    <a:cubicBezTo>
                      <a:pt x="102" y="179"/>
                      <a:pt x="102" y="179"/>
                      <a:pt x="102" y="179"/>
                    </a:cubicBezTo>
                    <a:cubicBezTo>
                      <a:pt x="102" y="178"/>
                      <a:pt x="102" y="177"/>
                      <a:pt x="103" y="177"/>
                    </a:cubicBezTo>
                    <a:cubicBezTo>
                      <a:pt x="103" y="177"/>
                      <a:pt x="103" y="177"/>
                      <a:pt x="103" y="177"/>
                    </a:cubicBezTo>
                    <a:cubicBezTo>
                      <a:pt x="103" y="177"/>
                      <a:pt x="103" y="177"/>
                      <a:pt x="103" y="177"/>
                    </a:cubicBezTo>
                    <a:cubicBezTo>
                      <a:pt x="103" y="177"/>
                      <a:pt x="103" y="177"/>
                      <a:pt x="103" y="177"/>
                    </a:cubicBezTo>
                    <a:cubicBezTo>
                      <a:pt x="104" y="177"/>
                      <a:pt x="104" y="177"/>
                      <a:pt x="104" y="177"/>
                    </a:cubicBezTo>
                    <a:close/>
                    <a:moveTo>
                      <a:pt x="93" y="185"/>
                    </a:moveTo>
                    <a:cubicBezTo>
                      <a:pt x="93" y="185"/>
                      <a:pt x="93" y="186"/>
                      <a:pt x="93" y="187"/>
                    </a:cubicBezTo>
                    <a:cubicBezTo>
                      <a:pt x="93" y="187"/>
                      <a:pt x="93" y="187"/>
                      <a:pt x="93" y="187"/>
                    </a:cubicBezTo>
                    <a:cubicBezTo>
                      <a:pt x="92" y="187"/>
                      <a:pt x="91" y="187"/>
                      <a:pt x="91" y="186"/>
                    </a:cubicBezTo>
                    <a:cubicBezTo>
                      <a:pt x="91" y="186"/>
                      <a:pt x="91" y="186"/>
                      <a:pt x="91" y="186"/>
                    </a:cubicBezTo>
                    <a:cubicBezTo>
                      <a:pt x="90" y="186"/>
                      <a:pt x="91" y="185"/>
                      <a:pt x="91" y="184"/>
                    </a:cubicBezTo>
                    <a:cubicBezTo>
                      <a:pt x="91" y="184"/>
                      <a:pt x="91" y="184"/>
                      <a:pt x="91" y="184"/>
                    </a:cubicBezTo>
                    <a:cubicBezTo>
                      <a:pt x="91" y="184"/>
                      <a:pt x="92" y="184"/>
                      <a:pt x="92" y="184"/>
                    </a:cubicBezTo>
                    <a:cubicBezTo>
                      <a:pt x="92" y="184"/>
                      <a:pt x="92" y="184"/>
                      <a:pt x="92" y="184"/>
                    </a:cubicBezTo>
                    <a:cubicBezTo>
                      <a:pt x="92" y="184"/>
                      <a:pt x="93" y="184"/>
                      <a:pt x="93" y="185"/>
                    </a:cubicBezTo>
                    <a:close/>
                    <a:moveTo>
                      <a:pt x="82" y="192"/>
                    </a:moveTo>
                    <a:cubicBezTo>
                      <a:pt x="82" y="193"/>
                      <a:pt x="82" y="193"/>
                      <a:pt x="81" y="194"/>
                    </a:cubicBezTo>
                    <a:cubicBezTo>
                      <a:pt x="81" y="194"/>
                      <a:pt x="81" y="194"/>
                      <a:pt x="81" y="194"/>
                    </a:cubicBezTo>
                    <a:cubicBezTo>
                      <a:pt x="81" y="194"/>
                      <a:pt x="80" y="194"/>
                      <a:pt x="80" y="194"/>
                    </a:cubicBezTo>
                    <a:cubicBezTo>
                      <a:pt x="80" y="194"/>
                      <a:pt x="80" y="194"/>
                      <a:pt x="80" y="194"/>
                    </a:cubicBezTo>
                    <a:cubicBezTo>
                      <a:pt x="79" y="193"/>
                      <a:pt x="79" y="192"/>
                      <a:pt x="80" y="192"/>
                    </a:cubicBezTo>
                    <a:cubicBezTo>
                      <a:pt x="80" y="192"/>
                      <a:pt x="80" y="192"/>
                      <a:pt x="80" y="192"/>
                    </a:cubicBezTo>
                    <a:cubicBezTo>
                      <a:pt x="80" y="192"/>
                      <a:pt x="80" y="191"/>
                      <a:pt x="81" y="191"/>
                    </a:cubicBezTo>
                    <a:cubicBezTo>
                      <a:pt x="81" y="191"/>
                      <a:pt x="81" y="191"/>
                      <a:pt x="81" y="191"/>
                    </a:cubicBezTo>
                    <a:cubicBezTo>
                      <a:pt x="81" y="191"/>
                      <a:pt x="82" y="192"/>
                      <a:pt x="82" y="192"/>
                    </a:cubicBezTo>
                    <a:close/>
                    <a:moveTo>
                      <a:pt x="70" y="199"/>
                    </a:moveTo>
                    <a:cubicBezTo>
                      <a:pt x="71" y="200"/>
                      <a:pt x="71" y="201"/>
                      <a:pt x="70" y="201"/>
                    </a:cubicBezTo>
                    <a:cubicBezTo>
                      <a:pt x="70" y="201"/>
                      <a:pt x="70" y="201"/>
                      <a:pt x="70" y="201"/>
                    </a:cubicBezTo>
                    <a:cubicBezTo>
                      <a:pt x="69" y="202"/>
                      <a:pt x="69" y="202"/>
                      <a:pt x="68" y="201"/>
                    </a:cubicBezTo>
                    <a:cubicBezTo>
                      <a:pt x="68" y="201"/>
                      <a:pt x="68" y="201"/>
                      <a:pt x="68" y="201"/>
                    </a:cubicBezTo>
                    <a:cubicBezTo>
                      <a:pt x="68" y="200"/>
                      <a:pt x="68" y="199"/>
                      <a:pt x="69" y="199"/>
                    </a:cubicBezTo>
                    <a:cubicBezTo>
                      <a:pt x="69" y="199"/>
                      <a:pt x="69" y="199"/>
                      <a:pt x="69" y="199"/>
                    </a:cubicBezTo>
                    <a:cubicBezTo>
                      <a:pt x="69" y="199"/>
                      <a:pt x="69" y="199"/>
                      <a:pt x="69" y="199"/>
                    </a:cubicBezTo>
                    <a:cubicBezTo>
                      <a:pt x="69" y="199"/>
                      <a:pt x="69" y="199"/>
                      <a:pt x="69" y="199"/>
                    </a:cubicBezTo>
                    <a:cubicBezTo>
                      <a:pt x="70" y="199"/>
                      <a:pt x="70" y="199"/>
                      <a:pt x="70" y="199"/>
                    </a:cubicBezTo>
                    <a:close/>
                    <a:moveTo>
                      <a:pt x="59" y="207"/>
                    </a:moveTo>
                    <a:cubicBezTo>
                      <a:pt x="60" y="207"/>
                      <a:pt x="59" y="208"/>
                      <a:pt x="59" y="209"/>
                    </a:cubicBezTo>
                    <a:cubicBezTo>
                      <a:pt x="59" y="209"/>
                      <a:pt x="59" y="209"/>
                      <a:pt x="59" y="209"/>
                    </a:cubicBezTo>
                    <a:cubicBezTo>
                      <a:pt x="58" y="209"/>
                      <a:pt x="57" y="209"/>
                      <a:pt x="57" y="208"/>
                    </a:cubicBezTo>
                    <a:cubicBezTo>
                      <a:pt x="57" y="208"/>
                      <a:pt x="57" y="208"/>
                      <a:pt x="57" y="208"/>
                    </a:cubicBezTo>
                    <a:cubicBezTo>
                      <a:pt x="57" y="208"/>
                      <a:pt x="57" y="207"/>
                      <a:pt x="57" y="206"/>
                    </a:cubicBezTo>
                    <a:cubicBezTo>
                      <a:pt x="57" y="206"/>
                      <a:pt x="57" y="206"/>
                      <a:pt x="57" y="206"/>
                    </a:cubicBezTo>
                    <a:cubicBezTo>
                      <a:pt x="58" y="206"/>
                      <a:pt x="58" y="206"/>
                      <a:pt x="58" y="206"/>
                    </a:cubicBezTo>
                    <a:cubicBezTo>
                      <a:pt x="58" y="206"/>
                      <a:pt x="58" y="206"/>
                      <a:pt x="58" y="206"/>
                    </a:cubicBezTo>
                    <a:cubicBezTo>
                      <a:pt x="58" y="206"/>
                      <a:pt x="59" y="206"/>
                      <a:pt x="59" y="207"/>
                    </a:cubicBezTo>
                    <a:close/>
                    <a:moveTo>
                      <a:pt x="48" y="214"/>
                    </a:moveTo>
                    <a:cubicBezTo>
                      <a:pt x="48" y="215"/>
                      <a:pt x="48" y="216"/>
                      <a:pt x="47" y="216"/>
                    </a:cubicBezTo>
                    <a:cubicBezTo>
                      <a:pt x="47" y="216"/>
                      <a:pt x="47" y="216"/>
                      <a:pt x="47" y="216"/>
                    </a:cubicBezTo>
                    <a:cubicBezTo>
                      <a:pt x="47" y="216"/>
                      <a:pt x="46" y="216"/>
                      <a:pt x="46" y="216"/>
                    </a:cubicBezTo>
                    <a:cubicBezTo>
                      <a:pt x="46" y="216"/>
                      <a:pt x="46" y="216"/>
                      <a:pt x="46" y="216"/>
                    </a:cubicBezTo>
                    <a:cubicBezTo>
                      <a:pt x="45" y="215"/>
                      <a:pt x="45" y="214"/>
                      <a:pt x="46" y="214"/>
                    </a:cubicBezTo>
                    <a:cubicBezTo>
                      <a:pt x="46" y="214"/>
                      <a:pt x="46" y="214"/>
                      <a:pt x="46" y="214"/>
                    </a:cubicBezTo>
                    <a:cubicBezTo>
                      <a:pt x="46" y="214"/>
                      <a:pt x="46" y="214"/>
                      <a:pt x="47" y="214"/>
                    </a:cubicBezTo>
                    <a:cubicBezTo>
                      <a:pt x="47" y="214"/>
                      <a:pt x="47" y="214"/>
                      <a:pt x="47" y="214"/>
                    </a:cubicBezTo>
                    <a:cubicBezTo>
                      <a:pt x="47" y="214"/>
                      <a:pt x="48" y="214"/>
                      <a:pt x="48" y="214"/>
                    </a:cubicBezTo>
                    <a:close/>
                    <a:moveTo>
                      <a:pt x="37" y="222"/>
                    </a:moveTo>
                    <a:cubicBezTo>
                      <a:pt x="37" y="222"/>
                      <a:pt x="37" y="223"/>
                      <a:pt x="36" y="223"/>
                    </a:cubicBezTo>
                    <a:cubicBezTo>
                      <a:pt x="36" y="223"/>
                      <a:pt x="36" y="223"/>
                      <a:pt x="36" y="223"/>
                    </a:cubicBezTo>
                    <a:cubicBezTo>
                      <a:pt x="36" y="224"/>
                      <a:pt x="35" y="224"/>
                      <a:pt x="34" y="223"/>
                    </a:cubicBezTo>
                    <a:cubicBezTo>
                      <a:pt x="34" y="223"/>
                      <a:pt x="34" y="223"/>
                      <a:pt x="34" y="223"/>
                    </a:cubicBezTo>
                    <a:cubicBezTo>
                      <a:pt x="34" y="222"/>
                      <a:pt x="34" y="222"/>
                      <a:pt x="35" y="221"/>
                    </a:cubicBezTo>
                    <a:cubicBezTo>
                      <a:pt x="35" y="221"/>
                      <a:pt x="35" y="221"/>
                      <a:pt x="35" y="221"/>
                    </a:cubicBezTo>
                    <a:cubicBezTo>
                      <a:pt x="35" y="221"/>
                      <a:pt x="35" y="221"/>
                      <a:pt x="35" y="221"/>
                    </a:cubicBezTo>
                    <a:cubicBezTo>
                      <a:pt x="35" y="221"/>
                      <a:pt x="35" y="221"/>
                      <a:pt x="35" y="221"/>
                    </a:cubicBezTo>
                    <a:cubicBezTo>
                      <a:pt x="36" y="221"/>
                      <a:pt x="36" y="221"/>
                      <a:pt x="37" y="222"/>
                    </a:cubicBezTo>
                    <a:close/>
                    <a:moveTo>
                      <a:pt x="25" y="229"/>
                    </a:moveTo>
                    <a:cubicBezTo>
                      <a:pt x="26" y="230"/>
                      <a:pt x="25" y="230"/>
                      <a:pt x="25" y="231"/>
                    </a:cubicBezTo>
                    <a:cubicBezTo>
                      <a:pt x="25" y="231"/>
                      <a:pt x="25" y="231"/>
                      <a:pt x="25" y="231"/>
                    </a:cubicBezTo>
                    <a:cubicBezTo>
                      <a:pt x="24" y="231"/>
                      <a:pt x="23" y="231"/>
                      <a:pt x="23" y="230"/>
                    </a:cubicBezTo>
                    <a:cubicBezTo>
                      <a:pt x="23" y="230"/>
                      <a:pt x="23" y="230"/>
                      <a:pt x="23" y="230"/>
                    </a:cubicBezTo>
                    <a:cubicBezTo>
                      <a:pt x="23" y="230"/>
                      <a:pt x="23" y="229"/>
                      <a:pt x="23" y="228"/>
                    </a:cubicBezTo>
                    <a:cubicBezTo>
                      <a:pt x="23" y="228"/>
                      <a:pt x="23" y="228"/>
                      <a:pt x="23" y="228"/>
                    </a:cubicBezTo>
                    <a:cubicBezTo>
                      <a:pt x="24" y="228"/>
                      <a:pt x="24" y="228"/>
                      <a:pt x="24" y="228"/>
                    </a:cubicBezTo>
                    <a:cubicBezTo>
                      <a:pt x="24" y="228"/>
                      <a:pt x="24" y="228"/>
                      <a:pt x="24" y="228"/>
                    </a:cubicBezTo>
                    <a:cubicBezTo>
                      <a:pt x="25" y="228"/>
                      <a:pt x="25" y="228"/>
                      <a:pt x="25" y="229"/>
                    </a:cubicBezTo>
                    <a:close/>
                    <a:moveTo>
                      <a:pt x="14" y="236"/>
                    </a:moveTo>
                    <a:cubicBezTo>
                      <a:pt x="14" y="237"/>
                      <a:pt x="14" y="238"/>
                      <a:pt x="14" y="238"/>
                    </a:cubicBezTo>
                    <a:cubicBezTo>
                      <a:pt x="14" y="238"/>
                      <a:pt x="14" y="238"/>
                      <a:pt x="14" y="238"/>
                    </a:cubicBezTo>
                    <a:cubicBezTo>
                      <a:pt x="13" y="239"/>
                      <a:pt x="12" y="238"/>
                      <a:pt x="12" y="238"/>
                    </a:cubicBezTo>
                    <a:cubicBezTo>
                      <a:pt x="12" y="238"/>
                      <a:pt x="12" y="238"/>
                      <a:pt x="12" y="238"/>
                    </a:cubicBezTo>
                    <a:cubicBezTo>
                      <a:pt x="11" y="237"/>
                      <a:pt x="11" y="236"/>
                      <a:pt x="12" y="236"/>
                    </a:cubicBezTo>
                    <a:cubicBezTo>
                      <a:pt x="12" y="236"/>
                      <a:pt x="12" y="236"/>
                      <a:pt x="12" y="236"/>
                    </a:cubicBezTo>
                    <a:cubicBezTo>
                      <a:pt x="12" y="236"/>
                      <a:pt x="13" y="236"/>
                      <a:pt x="13" y="236"/>
                    </a:cubicBezTo>
                    <a:cubicBezTo>
                      <a:pt x="13" y="236"/>
                      <a:pt x="13" y="236"/>
                      <a:pt x="13" y="236"/>
                    </a:cubicBezTo>
                    <a:cubicBezTo>
                      <a:pt x="13" y="236"/>
                      <a:pt x="14" y="236"/>
                      <a:pt x="14" y="236"/>
                    </a:cubicBezTo>
                    <a:close/>
                    <a:moveTo>
                      <a:pt x="3" y="244"/>
                    </a:moveTo>
                    <a:cubicBezTo>
                      <a:pt x="3" y="244"/>
                      <a:pt x="3" y="245"/>
                      <a:pt x="2" y="245"/>
                    </a:cubicBezTo>
                    <a:cubicBezTo>
                      <a:pt x="2" y="245"/>
                      <a:pt x="2" y="245"/>
                      <a:pt x="2" y="245"/>
                    </a:cubicBezTo>
                    <a:cubicBezTo>
                      <a:pt x="2" y="246"/>
                      <a:pt x="1" y="246"/>
                      <a:pt x="0" y="245"/>
                    </a:cubicBezTo>
                    <a:cubicBezTo>
                      <a:pt x="0" y="245"/>
                      <a:pt x="0" y="245"/>
                      <a:pt x="0" y="245"/>
                    </a:cubicBezTo>
                    <a:cubicBezTo>
                      <a:pt x="0" y="244"/>
                      <a:pt x="0" y="244"/>
                      <a:pt x="1" y="243"/>
                    </a:cubicBezTo>
                    <a:cubicBezTo>
                      <a:pt x="1" y="243"/>
                      <a:pt x="1" y="243"/>
                      <a:pt x="1" y="243"/>
                    </a:cubicBezTo>
                    <a:cubicBezTo>
                      <a:pt x="1" y="243"/>
                      <a:pt x="1" y="243"/>
                      <a:pt x="2" y="243"/>
                    </a:cubicBezTo>
                    <a:cubicBezTo>
                      <a:pt x="2" y="243"/>
                      <a:pt x="2" y="243"/>
                      <a:pt x="2" y="243"/>
                    </a:cubicBezTo>
                    <a:cubicBezTo>
                      <a:pt x="2" y="243"/>
                      <a:pt x="2" y="243"/>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 name="Google Shape;520;p9"/>
              <p:cNvSpPr/>
              <p:nvPr/>
            </p:nvSpPr>
            <p:spPr>
              <a:xfrm>
                <a:off x="18802986" y="2645018"/>
                <a:ext cx="11748" cy="11748"/>
              </a:xfrm>
              <a:custGeom>
                <a:avLst/>
                <a:gdLst/>
                <a:ahLst/>
                <a:cxnLst/>
                <a:rect l="l" t="t" r="r" b="b"/>
                <a:pathLst>
                  <a:path w="2" h="2" extrusionOk="0">
                    <a:moveTo>
                      <a:pt x="1" y="0"/>
                    </a:moveTo>
                    <a:cubicBezTo>
                      <a:pt x="1" y="0"/>
                      <a:pt x="2" y="0"/>
                      <a:pt x="2" y="0"/>
                    </a:cubicBezTo>
                    <a:cubicBezTo>
                      <a:pt x="2" y="0"/>
                      <a:pt x="2" y="1"/>
                      <a:pt x="2" y="1"/>
                    </a:cubicBezTo>
                    <a:cubicBezTo>
                      <a:pt x="2" y="1"/>
                      <a:pt x="2" y="1"/>
                      <a:pt x="2" y="1"/>
                    </a:cubicBezTo>
                    <a:cubicBezTo>
                      <a:pt x="2" y="2"/>
                      <a:pt x="2" y="2"/>
                      <a:pt x="2" y="2"/>
                    </a:cubicBezTo>
                    <a:cubicBezTo>
                      <a:pt x="2" y="2"/>
                      <a:pt x="2" y="2"/>
                      <a:pt x="1" y="2"/>
                    </a:cubicBezTo>
                    <a:cubicBezTo>
                      <a:pt x="1" y="2"/>
                      <a:pt x="1" y="2"/>
                      <a:pt x="0" y="2"/>
                    </a:cubicBezTo>
                    <a:cubicBezTo>
                      <a:pt x="0" y="2"/>
                      <a:pt x="0" y="2"/>
                      <a:pt x="0" y="2"/>
                    </a:cubicBezTo>
                    <a:cubicBezTo>
                      <a:pt x="0" y="2"/>
                      <a:pt x="0" y="1"/>
                      <a:pt x="0" y="1"/>
                    </a:cubicBezTo>
                    <a:cubicBezTo>
                      <a:pt x="0" y="1"/>
                      <a:pt x="0" y="0"/>
                      <a:pt x="0" y="0"/>
                    </a:cubicBezTo>
                    <a:cubicBezTo>
                      <a:pt x="0" y="0"/>
                      <a:pt x="0" y="0"/>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 name="Google Shape;521;p9"/>
              <p:cNvSpPr/>
              <p:nvPr/>
            </p:nvSpPr>
            <p:spPr>
              <a:xfrm>
                <a:off x="16202688" y="4238870"/>
                <a:ext cx="15664" cy="15664"/>
              </a:xfrm>
              <a:custGeom>
                <a:avLst/>
                <a:gdLst/>
                <a:ahLst/>
                <a:cxnLst/>
                <a:rect l="l" t="t" r="r" b="b"/>
                <a:pathLst>
                  <a:path w="2" h="3" extrusionOk="0">
                    <a:moveTo>
                      <a:pt x="1" y="0"/>
                    </a:moveTo>
                    <a:cubicBezTo>
                      <a:pt x="1" y="0"/>
                      <a:pt x="1" y="0"/>
                      <a:pt x="1" y="0"/>
                    </a:cubicBezTo>
                    <a:cubicBezTo>
                      <a:pt x="2" y="1"/>
                      <a:pt x="2" y="1"/>
                      <a:pt x="2" y="1"/>
                    </a:cubicBezTo>
                    <a:cubicBezTo>
                      <a:pt x="2" y="1"/>
                      <a:pt x="2" y="1"/>
                      <a:pt x="2" y="2"/>
                    </a:cubicBezTo>
                    <a:cubicBezTo>
                      <a:pt x="2" y="2"/>
                      <a:pt x="2" y="2"/>
                      <a:pt x="2" y="3"/>
                    </a:cubicBezTo>
                    <a:cubicBezTo>
                      <a:pt x="1" y="3"/>
                      <a:pt x="0" y="3"/>
                      <a:pt x="0" y="3"/>
                    </a:cubicBezTo>
                    <a:cubicBezTo>
                      <a:pt x="0" y="2"/>
                      <a:pt x="0" y="2"/>
                      <a:pt x="0" y="2"/>
                    </a:cubicBezTo>
                    <a:cubicBezTo>
                      <a:pt x="0" y="2"/>
                      <a:pt x="0" y="1"/>
                      <a:pt x="0" y="1"/>
                    </a:cubicBezTo>
                    <a:cubicBezTo>
                      <a:pt x="0" y="1"/>
                      <a:pt x="0" y="1"/>
                      <a:pt x="0" y="1"/>
                    </a:cubicBezTo>
                    <a:cubicBezTo>
                      <a:pt x="0" y="1"/>
                      <a:pt x="0" y="1"/>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2" name="Google Shape;522;p9"/>
              <p:cNvSpPr/>
              <p:nvPr/>
            </p:nvSpPr>
            <p:spPr>
              <a:xfrm>
                <a:off x="16273178" y="2688095"/>
                <a:ext cx="2330087" cy="1523362"/>
              </a:xfrm>
              <a:custGeom>
                <a:avLst/>
                <a:gdLst/>
                <a:ahLst/>
                <a:cxnLst/>
                <a:rect l="l" t="t" r="r" b="b"/>
                <a:pathLst>
                  <a:path w="376" h="246" extrusionOk="0">
                    <a:moveTo>
                      <a:pt x="375" y="1"/>
                    </a:moveTo>
                    <a:cubicBezTo>
                      <a:pt x="376" y="1"/>
                      <a:pt x="376" y="2"/>
                      <a:pt x="375" y="2"/>
                    </a:cubicBezTo>
                    <a:cubicBezTo>
                      <a:pt x="375" y="2"/>
                      <a:pt x="375" y="2"/>
                      <a:pt x="375" y="2"/>
                    </a:cubicBezTo>
                    <a:cubicBezTo>
                      <a:pt x="374" y="3"/>
                      <a:pt x="374" y="3"/>
                      <a:pt x="373" y="2"/>
                    </a:cubicBezTo>
                    <a:cubicBezTo>
                      <a:pt x="373" y="2"/>
                      <a:pt x="373" y="2"/>
                      <a:pt x="373" y="2"/>
                    </a:cubicBezTo>
                    <a:cubicBezTo>
                      <a:pt x="373" y="1"/>
                      <a:pt x="373" y="1"/>
                      <a:pt x="374" y="0"/>
                    </a:cubicBezTo>
                    <a:cubicBezTo>
                      <a:pt x="374" y="0"/>
                      <a:pt x="374" y="0"/>
                      <a:pt x="374" y="0"/>
                    </a:cubicBezTo>
                    <a:cubicBezTo>
                      <a:pt x="374" y="0"/>
                      <a:pt x="374" y="0"/>
                      <a:pt x="374" y="0"/>
                    </a:cubicBezTo>
                    <a:cubicBezTo>
                      <a:pt x="374" y="0"/>
                      <a:pt x="374" y="0"/>
                      <a:pt x="374" y="0"/>
                    </a:cubicBezTo>
                    <a:cubicBezTo>
                      <a:pt x="375" y="0"/>
                      <a:pt x="375" y="0"/>
                      <a:pt x="375" y="1"/>
                    </a:cubicBezTo>
                    <a:close/>
                    <a:moveTo>
                      <a:pt x="364" y="8"/>
                    </a:moveTo>
                    <a:cubicBezTo>
                      <a:pt x="365" y="9"/>
                      <a:pt x="364" y="9"/>
                      <a:pt x="364" y="10"/>
                    </a:cubicBezTo>
                    <a:cubicBezTo>
                      <a:pt x="364" y="10"/>
                      <a:pt x="364" y="10"/>
                      <a:pt x="364" y="10"/>
                    </a:cubicBezTo>
                    <a:cubicBezTo>
                      <a:pt x="363" y="10"/>
                      <a:pt x="362" y="10"/>
                      <a:pt x="362" y="9"/>
                    </a:cubicBezTo>
                    <a:cubicBezTo>
                      <a:pt x="362" y="9"/>
                      <a:pt x="362" y="9"/>
                      <a:pt x="362" y="9"/>
                    </a:cubicBezTo>
                    <a:cubicBezTo>
                      <a:pt x="362" y="9"/>
                      <a:pt x="362" y="8"/>
                      <a:pt x="362" y="8"/>
                    </a:cubicBezTo>
                    <a:cubicBezTo>
                      <a:pt x="362" y="8"/>
                      <a:pt x="362" y="8"/>
                      <a:pt x="362" y="8"/>
                    </a:cubicBezTo>
                    <a:cubicBezTo>
                      <a:pt x="363" y="7"/>
                      <a:pt x="363" y="7"/>
                      <a:pt x="363" y="7"/>
                    </a:cubicBezTo>
                    <a:cubicBezTo>
                      <a:pt x="363" y="7"/>
                      <a:pt x="363" y="7"/>
                      <a:pt x="363" y="7"/>
                    </a:cubicBezTo>
                    <a:cubicBezTo>
                      <a:pt x="363" y="7"/>
                      <a:pt x="364" y="8"/>
                      <a:pt x="364" y="8"/>
                    </a:cubicBezTo>
                    <a:close/>
                    <a:moveTo>
                      <a:pt x="353" y="15"/>
                    </a:moveTo>
                    <a:cubicBezTo>
                      <a:pt x="353" y="16"/>
                      <a:pt x="353" y="17"/>
                      <a:pt x="352" y="17"/>
                    </a:cubicBezTo>
                    <a:cubicBezTo>
                      <a:pt x="352" y="17"/>
                      <a:pt x="352" y="17"/>
                      <a:pt x="352" y="17"/>
                    </a:cubicBezTo>
                    <a:cubicBezTo>
                      <a:pt x="352" y="18"/>
                      <a:pt x="351" y="17"/>
                      <a:pt x="351" y="17"/>
                    </a:cubicBezTo>
                    <a:cubicBezTo>
                      <a:pt x="351" y="17"/>
                      <a:pt x="351" y="17"/>
                      <a:pt x="351" y="17"/>
                    </a:cubicBezTo>
                    <a:cubicBezTo>
                      <a:pt x="350" y="16"/>
                      <a:pt x="350" y="15"/>
                      <a:pt x="351" y="15"/>
                    </a:cubicBezTo>
                    <a:cubicBezTo>
                      <a:pt x="351" y="15"/>
                      <a:pt x="351" y="15"/>
                      <a:pt x="351" y="15"/>
                    </a:cubicBezTo>
                    <a:cubicBezTo>
                      <a:pt x="351" y="15"/>
                      <a:pt x="351" y="15"/>
                      <a:pt x="352" y="15"/>
                    </a:cubicBezTo>
                    <a:cubicBezTo>
                      <a:pt x="352" y="15"/>
                      <a:pt x="352" y="15"/>
                      <a:pt x="352" y="15"/>
                    </a:cubicBezTo>
                    <a:cubicBezTo>
                      <a:pt x="352" y="15"/>
                      <a:pt x="353" y="15"/>
                      <a:pt x="353" y="15"/>
                    </a:cubicBezTo>
                    <a:close/>
                    <a:moveTo>
                      <a:pt x="342" y="23"/>
                    </a:moveTo>
                    <a:cubicBezTo>
                      <a:pt x="342" y="23"/>
                      <a:pt x="342" y="24"/>
                      <a:pt x="341" y="24"/>
                    </a:cubicBezTo>
                    <a:cubicBezTo>
                      <a:pt x="341" y="24"/>
                      <a:pt x="341" y="24"/>
                      <a:pt x="341" y="24"/>
                    </a:cubicBezTo>
                    <a:cubicBezTo>
                      <a:pt x="341" y="25"/>
                      <a:pt x="340" y="25"/>
                      <a:pt x="339" y="24"/>
                    </a:cubicBezTo>
                    <a:cubicBezTo>
                      <a:pt x="339" y="24"/>
                      <a:pt x="339" y="24"/>
                      <a:pt x="339" y="24"/>
                    </a:cubicBezTo>
                    <a:cubicBezTo>
                      <a:pt x="339" y="23"/>
                      <a:pt x="339" y="23"/>
                      <a:pt x="340" y="22"/>
                    </a:cubicBezTo>
                    <a:cubicBezTo>
                      <a:pt x="340" y="22"/>
                      <a:pt x="340" y="22"/>
                      <a:pt x="340" y="22"/>
                    </a:cubicBezTo>
                    <a:cubicBezTo>
                      <a:pt x="340" y="22"/>
                      <a:pt x="340" y="22"/>
                      <a:pt x="340" y="22"/>
                    </a:cubicBezTo>
                    <a:cubicBezTo>
                      <a:pt x="340" y="22"/>
                      <a:pt x="340" y="22"/>
                      <a:pt x="340" y="22"/>
                    </a:cubicBezTo>
                    <a:cubicBezTo>
                      <a:pt x="341" y="22"/>
                      <a:pt x="341" y="22"/>
                      <a:pt x="342" y="23"/>
                    </a:cubicBezTo>
                    <a:close/>
                    <a:moveTo>
                      <a:pt x="330" y="30"/>
                    </a:moveTo>
                    <a:cubicBezTo>
                      <a:pt x="331" y="31"/>
                      <a:pt x="330" y="31"/>
                      <a:pt x="330" y="32"/>
                    </a:cubicBezTo>
                    <a:cubicBezTo>
                      <a:pt x="330" y="32"/>
                      <a:pt x="330" y="32"/>
                      <a:pt x="330" y="32"/>
                    </a:cubicBezTo>
                    <a:cubicBezTo>
                      <a:pt x="329" y="32"/>
                      <a:pt x="328" y="32"/>
                      <a:pt x="328" y="31"/>
                    </a:cubicBezTo>
                    <a:cubicBezTo>
                      <a:pt x="328" y="31"/>
                      <a:pt x="328" y="31"/>
                      <a:pt x="328" y="31"/>
                    </a:cubicBezTo>
                    <a:cubicBezTo>
                      <a:pt x="328" y="31"/>
                      <a:pt x="328" y="30"/>
                      <a:pt x="328" y="30"/>
                    </a:cubicBezTo>
                    <a:cubicBezTo>
                      <a:pt x="328" y="30"/>
                      <a:pt x="328" y="30"/>
                      <a:pt x="328" y="30"/>
                    </a:cubicBezTo>
                    <a:cubicBezTo>
                      <a:pt x="329" y="29"/>
                      <a:pt x="329" y="29"/>
                      <a:pt x="329" y="29"/>
                    </a:cubicBezTo>
                    <a:cubicBezTo>
                      <a:pt x="329" y="29"/>
                      <a:pt x="329" y="29"/>
                      <a:pt x="329" y="29"/>
                    </a:cubicBezTo>
                    <a:cubicBezTo>
                      <a:pt x="330" y="29"/>
                      <a:pt x="330" y="30"/>
                      <a:pt x="330" y="30"/>
                    </a:cubicBezTo>
                    <a:close/>
                    <a:moveTo>
                      <a:pt x="319" y="37"/>
                    </a:moveTo>
                    <a:cubicBezTo>
                      <a:pt x="319" y="38"/>
                      <a:pt x="319" y="39"/>
                      <a:pt x="319" y="39"/>
                    </a:cubicBezTo>
                    <a:cubicBezTo>
                      <a:pt x="319" y="39"/>
                      <a:pt x="319" y="39"/>
                      <a:pt x="319" y="39"/>
                    </a:cubicBezTo>
                    <a:cubicBezTo>
                      <a:pt x="318" y="40"/>
                      <a:pt x="317" y="39"/>
                      <a:pt x="317" y="39"/>
                    </a:cubicBezTo>
                    <a:cubicBezTo>
                      <a:pt x="317" y="39"/>
                      <a:pt x="317" y="39"/>
                      <a:pt x="317" y="39"/>
                    </a:cubicBezTo>
                    <a:cubicBezTo>
                      <a:pt x="316" y="38"/>
                      <a:pt x="316" y="37"/>
                      <a:pt x="317" y="37"/>
                    </a:cubicBezTo>
                    <a:cubicBezTo>
                      <a:pt x="317" y="37"/>
                      <a:pt x="317" y="37"/>
                      <a:pt x="317" y="37"/>
                    </a:cubicBezTo>
                    <a:cubicBezTo>
                      <a:pt x="317" y="37"/>
                      <a:pt x="318" y="37"/>
                      <a:pt x="318" y="37"/>
                    </a:cubicBezTo>
                    <a:cubicBezTo>
                      <a:pt x="318" y="37"/>
                      <a:pt x="318" y="37"/>
                      <a:pt x="318" y="37"/>
                    </a:cubicBezTo>
                    <a:cubicBezTo>
                      <a:pt x="318" y="37"/>
                      <a:pt x="319" y="37"/>
                      <a:pt x="319" y="37"/>
                    </a:cubicBezTo>
                    <a:close/>
                    <a:moveTo>
                      <a:pt x="308" y="45"/>
                    </a:moveTo>
                    <a:cubicBezTo>
                      <a:pt x="308" y="45"/>
                      <a:pt x="308" y="46"/>
                      <a:pt x="307" y="47"/>
                    </a:cubicBezTo>
                    <a:cubicBezTo>
                      <a:pt x="307" y="47"/>
                      <a:pt x="307" y="47"/>
                      <a:pt x="307" y="47"/>
                    </a:cubicBezTo>
                    <a:cubicBezTo>
                      <a:pt x="307" y="47"/>
                      <a:pt x="306" y="47"/>
                      <a:pt x="305" y="46"/>
                    </a:cubicBezTo>
                    <a:cubicBezTo>
                      <a:pt x="305" y="46"/>
                      <a:pt x="305" y="46"/>
                      <a:pt x="305" y="46"/>
                    </a:cubicBezTo>
                    <a:cubicBezTo>
                      <a:pt x="305" y="46"/>
                      <a:pt x="305" y="45"/>
                      <a:pt x="306" y="44"/>
                    </a:cubicBezTo>
                    <a:cubicBezTo>
                      <a:pt x="306" y="44"/>
                      <a:pt x="306" y="44"/>
                      <a:pt x="306" y="44"/>
                    </a:cubicBezTo>
                    <a:cubicBezTo>
                      <a:pt x="306" y="44"/>
                      <a:pt x="306" y="44"/>
                      <a:pt x="306" y="44"/>
                    </a:cubicBezTo>
                    <a:cubicBezTo>
                      <a:pt x="306" y="44"/>
                      <a:pt x="306" y="44"/>
                      <a:pt x="306" y="44"/>
                    </a:cubicBezTo>
                    <a:cubicBezTo>
                      <a:pt x="307" y="44"/>
                      <a:pt x="307" y="44"/>
                      <a:pt x="308" y="45"/>
                    </a:cubicBezTo>
                    <a:close/>
                    <a:moveTo>
                      <a:pt x="296" y="52"/>
                    </a:moveTo>
                    <a:cubicBezTo>
                      <a:pt x="297" y="53"/>
                      <a:pt x="297" y="54"/>
                      <a:pt x="296" y="54"/>
                    </a:cubicBezTo>
                    <a:cubicBezTo>
                      <a:pt x="296" y="54"/>
                      <a:pt x="296" y="54"/>
                      <a:pt x="296" y="54"/>
                    </a:cubicBezTo>
                    <a:cubicBezTo>
                      <a:pt x="295" y="54"/>
                      <a:pt x="294" y="54"/>
                      <a:pt x="294" y="54"/>
                    </a:cubicBezTo>
                    <a:cubicBezTo>
                      <a:pt x="294" y="54"/>
                      <a:pt x="294" y="54"/>
                      <a:pt x="294" y="54"/>
                    </a:cubicBezTo>
                    <a:cubicBezTo>
                      <a:pt x="294" y="53"/>
                      <a:pt x="294" y="52"/>
                      <a:pt x="294" y="52"/>
                    </a:cubicBezTo>
                    <a:cubicBezTo>
                      <a:pt x="294" y="52"/>
                      <a:pt x="294" y="52"/>
                      <a:pt x="294" y="52"/>
                    </a:cubicBezTo>
                    <a:cubicBezTo>
                      <a:pt x="295" y="52"/>
                      <a:pt x="295" y="51"/>
                      <a:pt x="295" y="51"/>
                    </a:cubicBezTo>
                    <a:cubicBezTo>
                      <a:pt x="295" y="51"/>
                      <a:pt x="295" y="51"/>
                      <a:pt x="295" y="51"/>
                    </a:cubicBezTo>
                    <a:cubicBezTo>
                      <a:pt x="296" y="51"/>
                      <a:pt x="296" y="52"/>
                      <a:pt x="296" y="52"/>
                    </a:cubicBezTo>
                    <a:close/>
                    <a:moveTo>
                      <a:pt x="285" y="59"/>
                    </a:moveTo>
                    <a:cubicBezTo>
                      <a:pt x="285" y="60"/>
                      <a:pt x="285" y="61"/>
                      <a:pt x="285" y="61"/>
                    </a:cubicBezTo>
                    <a:cubicBezTo>
                      <a:pt x="285" y="61"/>
                      <a:pt x="285" y="61"/>
                      <a:pt x="285" y="61"/>
                    </a:cubicBezTo>
                    <a:cubicBezTo>
                      <a:pt x="284" y="62"/>
                      <a:pt x="283" y="62"/>
                      <a:pt x="283" y="61"/>
                    </a:cubicBezTo>
                    <a:cubicBezTo>
                      <a:pt x="283" y="61"/>
                      <a:pt x="283" y="61"/>
                      <a:pt x="283" y="61"/>
                    </a:cubicBezTo>
                    <a:cubicBezTo>
                      <a:pt x="282" y="60"/>
                      <a:pt x="283" y="59"/>
                      <a:pt x="283" y="59"/>
                    </a:cubicBezTo>
                    <a:cubicBezTo>
                      <a:pt x="283" y="59"/>
                      <a:pt x="283" y="59"/>
                      <a:pt x="283" y="59"/>
                    </a:cubicBezTo>
                    <a:cubicBezTo>
                      <a:pt x="283" y="59"/>
                      <a:pt x="284" y="59"/>
                      <a:pt x="284" y="59"/>
                    </a:cubicBezTo>
                    <a:cubicBezTo>
                      <a:pt x="284" y="59"/>
                      <a:pt x="284" y="59"/>
                      <a:pt x="284" y="59"/>
                    </a:cubicBezTo>
                    <a:cubicBezTo>
                      <a:pt x="284" y="59"/>
                      <a:pt x="285" y="59"/>
                      <a:pt x="285" y="59"/>
                    </a:cubicBezTo>
                    <a:close/>
                    <a:moveTo>
                      <a:pt x="274" y="67"/>
                    </a:moveTo>
                    <a:cubicBezTo>
                      <a:pt x="274" y="67"/>
                      <a:pt x="274" y="68"/>
                      <a:pt x="273" y="69"/>
                    </a:cubicBezTo>
                    <a:cubicBezTo>
                      <a:pt x="273" y="69"/>
                      <a:pt x="273" y="69"/>
                      <a:pt x="273" y="69"/>
                    </a:cubicBezTo>
                    <a:cubicBezTo>
                      <a:pt x="273" y="69"/>
                      <a:pt x="272" y="69"/>
                      <a:pt x="271" y="68"/>
                    </a:cubicBezTo>
                    <a:cubicBezTo>
                      <a:pt x="271" y="68"/>
                      <a:pt x="271" y="68"/>
                      <a:pt x="271" y="68"/>
                    </a:cubicBezTo>
                    <a:cubicBezTo>
                      <a:pt x="271" y="68"/>
                      <a:pt x="271" y="67"/>
                      <a:pt x="272" y="66"/>
                    </a:cubicBezTo>
                    <a:cubicBezTo>
                      <a:pt x="272" y="66"/>
                      <a:pt x="272" y="66"/>
                      <a:pt x="272" y="66"/>
                    </a:cubicBezTo>
                    <a:cubicBezTo>
                      <a:pt x="272" y="66"/>
                      <a:pt x="272" y="66"/>
                      <a:pt x="273" y="66"/>
                    </a:cubicBezTo>
                    <a:cubicBezTo>
                      <a:pt x="273" y="66"/>
                      <a:pt x="273" y="66"/>
                      <a:pt x="273" y="66"/>
                    </a:cubicBezTo>
                    <a:cubicBezTo>
                      <a:pt x="273" y="66"/>
                      <a:pt x="273" y="66"/>
                      <a:pt x="274" y="67"/>
                    </a:cubicBezTo>
                    <a:close/>
                    <a:moveTo>
                      <a:pt x="262" y="74"/>
                    </a:moveTo>
                    <a:cubicBezTo>
                      <a:pt x="263" y="75"/>
                      <a:pt x="263" y="76"/>
                      <a:pt x="262" y="76"/>
                    </a:cubicBezTo>
                    <a:cubicBezTo>
                      <a:pt x="262" y="76"/>
                      <a:pt x="262" y="76"/>
                      <a:pt x="262" y="76"/>
                    </a:cubicBezTo>
                    <a:cubicBezTo>
                      <a:pt x="261" y="76"/>
                      <a:pt x="261" y="76"/>
                      <a:pt x="260" y="76"/>
                    </a:cubicBezTo>
                    <a:cubicBezTo>
                      <a:pt x="260" y="76"/>
                      <a:pt x="260" y="76"/>
                      <a:pt x="260" y="76"/>
                    </a:cubicBezTo>
                    <a:cubicBezTo>
                      <a:pt x="260" y="75"/>
                      <a:pt x="260" y="74"/>
                      <a:pt x="261" y="74"/>
                    </a:cubicBezTo>
                    <a:cubicBezTo>
                      <a:pt x="261" y="74"/>
                      <a:pt x="261" y="74"/>
                      <a:pt x="261" y="74"/>
                    </a:cubicBezTo>
                    <a:cubicBezTo>
                      <a:pt x="261" y="74"/>
                      <a:pt x="261" y="74"/>
                      <a:pt x="261" y="74"/>
                    </a:cubicBezTo>
                    <a:cubicBezTo>
                      <a:pt x="261" y="74"/>
                      <a:pt x="261" y="74"/>
                      <a:pt x="261" y="74"/>
                    </a:cubicBezTo>
                    <a:cubicBezTo>
                      <a:pt x="262" y="74"/>
                      <a:pt x="262" y="74"/>
                      <a:pt x="262" y="74"/>
                    </a:cubicBezTo>
                    <a:close/>
                    <a:moveTo>
                      <a:pt x="251" y="82"/>
                    </a:moveTo>
                    <a:cubicBezTo>
                      <a:pt x="251" y="82"/>
                      <a:pt x="251" y="83"/>
                      <a:pt x="251" y="83"/>
                    </a:cubicBezTo>
                    <a:cubicBezTo>
                      <a:pt x="251" y="83"/>
                      <a:pt x="251" y="83"/>
                      <a:pt x="251" y="83"/>
                    </a:cubicBezTo>
                    <a:cubicBezTo>
                      <a:pt x="250" y="84"/>
                      <a:pt x="249" y="84"/>
                      <a:pt x="249" y="83"/>
                    </a:cubicBezTo>
                    <a:cubicBezTo>
                      <a:pt x="249" y="83"/>
                      <a:pt x="249" y="83"/>
                      <a:pt x="249" y="83"/>
                    </a:cubicBezTo>
                    <a:cubicBezTo>
                      <a:pt x="248" y="82"/>
                      <a:pt x="249" y="82"/>
                      <a:pt x="249" y="81"/>
                    </a:cubicBezTo>
                    <a:cubicBezTo>
                      <a:pt x="249" y="81"/>
                      <a:pt x="249" y="81"/>
                      <a:pt x="249" y="81"/>
                    </a:cubicBezTo>
                    <a:cubicBezTo>
                      <a:pt x="249" y="81"/>
                      <a:pt x="250" y="81"/>
                      <a:pt x="250" y="81"/>
                    </a:cubicBezTo>
                    <a:cubicBezTo>
                      <a:pt x="250" y="81"/>
                      <a:pt x="250" y="81"/>
                      <a:pt x="250" y="81"/>
                    </a:cubicBezTo>
                    <a:cubicBezTo>
                      <a:pt x="250" y="81"/>
                      <a:pt x="251" y="81"/>
                      <a:pt x="251" y="82"/>
                    </a:cubicBezTo>
                    <a:close/>
                    <a:moveTo>
                      <a:pt x="240" y="89"/>
                    </a:moveTo>
                    <a:cubicBezTo>
                      <a:pt x="240" y="90"/>
                      <a:pt x="240" y="90"/>
                      <a:pt x="239" y="91"/>
                    </a:cubicBezTo>
                    <a:cubicBezTo>
                      <a:pt x="239" y="91"/>
                      <a:pt x="239" y="91"/>
                      <a:pt x="239" y="91"/>
                    </a:cubicBezTo>
                    <a:cubicBezTo>
                      <a:pt x="239" y="91"/>
                      <a:pt x="238" y="91"/>
                      <a:pt x="238" y="90"/>
                    </a:cubicBezTo>
                    <a:cubicBezTo>
                      <a:pt x="238" y="90"/>
                      <a:pt x="238" y="90"/>
                      <a:pt x="238" y="90"/>
                    </a:cubicBezTo>
                    <a:cubicBezTo>
                      <a:pt x="237" y="90"/>
                      <a:pt x="237" y="89"/>
                      <a:pt x="238" y="89"/>
                    </a:cubicBezTo>
                    <a:cubicBezTo>
                      <a:pt x="238" y="89"/>
                      <a:pt x="238" y="89"/>
                      <a:pt x="238" y="89"/>
                    </a:cubicBezTo>
                    <a:cubicBezTo>
                      <a:pt x="238" y="88"/>
                      <a:pt x="238" y="88"/>
                      <a:pt x="239" y="88"/>
                    </a:cubicBezTo>
                    <a:cubicBezTo>
                      <a:pt x="239" y="88"/>
                      <a:pt x="239" y="88"/>
                      <a:pt x="239" y="88"/>
                    </a:cubicBezTo>
                    <a:cubicBezTo>
                      <a:pt x="239" y="88"/>
                      <a:pt x="240" y="89"/>
                      <a:pt x="240" y="89"/>
                    </a:cubicBezTo>
                    <a:close/>
                    <a:moveTo>
                      <a:pt x="228" y="96"/>
                    </a:moveTo>
                    <a:cubicBezTo>
                      <a:pt x="229" y="97"/>
                      <a:pt x="229" y="98"/>
                      <a:pt x="228" y="98"/>
                    </a:cubicBezTo>
                    <a:cubicBezTo>
                      <a:pt x="228" y="98"/>
                      <a:pt x="228" y="98"/>
                      <a:pt x="228" y="98"/>
                    </a:cubicBezTo>
                    <a:cubicBezTo>
                      <a:pt x="227" y="99"/>
                      <a:pt x="227" y="98"/>
                      <a:pt x="226" y="98"/>
                    </a:cubicBezTo>
                    <a:cubicBezTo>
                      <a:pt x="226" y="98"/>
                      <a:pt x="226" y="98"/>
                      <a:pt x="226" y="98"/>
                    </a:cubicBezTo>
                    <a:cubicBezTo>
                      <a:pt x="226" y="97"/>
                      <a:pt x="226" y="96"/>
                      <a:pt x="227" y="96"/>
                    </a:cubicBezTo>
                    <a:cubicBezTo>
                      <a:pt x="227" y="96"/>
                      <a:pt x="227" y="96"/>
                      <a:pt x="227" y="96"/>
                    </a:cubicBezTo>
                    <a:cubicBezTo>
                      <a:pt x="227" y="96"/>
                      <a:pt x="227" y="96"/>
                      <a:pt x="227" y="96"/>
                    </a:cubicBezTo>
                    <a:cubicBezTo>
                      <a:pt x="227" y="96"/>
                      <a:pt x="227" y="96"/>
                      <a:pt x="227" y="96"/>
                    </a:cubicBezTo>
                    <a:cubicBezTo>
                      <a:pt x="228" y="96"/>
                      <a:pt x="228" y="96"/>
                      <a:pt x="228" y="96"/>
                    </a:cubicBezTo>
                    <a:close/>
                    <a:moveTo>
                      <a:pt x="217" y="104"/>
                    </a:moveTo>
                    <a:cubicBezTo>
                      <a:pt x="218" y="104"/>
                      <a:pt x="217" y="105"/>
                      <a:pt x="217" y="105"/>
                    </a:cubicBezTo>
                    <a:cubicBezTo>
                      <a:pt x="217" y="105"/>
                      <a:pt x="217" y="105"/>
                      <a:pt x="217" y="105"/>
                    </a:cubicBezTo>
                    <a:cubicBezTo>
                      <a:pt x="216" y="106"/>
                      <a:pt x="215" y="106"/>
                      <a:pt x="215" y="105"/>
                    </a:cubicBezTo>
                    <a:cubicBezTo>
                      <a:pt x="215" y="105"/>
                      <a:pt x="215" y="105"/>
                      <a:pt x="215" y="105"/>
                    </a:cubicBezTo>
                    <a:cubicBezTo>
                      <a:pt x="214" y="105"/>
                      <a:pt x="215" y="104"/>
                      <a:pt x="215" y="103"/>
                    </a:cubicBezTo>
                    <a:cubicBezTo>
                      <a:pt x="215" y="103"/>
                      <a:pt x="215" y="103"/>
                      <a:pt x="215" y="103"/>
                    </a:cubicBezTo>
                    <a:cubicBezTo>
                      <a:pt x="216" y="103"/>
                      <a:pt x="216" y="103"/>
                      <a:pt x="216" y="103"/>
                    </a:cubicBezTo>
                    <a:cubicBezTo>
                      <a:pt x="216" y="103"/>
                      <a:pt x="216" y="103"/>
                      <a:pt x="216" y="103"/>
                    </a:cubicBezTo>
                    <a:cubicBezTo>
                      <a:pt x="216" y="103"/>
                      <a:pt x="217" y="103"/>
                      <a:pt x="217" y="104"/>
                    </a:cubicBezTo>
                    <a:close/>
                    <a:moveTo>
                      <a:pt x="206" y="111"/>
                    </a:moveTo>
                    <a:cubicBezTo>
                      <a:pt x="206" y="112"/>
                      <a:pt x="206" y="112"/>
                      <a:pt x="205" y="113"/>
                    </a:cubicBezTo>
                    <a:cubicBezTo>
                      <a:pt x="205" y="113"/>
                      <a:pt x="205" y="113"/>
                      <a:pt x="205" y="113"/>
                    </a:cubicBezTo>
                    <a:cubicBezTo>
                      <a:pt x="205" y="113"/>
                      <a:pt x="204" y="113"/>
                      <a:pt x="204" y="112"/>
                    </a:cubicBezTo>
                    <a:cubicBezTo>
                      <a:pt x="204" y="112"/>
                      <a:pt x="204" y="112"/>
                      <a:pt x="204" y="112"/>
                    </a:cubicBezTo>
                    <a:cubicBezTo>
                      <a:pt x="203" y="112"/>
                      <a:pt x="203" y="111"/>
                      <a:pt x="204" y="111"/>
                    </a:cubicBezTo>
                    <a:cubicBezTo>
                      <a:pt x="204" y="111"/>
                      <a:pt x="204" y="111"/>
                      <a:pt x="204" y="111"/>
                    </a:cubicBezTo>
                    <a:cubicBezTo>
                      <a:pt x="204" y="110"/>
                      <a:pt x="204" y="110"/>
                      <a:pt x="205" y="110"/>
                    </a:cubicBezTo>
                    <a:cubicBezTo>
                      <a:pt x="205" y="110"/>
                      <a:pt x="205" y="110"/>
                      <a:pt x="205" y="110"/>
                    </a:cubicBezTo>
                    <a:cubicBezTo>
                      <a:pt x="205" y="110"/>
                      <a:pt x="206" y="111"/>
                      <a:pt x="206" y="111"/>
                    </a:cubicBezTo>
                    <a:close/>
                    <a:moveTo>
                      <a:pt x="195" y="118"/>
                    </a:moveTo>
                    <a:cubicBezTo>
                      <a:pt x="195" y="119"/>
                      <a:pt x="195" y="120"/>
                      <a:pt x="194" y="120"/>
                    </a:cubicBezTo>
                    <a:cubicBezTo>
                      <a:pt x="194" y="120"/>
                      <a:pt x="194" y="120"/>
                      <a:pt x="194" y="120"/>
                    </a:cubicBezTo>
                    <a:cubicBezTo>
                      <a:pt x="194" y="121"/>
                      <a:pt x="193" y="120"/>
                      <a:pt x="192" y="120"/>
                    </a:cubicBezTo>
                    <a:cubicBezTo>
                      <a:pt x="192" y="120"/>
                      <a:pt x="192" y="120"/>
                      <a:pt x="192" y="120"/>
                    </a:cubicBezTo>
                    <a:cubicBezTo>
                      <a:pt x="192" y="119"/>
                      <a:pt x="192" y="118"/>
                      <a:pt x="193" y="118"/>
                    </a:cubicBezTo>
                    <a:cubicBezTo>
                      <a:pt x="193" y="118"/>
                      <a:pt x="193" y="118"/>
                      <a:pt x="193" y="118"/>
                    </a:cubicBezTo>
                    <a:cubicBezTo>
                      <a:pt x="193" y="118"/>
                      <a:pt x="193" y="118"/>
                      <a:pt x="193" y="118"/>
                    </a:cubicBezTo>
                    <a:cubicBezTo>
                      <a:pt x="193" y="118"/>
                      <a:pt x="193" y="118"/>
                      <a:pt x="193" y="118"/>
                    </a:cubicBezTo>
                    <a:cubicBezTo>
                      <a:pt x="194" y="118"/>
                      <a:pt x="194" y="118"/>
                      <a:pt x="195" y="118"/>
                    </a:cubicBezTo>
                    <a:close/>
                    <a:moveTo>
                      <a:pt x="183" y="126"/>
                    </a:moveTo>
                    <a:cubicBezTo>
                      <a:pt x="184" y="126"/>
                      <a:pt x="183" y="127"/>
                      <a:pt x="183" y="128"/>
                    </a:cubicBezTo>
                    <a:cubicBezTo>
                      <a:pt x="183" y="128"/>
                      <a:pt x="183" y="128"/>
                      <a:pt x="183" y="128"/>
                    </a:cubicBezTo>
                    <a:cubicBezTo>
                      <a:pt x="182" y="128"/>
                      <a:pt x="181" y="128"/>
                      <a:pt x="181" y="127"/>
                    </a:cubicBezTo>
                    <a:cubicBezTo>
                      <a:pt x="181" y="127"/>
                      <a:pt x="181" y="127"/>
                      <a:pt x="181" y="127"/>
                    </a:cubicBezTo>
                    <a:cubicBezTo>
                      <a:pt x="181" y="127"/>
                      <a:pt x="181" y="126"/>
                      <a:pt x="181" y="125"/>
                    </a:cubicBezTo>
                    <a:cubicBezTo>
                      <a:pt x="181" y="125"/>
                      <a:pt x="181" y="125"/>
                      <a:pt x="181" y="125"/>
                    </a:cubicBezTo>
                    <a:cubicBezTo>
                      <a:pt x="182" y="125"/>
                      <a:pt x="182" y="125"/>
                      <a:pt x="182" y="125"/>
                    </a:cubicBezTo>
                    <a:cubicBezTo>
                      <a:pt x="182" y="125"/>
                      <a:pt x="182" y="125"/>
                      <a:pt x="182" y="125"/>
                    </a:cubicBezTo>
                    <a:cubicBezTo>
                      <a:pt x="183" y="125"/>
                      <a:pt x="183" y="125"/>
                      <a:pt x="183" y="126"/>
                    </a:cubicBezTo>
                    <a:close/>
                    <a:moveTo>
                      <a:pt x="172" y="133"/>
                    </a:moveTo>
                    <a:cubicBezTo>
                      <a:pt x="172" y="134"/>
                      <a:pt x="172" y="135"/>
                      <a:pt x="172" y="135"/>
                    </a:cubicBezTo>
                    <a:cubicBezTo>
                      <a:pt x="172" y="135"/>
                      <a:pt x="172" y="135"/>
                      <a:pt x="172" y="135"/>
                    </a:cubicBezTo>
                    <a:cubicBezTo>
                      <a:pt x="171" y="135"/>
                      <a:pt x="170" y="135"/>
                      <a:pt x="170" y="135"/>
                    </a:cubicBezTo>
                    <a:cubicBezTo>
                      <a:pt x="170" y="135"/>
                      <a:pt x="170" y="135"/>
                      <a:pt x="170" y="135"/>
                    </a:cubicBezTo>
                    <a:cubicBezTo>
                      <a:pt x="169" y="134"/>
                      <a:pt x="169" y="133"/>
                      <a:pt x="170" y="133"/>
                    </a:cubicBezTo>
                    <a:cubicBezTo>
                      <a:pt x="170" y="133"/>
                      <a:pt x="170" y="133"/>
                      <a:pt x="170" y="133"/>
                    </a:cubicBezTo>
                    <a:cubicBezTo>
                      <a:pt x="170" y="133"/>
                      <a:pt x="171" y="133"/>
                      <a:pt x="171" y="133"/>
                    </a:cubicBezTo>
                    <a:cubicBezTo>
                      <a:pt x="171" y="133"/>
                      <a:pt x="171" y="133"/>
                      <a:pt x="171" y="133"/>
                    </a:cubicBezTo>
                    <a:cubicBezTo>
                      <a:pt x="171" y="133"/>
                      <a:pt x="172" y="133"/>
                      <a:pt x="172" y="133"/>
                    </a:cubicBezTo>
                    <a:close/>
                    <a:moveTo>
                      <a:pt x="161" y="140"/>
                    </a:moveTo>
                    <a:cubicBezTo>
                      <a:pt x="161" y="141"/>
                      <a:pt x="161" y="142"/>
                      <a:pt x="160" y="142"/>
                    </a:cubicBezTo>
                    <a:cubicBezTo>
                      <a:pt x="160" y="142"/>
                      <a:pt x="160" y="142"/>
                      <a:pt x="160" y="142"/>
                    </a:cubicBezTo>
                    <a:cubicBezTo>
                      <a:pt x="160" y="143"/>
                      <a:pt x="159" y="143"/>
                      <a:pt x="158" y="142"/>
                    </a:cubicBezTo>
                    <a:cubicBezTo>
                      <a:pt x="158" y="142"/>
                      <a:pt x="158" y="142"/>
                      <a:pt x="158" y="142"/>
                    </a:cubicBezTo>
                    <a:cubicBezTo>
                      <a:pt x="158" y="141"/>
                      <a:pt x="158" y="140"/>
                      <a:pt x="159" y="140"/>
                    </a:cubicBezTo>
                    <a:cubicBezTo>
                      <a:pt x="159" y="140"/>
                      <a:pt x="159" y="140"/>
                      <a:pt x="159" y="140"/>
                    </a:cubicBezTo>
                    <a:cubicBezTo>
                      <a:pt x="159" y="140"/>
                      <a:pt x="159" y="140"/>
                      <a:pt x="159" y="140"/>
                    </a:cubicBezTo>
                    <a:cubicBezTo>
                      <a:pt x="159" y="140"/>
                      <a:pt x="159" y="140"/>
                      <a:pt x="159" y="140"/>
                    </a:cubicBezTo>
                    <a:cubicBezTo>
                      <a:pt x="160" y="140"/>
                      <a:pt x="160" y="140"/>
                      <a:pt x="161" y="140"/>
                    </a:cubicBezTo>
                    <a:close/>
                    <a:moveTo>
                      <a:pt x="149" y="148"/>
                    </a:moveTo>
                    <a:cubicBezTo>
                      <a:pt x="150" y="148"/>
                      <a:pt x="150" y="149"/>
                      <a:pt x="149" y="150"/>
                    </a:cubicBezTo>
                    <a:cubicBezTo>
                      <a:pt x="149" y="150"/>
                      <a:pt x="149" y="150"/>
                      <a:pt x="149" y="150"/>
                    </a:cubicBezTo>
                    <a:cubicBezTo>
                      <a:pt x="148" y="150"/>
                      <a:pt x="147" y="150"/>
                      <a:pt x="147" y="149"/>
                    </a:cubicBezTo>
                    <a:cubicBezTo>
                      <a:pt x="147" y="149"/>
                      <a:pt x="147" y="149"/>
                      <a:pt x="147" y="149"/>
                    </a:cubicBezTo>
                    <a:cubicBezTo>
                      <a:pt x="147" y="149"/>
                      <a:pt x="147" y="148"/>
                      <a:pt x="147" y="147"/>
                    </a:cubicBezTo>
                    <a:cubicBezTo>
                      <a:pt x="147" y="147"/>
                      <a:pt x="147" y="147"/>
                      <a:pt x="147" y="147"/>
                    </a:cubicBezTo>
                    <a:cubicBezTo>
                      <a:pt x="148" y="147"/>
                      <a:pt x="148" y="147"/>
                      <a:pt x="148" y="147"/>
                    </a:cubicBezTo>
                    <a:cubicBezTo>
                      <a:pt x="148" y="147"/>
                      <a:pt x="148" y="147"/>
                      <a:pt x="148" y="147"/>
                    </a:cubicBezTo>
                    <a:cubicBezTo>
                      <a:pt x="149" y="147"/>
                      <a:pt x="149" y="147"/>
                      <a:pt x="149" y="148"/>
                    </a:cubicBezTo>
                    <a:close/>
                    <a:moveTo>
                      <a:pt x="138" y="155"/>
                    </a:moveTo>
                    <a:cubicBezTo>
                      <a:pt x="138" y="156"/>
                      <a:pt x="138" y="157"/>
                      <a:pt x="138" y="157"/>
                    </a:cubicBezTo>
                    <a:cubicBezTo>
                      <a:pt x="138" y="157"/>
                      <a:pt x="138" y="157"/>
                      <a:pt x="138" y="157"/>
                    </a:cubicBezTo>
                    <a:cubicBezTo>
                      <a:pt x="137" y="157"/>
                      <a:pt x="136" y="157"/>
                      <a:pt x="136" y="157"/>
                    </a:cubicBezTo>
                    <a:cubicBezTo>
                      <a:pt x="136" y="157"/>
                      <a:pt x="136" y="157"/>
                      <a:pt x="136" y="157"/>
                    </a:cubicBezTo>
                    <a:cubicBezTo>
                      <a:pt x="135" y="156"/>
                      <a:pt x="136" y="155"/>
                      <a:pt x="136" y="155"/>
                    </a:cubicBezTo>
                    <a:cubicBezTo>
                      <a:pt x="136" y="155"/>
                      <a:pt x="136" y="155"/>
                      <a:pt x="136" y="155"/>
                    </a:cubicBezTo>
                    <a:cubicBezTo>
                      <a:pt x="136" y="155"/>
                      <a:pt x="137" y="155"/>
                      <a:pt x="137" y="155"/>
                    </a:cubicBezTo>
                    <a:cubicBezTo>
                      <a:pt x="137" y="155"/>
                      <a:pt x="137" y="155"/>
                      <a:pt x="137" y="155"/>
                    </a:cubicBezTo>
                    <a:cubicBezTo>
                      <a:pt x="137" y="155"/>
                      <a:pt x="138" y="155"/>
                      <a:pt x="138" y="155"/>
                    </a:cubicBezTo>
                    <a:close/>
                    <a:moveTo>
                      <a:pt x="127" y="163"/>
                    </a:moveTo>
                    <a:cubicBezTo>
                      <a:pt x="127" y="163"/>
                      <a:pt x="127" y="164"/>
                      <a:pt x="126" y="164"/>
                    </a:cubicBezTo>
                    <a:cubicBezTo>
                      <a:pt x="126" y="164"/>
                      <a:pt x="126" y="164"/>
                      <a:pt x="126" y="164"/>
                    </a:cubicBezTo>
                    <a:cubicBezTo>
                      <a:pt x="126" y="165"/>
                      <a:pt x="125" y="165"/>
                      <a:pt x="124" y="164"/>
                    </a:cubicBezTo>
                    <a:cubicBezTo>
                      <a:pt x="124" y="164"/>
                      <a:pt x="124" y="164"/>
                      <a:pt x="124" y="164"/>
                    </a:cubicBezTo>
                    <a:cubicBezTo>
                      <a:pt x="124" y="163"/>
                      <a:pt x="124" y="163"/>
                      <a:pt x="125" y="162"/>
                    </a:cubicBezTo>
                    <a:cubicBezTo>
                      <a:pt x="125" y="162"/>
                      <a:pt x="125" y="162"/>
                      <a:pt x="125" y="162"/>
                    </a:cubicBezTo>
                    <a:cubicBezTo>
                      <a:pt x="125" y="162"/>
                      <a:pt x="125" y="162"/>
                      <a:pt x="126" y="162"/>
                    </a:cubicBezTo>
                    <a:cubicBezTo>
                      <a:pt x="126" y="162"/>
                      <a:pt x="126" y="162"/>
                      <a:pt x="126" y="162"/>
                    </a:cubicBezTo>
                    <a:cubicBezTo>
                      <a:pt x="126" y="162"/>
                      <a:pt x="126" y="162"/>
                      <a:pt x="127" y="163"/>
                    </a:cubicBezTo>
                    <a:close/>
                    <a:moveTo>
                      <a:pt x="115" y="170"/>
                    </a:moveTo>
                    <a:cubicBezTo>
                      <a:pt x="116" y="171"/>
                      <a:pt x="116" y="171"/>
                      <a:pt x="115" y="172"/>
                    </a:cubicBezTo>
                    <a:cubicBezTo>
                      <a:pt x="115" y="172"/>
                      <a:pt x="115" y="172"/>
                      <a:pt x="115" y="172"/>
                    </a:cubicBezTo>
                    <a:cubicBezTo>
                      <a:pt x="114" y="172"/>
                      <a:pt x="114" y="172"/>
                      <a:pt x="113" y="171"/>
                    </a:cubicBezTo>
                    <a:cubicBezTo>
                      <a:pt x="113" y="171"/>
                      <a:pt x="113" y="171"/>
                      <a:pt x="113" y="171"/>
                    </a:cubicBezTo>
                    <a:cubicBezTo>
                      <a:pt x="113" y="171"/>
                      <a:pt x="113" y="170"/>
                      <a:pt x="114" y="170"/>
                    </a:cubicBezTo>
                    <a:cubicBezTo>
                      <a:pt x="114" y="170"/>
                      <a:pt x="114" y="170"/>
                      <a:pt x="114" y="170"/>
                    </a:cubicBezTo>
                    <a:cubicBezTo>
                      <a:pt x="114" y="169"/>
                      <a:pt x="114" y="169"/>
                      <a:pt x="114" y="169"/>
                    </a:cubicBezTo>
                    <a:cubicBezTo>
                      <a:pt x="114" y="169"/>
                      <a:pt x="114" y="169"/>
                      <a:pt x="114" y="169"/>
                    </a:cubicBezTo>
                    <a:cubicBezTo>
                      <a:pt x="115" y="169"/>
                      <a:pt x="115" y="170"/>
                      <a:pt x="115" y="170"/>
                    </a:cubicBezTo>
                    <a:close/>
                    <a:moveTo>
                      <a:pt x="104" y="177"/>
                    </a:moveTo>
                    <a:cubicBezTo>
                      <a:pt x="104" y="178"/>
                      <a:pt x="104" y="179"/>
                      <a:pt x="104" y="179"/>
                    </a:cubicBezTo>
                    <a:cubicBezTo>
                      <a:pt x="104" y="179"/>
                      <a:pt x="104" y="179"/>
                      <a:pt x="104" y="179"/>
                    </a:cubicBezTo>
                    <a:cubicBezTo>
                      <a:pt x="103" y="180"/>
                      <a:pt x="102" y="179"/>
                      <a:pt x="102" y="179"/>
                    </a:cubicBezTo>
                    <a:cubicBezTo>
                      <a:pt x="102" y="179"/>
                      <a:pt x="102" y="179"/>
                      <a:pt x="102" y="179"/>
                    </a:cubicBezTo>
                    <a:cubicBezTo>
                      <a:pt x="101" y="178"/>
                      <a:pt x="102" y="177"/>
                      <a:pt x="102" y="177"/>
                    </a:cubicBezTo>
                    <a:cubicBezTo>
                      <a:pt x="102" y="177"/>
                      <a:pt x="102" y="177"/>
                      <a:pt x="102" y="177"/>
                    </a:cubicBezTo>
                    <a:cubicBezTo>
                      <a:pt x="102" y="177"/>
                      <a:pt x="103" y="177"/>
                      <a:pt x="103" y="177"/>
                    </a:cubicBezTo>
                    <a:cubicBezTo>
                      <a:pt x="103" y="177"/>
                      <a:pt x="103" y="177"/>
                      <a:pt x="103" y="177"/>
                    </a:cubicBezTo>
                    <a:cubicBezTo>
                      <a:pt x="103" y="177"/>
                      <a:pt x="104" y="177"/>
                      <a:pt x="104" y="177"/>
                    </a:cubicBezTo>
                    <a:close/>
                    <a:moveTo>
                      <a:pt x="93" y="185"/>
                    </a:moveTo>
                    <a:cubicBezTo>
                      <a:pt x="93" y="185"/>
                      <a:pt x="93" y="186"/>
                      <a:pt x="92" y="187"/>
                    </a:cubicBezTo>
                    <a:cubicBezTo>
                      <a:pt x="92" y="187"/>
                      <a:pt x="92" y="187"/>
                      <a:pt x="92" y="187"/>
                    </a:cubicBezTo>
                    <a:cubicBezTo>
                      <a:pt x="92" y="187"/>
                      <a:pt x="91" y="187"/>
                      <a:pt x="91" y="186"/>
                    </a:cubicBezTo>
                    <a:cubicBezTo>
                      <a:pt x="91" y="186"/>
                      <a:pt x="91" y="186"/>
                      <a:pt x="91" y="186"/>
                    </a:cubicBezTo>
                    <a:cubicBezTo>
                      <a:pt x="90" y="186"/>
                      <a:pt x="90" y="185"/>
                      <a:pt x="91" y="184"/>
                    </a:cubicBezTo>
                    <a:cubicBezTo>
                      <a:pt x="91" y="184"/>
                      <a:pt x="91" y="184"/>
                      <a:pt x="91" y="184"/>
                    </a:cubicBezTo>
                    <a:cubicBezTo>
                      <a:pt x="91" y="184"/>
                      <a:pt x="91" y="184"/>
                      <a:pt x="92" y="184"/>
                    </a:cubicBezTo>
                    <a:cubicBezTo>
                      <a:pt x="92" y="184"/>
                      <a:pt x="92" y="184"/>
                      <a:pt x="92" y="184"/>
                    </a:cubicBezTo>
                    <a:cubicBezTo>
                      <a:pt x="92" y="184"/>
                      <a:pt x="92" y="184"/>
                      <a:pt x="93" y="185"/>
                    </a:cubicBezTo>
                    <a:close/>
                    <a:moveTo>
                      <a:pt x="81" y="192"/>
                    </a:moveTo>
                    <a:cubicBezTo>
                      <a:pt x="82" y="193"/>
                      <a:pt x="82" y="193"/>
                      <a:pt x="81" y="194"/>
                    </a:cubicBezTo>
                    <a:cubicBezTo>
                      <a:pt x="81" y="194"/>
                      <a:pt x="81" y="194"/>
                      <a:pt x="81" y="194"/>
                    </a:cubicBezTo>
                    <a:cubicBezTo>
                      <a:pt x="80" y="194"/>
                      <a:pt x="80" y="194"/>
                      <a:pt x="79" y="194"/>
                    </a:cubicBezTo>
                    <a:cubicBezTo>
                      <a:pt x="79" y="194"/>
                      <a:pt x="79" y="194"/>
                      <a:pt x="79" y="194"/>
                    </a:cubicBezTo>
                    <a:cubicBezTo>
                      <a:pt x="79" y="193"/>
                      <a:pt x="79" y="192"/>
                      <a:pt x="80" y="192"/>
                    </a:cubicBezTo>
                    <a:cubicBezTo>
                      <a:pt x="80" y="192"/>
                      <a:pt x="80" y="192"/>
                      <a:pt x="80" y="192"/>
                    </a:cubicBezTo>
                    <a:cubicBezTo>
                      <a:pt x="80" y="192"/>
                      <a:pt x="80" y="191"/>
                      <a:pt x="80" y="191"/>
                    </a:cubicBezTo>
                    <a:cubicBezTo>
                      <a:pt x="80" y="191"/>
                      <a:pt x="80" y="191"/>
                      <a:pt x="80" y="191"/>
                    </a:cubicBezTo>
                    <a:cubicBezTo>
                      <a:pt x="81" y="191"/>
                      <a:pt x="81" y="192"/>
                      <a:pt x="81" y="192"/>
                    </a:cubicBezTo>
                    <a:close/>
                    <a:moveTo>
                      <a:pt x="70" y="199"/>
                    </a:moveTo>
                    <a:cubicBezTo>
                      <a:pt x="71" y="200"/>
                      <a:pt x="70" y="201"/>
                      <a:pt x="70" y="201"/>
                    </a:cubicBezTo>
                    <a:cubicBezTo>
                      <a:pt x="70" y="201"/>
                      <a:pt x="70" y="201"/>
                      <a:pt x="70" y="201"/>
                    </a:cubicBezTo>
                    <a:cubicBezTo>
                      <a:pt x="69" y="202"/>
                      <a:pt x="68" y="202"/>
                      <a:pt x="68" y="201"/>
                    </a:cubicBezTo>
                    <a:cubicBezTo>
                      <a:pt x="68" y="201"/>
                      <a:pt x="68" y="201"/>
                      <a:pt x="68" y="201"/>
                    </a:cubicBezTo>
                    <a:cubicBezTo>
                      <a:pt x="67" y="200"/>
                      <a:pt x="68" y="199"/>
                      <a:pt x="68" y="199"/>
                    </a:cubicBezTo>
                    <a:cubicBezTo>
                      <a:pt x="68" y="199"/>
                      <a:pt x="68" y="199"/>
                      <a:pt x="68" y="199"/>
                    </a:cubicBezTo>
                    <a:cubicBezTo>
                      <a:pt x="69" y="199"/>
                      <a:pt x="69" y="199"/>
                      <a:pt x="69" y="199"/>
                    </a:cubicBezTo>
                    <a:cubicBezTo>
                      <a:pt x="69" y="199"/>
                      <a:pt x="69" y="199"/>
                      <a:pt x="69" y="199"/>
                    </a:cubicBezTo>
                    <a:cubicBezTo>
                      <a:pt x="69" y="199"/>
                      <a:pt x="70" y="199"/>
                      <a:pt x="70" y="199"/>
                    </a:cubicBezTo>
                    <a:close/>
                    <a:moveTo>
                      <a:pt x="59" y="207"/>
                    </a:moveTo>
                    <a:cubicBezTo>
                      <a:pt x="59" y="207"/>
                      <a:pt x="59" y="208"/>
                      <a:pt x="58" y="209"/>
                    </a:cubicBezTo>
                    <a:cubicBezTo>
                      <a:pt x="58" y="209"/>
                      <a:pt x="58" y="209"/>
                      <a:pt x="58" y="209"/>
                    </a:cubicBezTo>
                    <a:cubicBezTo>
                      <a:pt x="58" y="209"/>
                      <a:pt x="57" y="209"/>
                      <a:pt x="57" y="208"/>
                    </a:cubicBezTo>
                    <a:cubicBezTo>
                      <a:pt x="57" y="208"/>
                      <a:pt x="57" y="208"/>
                      <a:pt x="57" y="208"/>
                    </a:cubicBezTo>
                    <a:cubicBezTo>
                      <a:pt x="56" y="208"/>
                      <a:pt x="56" y="207"/>
                      <a:pt x="57" y="206"/>
                    </a:cubicBezTo>
                    <a:cubicBezTo>
                      <a:pt x="57" y="206"/>
                      <a:pt x="57" y="206"/>
                      <a:pt x="57" y="206"/>
                    </a:cubicBezTo>
                    <a:cubicBezTo>
                      <a:pt x="57" y="206"/>
                      <a:pt x="57" y="206"/>
                      <a:pt x="58" y="206"/>
                    </a:cubicBezTo>
                    <a:cubicBezTo>
                      <a:pt x="58" y="206"/>
                      <a:pt x="58" y="206"/>
                      <a:pt x="58" y="206"/>
                    </a:cubicBezTo>
                    <a:cubicBezTo>
                      <a:pt x="58" y="206"/>
                      <a:pt x="59" y="206"/>
                      <a:pt x="59" y="207"/>
                    </a:cubicBezTo>
                    <a:close/>
                    <a:moveTo>
                      <a:pt x="48" y="214"/>
                    </a:moveTo>
                    <a:cubicBezTo>
                      <a:pt x="48" y="215"/>
                      <a:pt x="48" y="216"/>
                      <a:pt x="47" y="216"/>
                    </a:cubicBezTo>
                    <a:cubicBezTo>
                      <a:pt x="47" y="216"/>
                      <a:pt x="47" y="216"/>
                      <a:pt x="47" y="216"/>
                    </a:cubicBezTo>
                    <a:cubicBezTo>
                      <a:pt x="47" y="216"/>
                      <a:pt x="46" y="216"/>
                      <a:pt x="45" y="216"/>
                    </a:cubicBezTo>
                    <a:cubicBezTo>
                      <a:pt x="45" y="216"/>
                      <a:pt x="45" y="216"/>
                      <a:pt x="45" y="216"/>
                    </a:cubicBezTo>
                    <a:cubicBezTo>
                      <a:pt x="45" y="215"/>
                      <a:pt x="45" y="214"/>
                      <a:pt x="46" y="214"/>
                    </a:cubicBezTo>
                    <a:cubicBezTo>
                      <a:pt x="46" y="214"/>
                      <a:pt x="46" y="214"/>
                      <a:pt x="46" y="214"/>
                    </a:cubicBezTo>
                    <a:cubicBezTo>
                      <a:pt x="46" y="214"/>
                      <a:pt x="46" y="214"/>
                      <a:pt x="46" y="214"/>
                    </a:cubicBezTo>
                    <a:cubicBezTo>
                      <a:pt x="46" y="214"/>
                      <a:pt x="46" y="214"/>
                      <a:pt x="46" y="214"/>
                    </a:cubicBezTo>
                    <a:cubicBezTo>
                      <a:pt x="47" y="214"/>
                      <a:pt x="47" y="214"/>
                      <a:pt x="48" y="214"/>
                    </a:cubicBezTo>
                    <a:close/>
                    <a:moveTo>
                      <a:pt x="36" y="222"/>
                    </a:moveTo>
                    <a:cubicBezTo>
                      <a:pt x="37" y="222"/>
                      <a:pt x="36" y="223"/>
                      <a:pt x="36" y="223"/>
                    </a:cubicBezTo>
                    <a:cubicBezTo>
                      <a:pt x="36" y="223"/>
                      <a:pt x="36" y="223"/>
                      <a:pt x="36" y="223"/>
                    </a:cubicBezTo>
                    <a:cubicBezTo>
                      <a:pt x="35" y="224"/>
                      <a:pt x="34" y="224"/>
                      <a:pt x="34" y="223"/>
                    </a:cubicBezTo>
                    <a:cubicBezTo>
                      <a:pt x="34" y="223"/>
                      <a:pt x="34" y="223"/>
                      <a:pt x="34" y="223"/>
                    </a:cubicBezTo>
                    <a:cubicBezTo>
                      <a:pt x="34" y="222"/>
                      <a:pt x="34" y="222"/>
                      <a:pt x="34" y="221"/>
                    </a:cubicBezTo>
                    <a:cubicBezTo>
                      <a:pt x="34" y="221"/>
                      <a:pt x="34" y="221"/>
                      <a:pt x="34" y="221"/>
                    </a:cubicBezTo>
                    <a:cubicBezTo>
                      <a:pt x="35" y="221"/>
                      <a:pt x="35" y="221"/>
                      <a:pt x="35" y="221"/>
                    </a:cubicBezTo>
                    <a:cubicBezTo>
                      <a:pt x="35" y="221"/>
                      <a:pt x="35" y="221"/>
                      <a:pt x="35" y="221"/>
                    </a:cubicBezTo>
                    <a:cubicBezTo>
                      <a:pt x="36" y="221"/>
                      <a:pt x="36" y="221"/>
                      <a:pt x="36" y="222"/>
                    </a:cubicBezTo>
                    <a:close/>
                    <a:moveTo>
                      <a:pt x="25" y="229"/>
                    </a:moveTo>
                    <a:cubicBezTo>
                      <a:pt x="25" y="230"/>
                      <a:pt x="25" y="230"/>
                      <a:pt x="25" y="231"/>
                    </a:cubicBezTo>
                    <a:cubicBezTo>
                      <a:pt x="25" y="231"/>
                      <a:pt x="25" y="231"/>
                      <a:pt x="25" y="231"/>
                    </a:cubicBezTo>
                    <a:cubicBezTo>
                      <a:pt x="24" y="231"/>
                      <a:pt x="23" y="231"/>
                      <a:pt x="23" y="230"/>
                    </a:cubicBezTo>
                    <a:cubicBezTo>
                      <a:pt x="23" y="230"/>
                      <a:pt x="23" y="230"/>
                      <a:pt x="23" y="230"/>
                    </a:cubicBezTo>
                    <a:cubicBezTo>
                      <a:pt x="22" y="230"/>
                      <a:pt x="22" y="229"/>
                      <a:pt x="23" y="228"/>
                    </a:cubicBezTo>
                    <a:cubicBezTo>
                      <a:pt x="23" y="228"/>
                      <a:pt x="23" y="228"/>
                      <a:pt x="23" y="228"/>
                    </a:cubicBezTo>
                    <a:cubicBezTo>
                      <a:pt x="23" y="228"/>
                      <a:pt x="24" y="228"/>
                      <a:pt x="24" y="228"/>
                    </a:cubicBezTo>
                    <a:cubicBezTo>
                      <a:pt x="24" y="228"/>
                      <a:pt x="24" y="228"/>
                      <a:pt x="24" y="228"/>
                    </a:cubicBezTo>
                    <a:cubicBezTo>
                      <a:pt x="24" y="228"/>
                      <a:pt x="25" y="228"/>
                      <a:pt x="25" y="229"/>
                    </a:cubicBezTo>
                    <a:close/>
                    <a:moveTo>
                      <a:pt x="14" y="236"/>
                    </a:moveTo>
                    <a:cubicBezTo>
                      <a:pt x="14" y="237"/>
                      <a:pt x="14" y="238"/>
                      <a:pt x="13" y="238"/>
                    </a:cubicBezTo>
                    <a:cubicBezTo>
                      <a:pt x="13" y="238"/>
                      <a:pt x="13" y="238"/>
                      <a:pt x="13" y="238"/>
                    </a:cubicBezTo>
                    <a:cubicBezTo>
                      <a:pt x="13" y="239"/>
                      <a:pt x="12" y="238"/>
                      <a:pt x="11" y="238"/>
                    </a:cubicBezTo>
                    <a:cubicBezTo>
                      <a:pt x="11" y="238"/>
                      <a:pt x="11" y="238"/>
                      <a:pt x="11" y="238"/>
                    </a:cubicBezTo>
                    <a:cubicBezTo>
                      <a:pt x="11" y="237"/>
                      <a:pt x="11" y="236"/>
                      <a:pt x="12" y="236"/>
                    </a:cubicBezTo>
                    <a:cubicBezTo>
                      <a:pt x="12" y="236"/>
                      <a:pt x="12" y="236"/>
                      <a:pt x="12" y="236"/>
                    </a:cubicBezTo>
                    <a:cubicBezTo>
                      <a:pt x="12" y="236"/>
                      <a:pt x="12" y="236"/>
                      <a:pt x="12" y="236"/>
                    </a:cubicBezTo>
                    <a:cubicBezTo>
                      <a:pt x="12" y="236"/>
                      <a:pt x="12" y="236"/>
                      <a:pt x="12" y="236"/>
                    </a:cubicBezTo>
                    <a:cubicBezTo>
                      <a:pt x="13" y="236"/>
                      <a:pt x="13" y="236"/>
                      <a:pt x="14" y="236"/>
                    </a:cubicBezTo>
                    <a:close/>
                    <a:moveTo>
                      <a:pt x="2" y="244"/>
                    </a:moveTo>
                    <a:cubicBezTo>
                      <a:pt x="3" y="244"/>
                      <a:pt x="3" y="245"/>
                      <a:pt x="2" y="245"/>
                    </a:cubicBezTo>
                    <a:cubicBezTo>
                      <a:pt x="2" y="245"/>
                      <a:pt x="2" y="245"/>
                      <a:pt x="2" y="245"/>
                    </a:cubicBezTo>
                    <a:cubicBezTo>
                      <a:pt x="1" y="246"/>
                      <a:pt x="0" y="246"/>
                      <a:pt x="0" y="245"/>
                    </a:cubicBezTo>
                    <a:cubicBezTo>
                      <a:pt x="0" y="245"/>
                      <a:pt x="0" y="245"/>
                      <a:pt x="0" y="245"/>
                    </a:cubicBezTo>
                    <a:cubicBezTo>
                      <a:pt x="0" y="244"/>
                      <a:pt x="0" y="244"/>
                      <a:pt x="0" y="243"/>
                    </a:cubicBezTo>
                    <a:cubicBezTo>
                      <a:pt x="0" y="243"/>
                      <a:pt x="0" y="243"/>
                      <a:pt x="0" y="243"/>
                    </a:cubicBezTo>
                    <a:cubicBezTo>
                      <a:pt x="1" y="243"/>
                      <a:pt x="1" y="243"/>
                      <a:pt x="1" y="243"/>
                    </a:cubicBezTo>
                    <a:cubicBezTo>
                      <a:pt x="1" y="243"/>
                      <a:pt x="1" y="243"/>
                      <a:pt x="1" y="243"/>
                    </a:cubicBezTo>
                    <a:cubicBezTo>
                      <a:pt x="2" y="243"/>
                      <a:pt x="2" y="243"/>
                      <a:pt x="2"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 name="Google Shape;523;p9"/>
              <p:cNvSpPr/>
              <p:nvPr/>
            </p:nvSpPr>
            <p:spPr>
              <a:xfrm>
                <a:off x="18654173" y="2645018"/>
                <a:ext cx="19581" cy="11748"/>
              </a:xfrm>
              <a:custGeom>
                <a:avLst/>
                <a:gdLst/>
                <a:ahLst/>
                <a:cxnLst/>
                <a:rect l="l" t="t" r="r" b="b"/>
                <a:pathLst>
                  <a:path w="3" h="2" extrusionOk="0">
                    <a:moveTo>
                      <a:pt x="2" y="0"/>
                    </a:moveTo>
                    <a:cubicBezTo>
                      <a:pt x="2" y="0"/>
                      <a:pt x="2" y="0"/>
                      <a:pt x="3" y="0"/>
                    </a:cubicBezTo>
                    <a:cubicBezTo>
                      <a:pt x="3" y="0"/>
                      <a:pt x="3" y="1"/>
                      <a:pt x="3" y="1"/>
                    </a:cubicBezTo>
                    <a:cubicBezTo>
                      <a:pt x="3" y="1"/>
                      <a:pt x="3" y="2"/>
                      <a:pt x="3" y="2"/>
                    </a:cubicBezTo>
                    <a:cubicBezTo>
                      <a:pt x="2" y="2"/>
                      <a:pt x="2" y="2"/>
                      <a:pt x="2" y="2"/>
                    </a:cubicBezTo>
                    <a:cubicBezTo>
                      <a:pt x="2" y="2"/>
                      <a:pt x="1" y="2"/>
                      <a:pt x="1" y="2"/>
                    </a:cubicBezTo>
                    <a:cubicBezTo>
                      <a:pt x="1" y="2"/>
                      <a:pt x="1" y="2"/>
                      <a:pt x="1" y="2"/>
                    </a:cubicBezTo>
                    <a:cubicBezTo>
                      <a:pt x="1" y="2"/>
                      <a:pt x="0" y="2"/>
                      <a:pt x="0" y="1"/>
                    </a:cubicBezTo>
                    <a:cubicBezTo>
                      <a:pt x="0" y="1"/>
                      <a:pt x="0" y="1"/>
                      <a:pt x="0" y="1"/>
                    </a:cubicBezTo>
                    <a:cubicBezTo>
                      <a:pt x="0" y="1"/>
                      <a:pt x="0" y="0"/>
                      <a:pt x="1" y="0"/>
                    </a:cubicBezTo>
                    <a:cubicBezTo>
                      <a:pt x="1" y="0"/>
                      <a:pt x="1"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 name="Google Shape;524;p9"/>
              <p:cNvSpPr/>
              <p:nvPr/>
            </p:nvSpPr>
            <p:spPr>
              <a:xfrm>
                <a:off x="16053876" y="4238870"/>
                <a:ext cx="19581" cy="15664"/>
              </a:xfrm>
              <a:custGeom>
                <a:avLst/>
                <a:gdLst/>
                <a:ahLst/>
                <a:cxnLst/>
                <a:rect l="l" t="t" r="r" b="b"/>
                <a:pathLst>
                  <a:path w="3" h="3" extrusionOk="0">
                    <a:moveTo>
                      <a:pt x="2" y="0"/>
                    </a:moveTo>
                    <a:cubicBezTo>
                      <a:pt x="2" y="0"/>
                      <a:pt x="2" y="1"/>
                      <a:pt x="2" y="1"/>
                    </a:cubicBezTo>
                    <a:cubicBezTo>
                      <a:pt x="3" y="1"/>
                      <a:pt x="3" y="1"/>
                      <a:pt x="3" y="2"/>
                    </a:cubicBezTo>
                    <a:cubicBezTo>
                      <a:pt x="3" y="2"/>
                      <a:pt x="3" y="2"/>
                      <a:pt x="2" y="3"/>
                    </a:cubicBezTo>
                    <a:cubicBezTo>
                      <a:pt x="2" y="3"/>
                      <a:pt x="2" y="3"/>
                      <a:pt x="2" y="3"/>
                    </a:cubicBezTo>
                    <a:cubicBezTo>
                      <a:pt x="2" y="3"/>
                      <a:pt x="1" y="3"/>
                      <a:pt x="1" y="3"/>
                    </a:cubicBezTo>
                    <a:cubicBezTo>
                      <a:pt x="0" y="2"/>
                      <a:pt x="0" y="2"/>
                      <a:pt x="0" y="2"/>
                    </a:cubicBezTo>
                    <a:cubicBezTo>
                      <a:pt x="0" y="1"/>
                      <a:pt x="0" y="1"/>
                      <a:pt x="1" y="1"/>
                    </a:cubicBezTo>
                    <a:cubicBezTo>
                      <a:pt x="1" y="1"/>
                      <a:pt x="1" y="1"/>
                      <a:pt x="1" y="0"/>
                    </a:cubicBezTo>
                    <a:cubicBezTo>
                      <a:pt x="1" y="0"/>
                      <a:pt x="1"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5" name="Google Shape;525;p9"/>
              <p:cNvSpPr/>
              <p:nvPr/>
            </p:nvSpPr>
            <p:spPr>
              <a:xfrm>
                <a:off x="16124366" y="2688095"/>
                <a:ext cx="2337917" cy="1523362"/>
              </a:xfrm>
              <a:custGeom>
                <a:avLst/>
                <a:gdLst/>
                <a:ahLst/>
                <a:cxnLst/>
                <a:rect l="l" t="t" r="r" b="b"/>
                <a:pathLst>
                  <a:path w="377" h="246" extrusionOk="0">
                    <a:moveTo>
                      <a:pt x="376" y="1"/>
                    </a:moveTo>
                    <a:cubicBezTo>
                      <a:pt x="377" y="1"/>
                      <a:pt x="376" y="2"/>
                      <a:pt x="376" y="2"/>
                    </a:cubicBezTo>
                    <a:cubicBezTo>
                      <a:pt x="376" y="2"/>
                      <a:pt x="376" y="2"/>
                      <a:pt x="376" y="2"/>
                    </a:cubicBezTo>
                    <a:cubicBezTo>
                      <a:pt x="375" y="3"/>
                      <a:pt x="374" y="3"/>
                      <a:pt x="374" y="2"/>
                    </a:cubicBezTo>
                    <a:cubicBezTo>
                      <a:pt x="374" y="2"/>
                      <a:pt x="374" y="2"/>
                      <a:pt x="374" y="2"/>
                    </a:cubicBezTo>
                    <a:cubicBezTo>
                      <a:pt x="373" y="1"/>
                      <a:pt x="374" y="1"/>
                      <a:pt x="374" y="0"/>
                    </a:cubicBezTo>
                    <a:cubicBezTo>
                      <a:pt x="374" y="0"/>
                      <a:pt x="374" y="0"/>
                      <a:pt x="374" y="0"/>
                    </a:cubicBezTo>
                    <a:cubicBezTo>
                      <a:pt x="374" y="0"/>
                      <a:pt x="375" y="0"/>
                      <a:pt x="375" y="0"/>
                    </a:cubicBezTo>
                    <a:cubicBezTo>
                      <a:pt x="375" y="0"/>
                      <a:pt x="375" y="0"/>
                      <a:pt x="375" y="0"/>
                    </a:cubicBezTo>
                    <a:cubicBezTo>
                      <a:pt x="375" y="0"/>
                      <a:pt x="376" y="0"/>
                      <a:pt x="376" y="1"/>
                    </a:cubicBezTo>
                    <a:close/>
                    <a:moveTo>
                      <a:pt x="365" y="8"/>
                    </a:moveTo>
                    <a:cubicBezTo>
                      <a:pt x="365" y="9"/>
                      <a:pt x="365" y="9"/>
                      <a:pt x="364" y="10"/>
                    </a:cubicBezTo>
                    <a:cubicBezTo>
                      <a:pt x="364" y="10"/>
                      <a:pt x="364" y="10"/>
                      <a:pt x="364" y="10"/>
                    </a:cubicBezTo>
                    <a:cubicBezTo>
                      <a:pt x="364" y="10"/>
                      <a:pt x="363" y="10"/>
                      <a:pt x="363" y="9"/>
                    </a:cubicBezTo>
                    <a:cubicBezTo>
                      <a:pt x="363" y="9"/>
                      <a:pt x="363" y="9"/>
                      <a:pt x="363" y="9"/>
                    </a:cubicBezTo>
                    <a:cubicBezTo>
                      <a:pt x="362" y="9"/>
                      <a:pt x="362" y="8"/>
                      <a:pt x="363" y="8"/>
                    </a:cubicBezTo>
                    <a:cubicBezTo>
                      <a:pt x="363" y="8"/>
                      <a:pt x="363" y="8"/>
                      <a:pt x="363" y="8"/>
                    </a:cubicBezTo>
                    <a:cubicBezTo>
                      <a:pt x="363" y="7"/>
                      <a:pt x="363" y="7"/>
                      <a:pt x="364" y="7"/>
                    </a:cubicBezTo>
                    <a:cubicBezTo>
                      <a:pt x="364" y="7"/>
                      <a:pt x="364" y="7"/>
                      <a:pt x="364" y="7"/>
                    </a:cubicBezTo>
                    <a:cubicBezTo>
                      <a:pt x="364" y="7"/>
                      <a:pt x="365" y="8"/>
                      <a:pt x="365" y="8"/>
                    </a:cubicBezTo>
                    <a:close/>
                    <a:moveTo>
                      <a:pt x="353" y="15"/>
                    </a:moveTo>
                    <a:cubicBezTo>
                      <a:pt x="354" y="16"/>
                      <a:pt x="354" y="17"/>
                      <a:pt x="353" y="17"/>
                    </a:cubicBezTo>
                    <a:cubicBezTo>
                      <a:pt x="353" y="17"/>
                      <a:pt x="353" y="17"/>
                      <a:pt x="353" y="17"/>
                    </a:cubicBezTo>
                    <a:cubicBezTo>
                      <a:pt x="352" y="18"/>
                      <a:pt x="352" y="17"/>
                      <a:pt x="351" y="17"/>
                    </a:cubicBezTo>
                    <a:cubicBezTo>
                      <a:pt x="351" y="17"/>
                      <a:pt x="351" y="17"/>
                      <a:pt x="351" y="17"/>
                    </a:cubicBezTo>
                    <a:cubicBezTo>
                      <a:pt x="351" y="16"/>
                      <a:pt x="351" y="15"/>
                      <a:pt x="352" y="15"/>
                    </a:cubicBezTo>
                    <a:cubicBezTo>
                      <a:pt x="352" y="15"/>
                      <a:pt x="352" y="15"/>
                      <a:pt x="352" y="15"/>
                    </a:cubicBezTo>
                    <a:cubicBezTo>
                      <a:pt x="352" y="15"/>
                      <a:pt x="352" y="15"/>
                      <a:pt x="352" y="15"/>
                    </a:cubicBezTo>
                    <a:cubicBezTo>
                      <a:pt x="352" y="15"/>
                      <a:pt x="352" y="15"/>
                      <a:pt x="352" y="15"/>
                    </a:cubicBezTo>
                    <a:cubicBezTo>
                      <a:pt x="353" y="15"/>
                      <a:pt x="353" y="15"/>
                      <a:pt x="353" y="15"/>
                    </a:cubicBezTo>
                    <a:close/>
                    <a:moveTo>
                      <a:pt x="342" y="23"/>
                    </a:moveTo>
                    <a:cubicBezTo>
                      <a:pt x="343" y="23"/>
                      <a:pt x="342" y="24"/>
                      <a:pt x="342" y="24"/>
                    </a:cubicBezTo>
                    <a:cubicBezTo>
                      <a:pt x="342" y="24"/>
                      <a:pt x="342" y="24"/>
                      <a:pt x="342" y="24"/>
                    </a:cubicBezTo>
                    <a:cubicBezTo>
                      <a:pt x="341" y="25"/>
                      <a:pt x="340" y="25"/>
                      <a:pt x="340" y="24"/>
                    </a:cubicBezTo>
                    <a:cubicBezTo>
                      <a:pt x="340" y="24"/>
                      <a:pt x="340" y="24"/>
                      <a:pt x="340" y="24"/>
                    </a:cubicBezTo>
                    <a:cubicBezTo>
                      <a:pt x="340" y="23"/>
                      <a:pt x="340" y="23"/>
                      <a:pt x="340" y="22"/>
                    </a:cubicBezTo>
                    <a:cubicBezTo>
                      <a:pt x="340" y="22"/>
                      <a:pt x="340" y="22"/>
                      <a:pt x="340" y="22"/>
                    </a:cubicBezTo>
                    <a:cubicBezTo>
                      <a:pt x="341" y="22"/>
                      <a:pt x="341" y="22"/>
                      <a:pt x="341" y="22"/>
                    </a:cubicBezTo>
                    <a:cubicBezTo>
                      <a:pt x="341" y="22"/>
                      <a:pt x="341" y="22"/>
                      <a:pt x="341" y="22"/>
                    </a:cubicBezTo>
                    <a:cubicBezTo>
                      <a:pt x="341" y="22"/>
                      <a:pt x="342" y="22"/>
                      <a:pt x="342" y="23"/>
                    </a:cubicBezTo>
                    <a:close/>
                    <a:moveTo>
                      <a:pt x="331" y="30"/>
                    </a:moveTo>
                    <a:cubicBezTo>
                      <a:pt x="331" y="31"/>
                      <a:pt x="331" y="31"/>
                      <a:pt x="330" y="32"/>
                    </a:cubicBezTo>
                    <a:cubicBezTo>
                      <a:pt x="330" y="32"/>
                      <a:pt x="330" y="32"/>
                      <a:pt x="330" y="32"/>
                    </a:cubicBezTo>
                    <a:cubicBezTo>
                      <a:pt x="330" y="32"/>
                      <a:pt x="329" y="32"/>
                      <a:pt x="329" y="31"/>
                    </a:cubicBezTo>
                    <a:cubicBezTo>
                      <a:pt x="329" y="31"/>
                      <a:pt x="329" y="31"/>
                      <a:pt x="329" y="31"/>
                    </a:cubicBezTo>
                    <a:cubicBezTo>
                      <a:pt x="328" y="31"/>
                      <a:pt x="328" y="30"/>
                      <a:pt x="329" y="30"/>
                    </a:cubicBezTo>
                    <a:cubicBezTo>
                      <a:pt x="329" y="30"/>
                      <a:pt x="329" y="30"/>
                      <a:pt x="329" y="30"/>
                    </a:cubicBezTo>
                    <a:cubicBezTo>
                      <a:pt x="329" y="29"/>
                      <a:pt x="330" y="29"/>
                      <a:pt x="330" y="29"/>
                    </a:cubicBezTo>
                    <a:cubicBezTo>
                      <a:pt x="330" y="29"/>
                      <a:pt x="330" y="29"/>
                      <a:pt x="330" y="29"/>
                    </a:cubicBezTo>
                    <a:cubicBezTo>
                      <a:pt x="330" y="29"/>
                      <a:pt x="331" y="30"/>
                      <a:pt x="331" y="30"/>
                    </a:cubicBezTo>
                    <a:close/>
                    <a:moveTo>
                      <a:pt x="320" y="37"/>
                    </a:moveTo>
                    <a:cubicBezTo>
                      <a:pt x="320" y="38"/>
                      <a:pt x="320" y="39"/>
                      <a:pt x="319" y="39"/>
                    </a:cubicBezTo>
                    <a:cubicBezTo>
                      <a:pt x="319" y="39"/>
                      <a:pt x="319" y="39"/>
                      <a:pt x="319" y="39"/>
                    </a:cubicBezTo>
                    <a:cubicBezTo>
                      <a:pt x="319" y="40"/>
                      <a:pt x="318" y="39"/>
                      <a:pt x="317" y="39"/>
                    </a:cubicBezTo>
                    <a:cubicBezTo>
                      <a:pt x="317" y="39"/>
                      <a:pt x="317" y="39"/>
                      <a:pt x="317" y="39"/>
                    </a:cubicBezTo>
                    <a:cubicBezTo>
                      <a:pt x="317" y="38"/>
                      <a:pt x="317" y="37"/>
                      <a:pt x="318" y="37"/>
                    </a:cubicBezTo>
                    <a:cubicBezTo>
                      <a:pt x="318" y="37"/>
                      <a:pt x="318" y="37"/>
                      <a:pt x="318" y="37"/>
                    </a:cubicBezTo>
                    <a:cubicBezTo>
                      <a:pt x="318" y="37"/>
                      <a:pt x="318" y="37"/>
                      <a:pt x="318" y="37"/>
                    </a:cubicBezTo>
                    <a:cubicBezTo>
                      <a:pt x="318" y="37"/>
                      <a:pt x="318" y="37"/>
                      <a:pt x="318" y="37"/>
                    </a:cubicBezTo>
                    <a:cubicBezTo>
                      <a:pt x="319" y="37"/>
                      <a:pt x="319" y="37"/>
                      <a:pt x="320" y="37"/>
                    </a:cubicBezTo>
                    <a:close/>
                    <a:moveTo>
                      <a:pt x="308" y="45"/>
                    </a:moveTo>
                    <a:cubicBezTo>
                      <a:pt x="309" y="45"/>
                      <a:pt x="308" y="46"/>
                      <a:pt x="308" y="47"/>
                    </a:cubicBezTo>
                    <a:cubicBezTo>
                      <a:pt x="308" y="47"/>
                      <a:pt x="308" y="47"/>
                      <a:pt x="308" y="47"/>
                    </a:cubicBezTo>
                    <a:cubicBezTo>
                      <a:pt x="307" y="47"/>
                      <a:pt x="306" y="47"/>
                      <a:pt x="306" y="46"/>
                    </a:cubicBezTo>
                    <a:cubicBezTo>
                      <a:pt x="306" y="46"/>
                      <a:pt x="306" y="46"/>
                      <a:pt x="306" y="46"/>
                    </a:cubicBezTo>
                    <a:cubicBezTo>
                      <a:pt x="306" y="46"/>
                      <a:pt x="306" y="45"/>
                      <a:pt x="306" y="44"/>
                    </a:cubicBezTo>
                    <a:cubicBezTo>
                      <a:pt x="306" y="44"/>
                      <a:pt x="306" y="44"/>
                      <a:pt x="306" y="44"/>
                    </a:cubicBezTo>
                    <a:cubicBezTo>
                      <a:pt x="307" y="44"/>
                      <a:pt x="307" y="44"/>
                      <a:pt x="307" y="44"/>
                    </a:cubicBezTo>
                    <a:cubicBezTo>
                      <a:pt x="307" y="44"/>
                      <a:pt x="307" y="44"/>
                      <a:pt x="307" y="44"/>
                    </a:cubicBezTo>
                    <a:cubicBezTo>
                      <a:pt x="308" y="44"/>
                      <a:pt x="308" y="44"/>
                      <a:pt x="308" y="45"/>
                    </a:cubicBezTo>
                    <a:close/>
                    <a:moveTo>
                      <a:pt x="297" y="52"/>
                    </a:moveTo>
                    <a:cubicBezTo>
                      <a:pt x="297" y="53"/>
                      <a:pt x="297" y="54"/>
                      <a:pt x="297" y="54"/>
                    </a:cubicBezTo>
                    <a:cubicBezTo>
                      <a:pt x="297" y="54"/>
                      <a:pt x="297" y="54"/>
                      <a:pt x="297" y="54"/>
                    </a:cubicBezTo>
                    <a:cubicBezTo>
                      <a:pt x="296" y="54"/>
                      <a:pt x="295" y="54"/>
                      <a:pt x="295" y="54"/>
                    </a:cubicBezTo>
                    <a:cubicBezTo>
                      <a:pt x="295" y="54"/>
                      <a:pt x="295" y="54"/>
                      <a:pt x="295" y="54"/>
                    </a:cubicBezTo>
                    <a:cubicBezTo>
                      <a:pt x="294" y="53"/>
                      <a:pt x="294" y="52"/>
                      <a:pt x="295" y="52"/>
                    </a:cubicBezTo>
                    <a:cubicBezTo>
                      <a:pt x="295" y="52"/>
                      <a:pt x="295" y="52"/>
                      <a:pt x="295" y="52"/>
                    </a:cubicBezTo>
                    <a:cubicBezTo>
                      <a:pt x="295" y="52"/>
                      <a:pt x="296" y="51"/>
                      <a:pt x="296" y="51"/>
                    </a:cubicBezTo>
                    <a:cubicBezTo>
                      <a:pt x="296" y="51"/>
                      <a:pt x="296" y="51"/>
                      <a:pt x="296" y="51"/>
                    </a:cubicBezTo>
                    <a:cubicBezTo>
                      <a:pt x="296" y="51"/>
                      <a:pt x="297" y="52"/>
                      <a:pt x="297" y="52"/>
                    </a:cubicBezTo>
                    <a:close/>
                    <a:moveTo>
                      <a:pt x="286" y="59"/>
                    </a:moveTo>
                    <a:cubicBezTo>
                      <a:pt x="286" y="60"/>
                      <a:pt x="286" y="61"/>
                      <a:pt x="285" y="61"/>
                    </a:cubicBezTo>
                    <a:cubicBezTo>
                      <a:pt x="285" y="61"/>
                      <a:pt x="285" y="61"/>
                      <a:pt x="285" y="61"/>
                    </a:cubicBezTo>
                    <a:cubicBezTo>
                      <a:pt x="285" y="62"/>
                      <a:pt x="284" y="62"/>
                      <a:pt x="283" y="61"/>
                    </a:cubicBezTo>
                    <a:cubicBezTo>
                      <a:pt x="283" y="61"/>
                      <a:pt x="283" y="61"/>
                      <a:pt x="283" y="61"/>
                    </a:cubicBezTo>
                    <a:cubicBezTo>
                      <a:pt x="283" y="60"/>
                      <a:pt x="283" y="59"/>
                      <a:pt x="284" y="59"/>
                    </a:cubicBezTo>
                    <a:cubicBezTo>
                      <a:pt x="284" y="59"/>
                      <a:pt x="284" y="59"/>
                      <a:pt x="284" y="59"/>
                    </a:cubicBezTo>
                    <a:cubicBezTo>
                      <a:pt x="284" y="59"/>
                      <a:pt x="284" y="59"/>
                      <a:pt x="285" y="59"/>
                    </a:cubicBezTo>
                    <a:cubicBezTo>
                      <a:pt x="285" y="59"/>
                      <a:pt x="285" y="59"/>
                      <a:pt x="285" y="59"/>
                    </a:cubicBezTo>
                    <a:cubicBezTo>
                      <a:pt x="285" y="59"/>
                      <a:pt x="285" y="59"/>
                      <a:pt x="286" y="59"/>
                    </a:cubicBezTo>
                    <a:close/>
                    <a:moveTo>
                      <a:pt x="274" y="67"/>
                    </a:moveTo>
                    <a:cubicBezTo>
                      <a:pt x="275" y="67"/>
                      <a:pt x="275" y="68"/>
                      <a:pt x="274" y="69"/>
                    </a:cubicBezTo>
                    <a:cubicBezTo>
                      <a:pt x="274" y="69"/>
                      <a:pt x="274" y="69"/>
                      <a:pt x="274" y="69"/>
                    </a:cubicBezTo>
                    <a:cubicBezTo>
                      <a:pt x="273" y="69"/>
                      <a:pt x="273" y="69"/>
                      <a:pt x="272" y="68"/>
                    </a:cubicBezTo>
                    <a:cubicBezTo>
                      <a:pt x="272" y="68"/>
                      <a:pt x="272" y="68"/>
                      <a:pt x="272" y="68"/>
                    </a:cubicBezTo>
                    <a:cubicBezTo>
                      <a:pt x="272" y="68"/>
                      <a:pt x="272" y="67"/>
                      <a:pt x="272" y="66"/>
                    </a:cubicBezTo>
                    <a:cubicBezTo>
                      <a:pt x="272" y="66"/>
                      <a:pt x="272" y="66"/>
                      <a:pt x="272" y="66"/>
                    </a:cubicBezTo>
                    <a:cubicBezTo>
                      <a:pt x="273" y="66"/>
                      <a:pt x="273" y="66"/>
                      <a:pt x="273" y="66"/>
                    </a:cubicBezTo>
                    <a:cubicBezTo>
                      <a:pt x="273" y="66"/>
                      <a:pt x="273" y="66"/>
                      <a:pt x="273" y="66"/>
                    </a:cubicBezTo>
                    <a:cubicBezTo>
                      <a:pt x="274" y="66"/>
                      <a:pt x="274" y="66"/>
                      <a:pt x="274" y="67"/>
                    </a:cubicBezTo>
                    <a:close/>
                    <a:moveTo>
                      <a:pt x="263" y="74"/>
                    </a:moveTo>
                    <a:cubicBezTo>
                      <a:pt x="263" y="75"/>
                      <a:pt x="263" y="76"/>
                      <a:pt x="263" y="76"/>
                    </a:cubicBezTo>
                    <a:cubicBezTo>
                      <a:pt x="263" y="76"/>
                      <a:pt x="263" y="76"/>
                      <a:pt x="263" y="76"/>
                    </a:cubicBezTo>
                    <a:cubicBezTo>
                      <a:pt x="262" y="76"/>
                      <a:pt x="261" y="76"/>
                      <a:pt x="261" y="76"/>
                    </a:cubicBezTo>
                    <a:cubicBezTo>
                      <a:pt x="261" y="76"/>
                      <a:pt x="261" y="76"/>
                      <a:pt x="261" y="76"/>
                    </a:cubicBezTo>
                    <a:cubicBezTo>
                      <a:pt x="260" y="75"/>
                      <a:pt x="261" y="74"/>
                      <a:pt x="261" y="74"/>
                    </a:cubicBezTo>
                    <a:cubicBezTo>
                      <a:pt x="261" y="74"/>
                      <a:pt x="261" y="74"/>
                      <a:pt x="261" y="74"/>
                    </a:cubicBezTo>
                    <a:cubicBezTo>
                      <a:pt x="261" y="74"/>
                      <a:pt x="262" y="74"/>
                      <a:pt x="262" y="74"/>
                    </a:cubicBezTo>
                    <a:cubicBezTo>
                      <a:pt x="262" y="74"/>
                      <a:pt x="262" y="74"/>
                      <a:pt x="262" y="74"/>
                    </a:cubicBezTo>
                    <a:cubicBezTo>
                      <a:pt x="262" y="74"/>
                      <a:pt x="263" y="74"/>
                      <a:pt x="263" y="74"/>
                    </a:cubicBezTo>
                    <a:close/>
                    <a:moveTo>
                      <a:pt x="252" y="82"/>
                    </a:moveTo>
                    <a:cubicBezTo>
                      <a:pt x="252" y="82"/>
                      <a:pt x="252" y="83"/>
                      <a:pt x="251" y="83"/>
                    </a:cubicBezTo>
                    <a:cubicBezTo>
                      <a:pt x="251" y="83"/>
                      <a:pt x="251" y="83"/>
                      <a:pt x="251" y="83"/>
                    </a:cubicBezTo>
                    <a:cubicBezTo>
                      <a:pt x="251" y="84"/>
                      <a:pt x="250" y="84"/>
                      <a:pt x="249" y="83"/>
                    </a:cubicBezTo>
                    <a:cubicBezTo>
                      <a:pt x="249" y="83"/>
                      <a:pt x="249" y="83"/>
                      <a:pt x="249" y="83"/>
                    </a:cubicBezTo>
                    <a:cubicBezTo>
                      <a:pt x="249" y="82"/>
                      <a:pt x="249" y="82"/>
                      <a:pt x="250" y="81"/>
                    </a:cubicBezTo>
                    <a:cubicBezTo>
                      <a:pt x="250" y="81"/>
                      <a:pt x="250" y="81"/>
                      <a:pt x="250" y="81"/>
                    </a:cubicBezTo>
                    <a:cubicBezTo>
                      <a:pt x="250" y="81"/>
                      <a:pt x="250" y="81"/>
                      <a:pt x="251" y="81"/>
                    </a:cubicBezTo>
                    <a:cubicBezTo>
                      <a:pt x="251" y="81"/>
                      <a:pt x="251" y="81"/>
                      <a:pt x="251" y="81"/>
                    </a:cubicBezTo>
                    <a:cubicBezTo>
                      <a:pt x="251" y="81"/>
                      <a:pt x="251" y="81"/>
                      <a:pt x="252" y="82"/>
                    </a:cubicBezTo>
                    <a:close/>
                    <a:moveTo>
                      <a:pt x="240" y="89"/>
                    </a:moveTo>
                    <a:cubicBezTo>
                      <a:pt x="241" y="90"/>
                      <a:pt x="241" y="90"/>
                      <a:pt x="240" y="91"/>
                    </a:cubicBezTo>
                    <a:cubicBezTo>
                      <a:pt x="240" y="91"/>
                      <a:pt x="240" y="91"/>
                      <a:pt x="240" y="91"/>
                    </a:cubicBezTo>
                    <a:cubicBezTo>
                      <a:pt x="239" y="91"/>
                      <a:pt x="239" y="91"/>
                      <a:pt x="238" y="90"/>
                    </a:cubicBezTo>
                    <a:cubicBezTo>
                      <a:pt x="238" y="90"/>
                      <a:pt x="238" y="90"/>
                      <a:pt x="238" y="90"/>
                    </a:cubicBezTo>
                    <a:cubicBezTo>
                      <a:pt x="238" y="90"/>
                      <a:pt x="238" y="89"/>
                      <a:pt x="239" y="89"/>
                    </a:cubicBezTo>
                    <a:cubicBezTo>
                      <a:pt x="239" y="89"/>
                      <a:pt x="239" y="89"/>
                      <a:pt x="239" y="89"/>
                    </a:cubicBezTo>
                    <a:cubicBezTo>
                      <a:pt x="239" y="88"/>
                      <a:pt x="239" y="88"/>
                      <a:pt x="239" y="88"/>
                    </a:cubicBezTo>
                    <a:cubicBezTo>
                      <a:pt x="239" y="88"/>
                      <a:pt x="239" y="88"/>
                      <a:pt x="239" y="88"/>
                    </a:cubicBezTo>
                    <a:cubicBezTo>
                      <a:pt x="240" y="88"/>
                      <a:pt x="240" y="89"/>
                      <a:pt x="240" y="89"/>
                    </a:cubicBezTo>
                    <a:close/>
                    <a:moveTo>
                      <a:pt x="229" y="96"/>
                    </a:moveTo>
                    <a:cubicBezTo>
                      <a:pt x="229" y="97"/>
                      <a:pt x="229" y="98"/>
                      <a:pt x="229" y="98"/>
                    </a:cubicBezTo>
                    <a:cubicBezTo>
                      <a:pt x="229" y="98"/>
                      <a:pt x="229" y="98"/>
                      <a:pt x="229" y="98"/>
                    </a:cubicBezTo>
                    <a:cubicBezTo>
                      <a:pt x="228" y="99"/>
                      <a:pt x="227" y="98"/>
                      <a:pt x="227" y="98"/>
                    </a:cubicBezTo>
                    <a:cubicBezTo>
                      <a:pt x="227" y="98"/>
                      <a:pt x="227" y="98"/>
                      <a:pt x="227" y="98"/>
                    </a:cubicBezTo>
                    <a:cubicBezTo>
                      <a:pt x="226" y="97"/>
                      <a:pt x="227" y="96"/>
                      <a:pt x="227" y="96"/>
                    </a:cubicBezTo>
                    <a:cubicBezTo>
                      <a:pt x="227" y="96"/>
                      <a:pt x="227" y="96"/>
                      <a:pt x="227" y="96"/>
                    </a:cubicBezTo>
                    <a:cubicBezTo>
                      <a:pt x="227" y="96"/>
                      <a:pt x="228" y="96"/>
                      <a:pt x="228" y="96"/>
                    </a:cubicBezTo>
                    <a:cubicBezTo>
                      <a:pt x="228" y="96"/>
                      <a:pt x="228" y="96"/>
                      <a:pt x="228" y="96"/>
                    </a:cubicBezTo>
                    <a:cubicBezTo>
                      <a:pt x="228" y="96"/>
                      <a:pt x="229" y="96"/>
                      <a:pt x="229" y="96"/>
                    </a:cubicBezTo>
                    <a:close/>
                    <a:moveTo>
                      <a:pt x="218" y="104"/>
                    </a:moveTo>
                    <a:cubicBezTo>
                      <a:pt x="218" y="104"/>
                      <a:pt x="218" y="105"/>
                      <a:pt x="217" y="105"/>
                    </a:cubicBezTo>
                    <a:cubicBezTo>
                      <a:pt x="217" y="105"/>
                      <a:pt x="217" y="105"/>
                      <a:pt x="217" y="105"/>
                    </a:cubicBezTo>
                    <a:cubicBezTo>
                      <a:pt x="217" y="106"/>
                      <a:pt x="216" y="106"/>
                      <a:pt x="216" y="105"/>
                    </a:cubicBezTo>
                    <a:cubicBezTo>
                      <a:pt x="216" y="105"/>
                      <a:pt x="216" y="105"/>
                      <a:pt x="216" y="105"/>
                    </a:cubicBezTo>
                    <a:cubicBezTo>
                      <a:pt x="215" y="105"/>
                      <a:pt x="215" y="104"/>
                      <a:pt x="216" y="103"/>
                    </a:cubicBezTo>
                    <a:cubicBezTo>
                      <a:pt x="216" y="103"/>
                      <a:pt x="216" y="103"/>
                      <a:pt x="216" y="103"/>
                    </a:cubicBezTo>
                    <a:cubicBezTo>
                      <a:pt x="216" y="103"/>
                      <a:pt x="216" y="103"/>
                      <a:pt x="217" y="103"/>
                    </a:cubicBezTo>
                    <a:cubicBezTo>
                      <a:pt x="217" y="103"/>
                      <a:pt x="217" y="103"/>
                      <a:pt x="217" y="103"/>
                    </a:cubicBezTo>
                    <a:cubicBezTo>
                      <a:pt x="217" y="103"/>
                      <a:pt x="218" y="103"/>
                      <a:pt x="218" y="104"/>
                    </a:cubicBezTo>
                    <a:close/>
                    <a:moveTo>
                      <a:pt x="206" y="111"/>
                    </a:moveTo>
                    <a:cubicBezTo>
                      <a:pt x="207" y="112"/>
                      <a:pt x="207" y="112"/>
                      <a:pt x="206" y="113"/>
                    </a:cubicBezTo>
                    <a:cubicBezTo>
                      <a:pt x="206" y="113"/>
                      <a:pt x="206" y="113"/>
                      <a:pt x="206" y="113"/>
                    </a:cubicBezTo>
                    <a:cubicBezTo>
                      <a:pt x="205" y="113"/>
                      <a:pt x="205" y="113"/>
                      <a:pt x="204" y="112"/>
                    </a:cubicBezTo>
                    <a:cubicBezTo>
                      <a:pt x="204" y="112"/>
                      <a:pt x="204" y="112"/>
                      <a:pt x="204" y="112"/>
                    </a:cubicBezTo>
                    <a:cubicBezTo>
                      <a:pt x="204" y="112"/>
                      <a:pt x="204" y="111"/>
                      <a:pt x="205" y="111"/>
                    </a:cubicBezTo>
                    <a:cubicBezTo>
                      <a:pt x="205" y="111"/>
                      <a:pt x="205" y="111"/>
                      <a:pt x="205" y="111"/>
                    </a:cubicBezTo>
                    <a:cubicBezTo>
                      <a:pt x="205" y="110"/>
                      <a:pt x="205" y="110"/>
                      <a:pt x="205" y="110"/>
                    </a:cubicBezTo>
                    <a:cubicBezTo>
                      <a:pt x="205" y="110"/>
                      <a:pt x="205" y="110"/>
                      <a:pt x="205" y="110"/>
                    </a:cubicBezTo>
                    <a:cubicBezTo>
                      <a:pt x="206" y="110"/>
                      <a:pt x="206" y="111"/>
                      <a:pt x="206" y="111"/>
                    </a:cubicBezTo>
                    <a:close/>
                    <a:moveTo>
                      <a:pt x="195" y="118"/>
                    </a:moveTo>
                    <a:cubicBezTo>
                      <a:pt x="196" y="119"/>
                      <a:pt x="195" y="120"/>
                      <a:pt x="195" y="120"/>
                    </a:cubicBezTo>
                    <a:cubicBezTo>
                      <a:pt x="195" y="120"/>
                      <a:pt x="195" y="120"/>
                      <a:pt x="195" y="120"/>
                    </a:cubicBezTo>
                    <a:cubicBezTo>
                      <a:pt x="194" y="121"/>
                      <a:pt x="193" y="120"/>
                      <a:pt x="193" y="120"/>
                    </a:cubicBezTo>
                    <a:cubicBezTo>
                      <a:pt x="193" y="120"/>
                      <a:pt x="193" y="120"/>
                      <a:pt x="193" y="120"/>
                    </a:cubicBezTo>
                    <a:cubicBezTo>
                      <a:pt x="193" y="119"/>
                      <a:pt x="193" y="118"/>
                      <a:pt x="193" y="118"/>
                    </a:cubicBezTo>
                    <a:cubicBezTo>
                      <a:pt x="193" y="118"/>
                      <a:pt x="193" y="118"/>
                      <a:pt x="193" y="118"/>
                    </a:cubicBezTo>
                    <a:cubicBezTo>
                      <a:pt x="194" y="118"/>
                      <a:pt x="194" y="118"/>
                      <a:pt x="194" y="118"/>
                    </a:cubicBezTo>
                    <a:cubicBezTo>
                      <a:pt x="194" y="118"/>
                      <a:pt x="194" y="118"/>
                      <a:pt x="194" y="118"/>
                    </a:cubicBezTo>
                    <a:cubicBezTo>
                      <a:pt x="194" y="118"/>
                      <a:pt x="195" y="118"/>
                      <a:pt x="195" y="118"/>
                    </a:cubicBezTo>
                    <a:close/>
                    <a:moveTo>
                      <a:pt x="184" y="126"/>
                    </a:moveTo>
                    <a:cubicBezTo>
                      <a:pt x="184" y="126"/>
                      <a:pt x="184" y="127"/>
                      <a:pt x="183" y="128"/>
                    </a:cubicBezTo>
                    <a:cubicBezTo>
                      <a:pt x="183" y="128"/>
                      <a:pt x="183" y="128"/>
                      <a:pt x="183" y="128"/>
                    </a:cubicBezTo>
                    <a:cubicBezTo>
                      <a:pt x="183" y="128"/>
                      <a:pt x="182" y="128"/>
                      <a:pt x="182" y="127"/>
                    </a:cubicBezTo>
                    <a:cubicBezTo>
                      <a:pt x="182" y="127"/>
                      <a:pt x="182" y="127"/>
                      <a:pt x="182" y="127"/>
                    </a:cubicBezTo>
                    <a:cubicBezTo>
                      <a:pt x="181" y="127"/>
                      <a:pt x="181" y="126"/>
                      <a:pt x="182" y="125"/>
                    </a:cubicBezTo>
                    <a:cubicBezTo>
                      <a:pt x="182" y="125"/>
                      <a:pt x="182" y="125"/>
                      <a:pt x="182" y="125"/>
                    </a:cubicBezTo>
                    <a:cubicBezTo>
                      <a:pt x="182" y="125"/>
                      <a:pt x="183" y="125"/>
                      <a:pt x="183" y="125"/>
                    </a:cubicBezTo>
                    <a:cubicBezTo>
                      <a:pt x="183" y="125"/>
                      <a:pt x="183" y="125"/>
                      <a:pt x="183" y="125"/>
                    </a:cubicBezTo>
                    <a:cubicBezTo>
                      <a:pt x="183" y="125"/>
                      <a:pt x="184" y="125"/>
                      <a:pt x="184" y="126"/>
                    </a:cubicBezTo>
                    <a:close/>
                    <a:moveTo>
                      <a:pt x="173" y="133"/>
                    </a:moveTo>
                    <a:cubicBezTo>
                      <a:pt x="173" y="134"/>
                      <a:pt x="173" y="135"/>
                      <a:pt x="172" y="135"/>
                    </a:cubicBezTo>
                    <a:cubicBezTo>
                      <a:pt x="172" y="135"/>
                      <a:pt x="172" y="135"/>
                      <a:pt x="172" y="135"/>
                    </a:cubicBezTo>
                    <a:cubicBezTo>
                      <a:pt x="172" y="135"/>
                      <a:pt x="171" y="135"/>
                      <a:pt x="170" y="135"/>
                    </a:cubicBezTo>
                    <a:cubicBezTo>
                      <a:pt x="170" y="135"/>
                      <a:pt x="170" y="135"/>
                      <a:pt x="170" y="135"/>
                    </a:cubicBezTo>
                    <a:cubicBezTo>
                      <a:pt x="170" y="134"/>
                      <a:pt x="170" y="133"/>
                      <a:pt x="171" y="133"/>
                    </a:cubicBezTo>
                    <a:cubicBezTo>
                      <a:pt x="171" y="133"/>
                      <a:pt x="171" y="133"/>
                      <a:pt x="171" y="133"/>
                    </a:cubicBezTo>
                    <a:cubicBezTo>
                      <a:pt x="171" y="133"/>
                      <a:pt x="171" y="133"/>
                      <a:pt x="171" y="133"/>
                    </a:cubicBezTo>
                    <a:cubicBezTo>
                      <a:pt x="171" y="133"/>
                      <a:pt x="171" y="133"/>
                      <a:pt x="171" y="133"/>
                    </a:cubicBezTo>
                    <a:cubicBezTo>
                      <a:pt x="172" y="133"/>
                      <a:pt x="172" y="133"/>
                      <a:pt x="173" y="133"/>
                    </a:cubicBezTo>
                    <a:close/>
                    <a:moveTo>
                      <a:pt x="161" y="140"/>
                    </a:moveTo>
                    <a:cubicBezTo>
                      <a:pt x="162" y="141"/>
                      <a:pt x="161" y="142"/>
                      <a:pt x="161" y="142"/>
                    </a:cubicBezTo>
                    <a:cubicBezTo>
                      <a:pt x="161" y="142"/>
                      <a:pt x="161" y="142"/>
                      <a:pt x="161" y="142"/>
                    </a:cubicBezTo>
                    <a:cubicBezTo>
                      <a:pt x="160" y="143"/>
                      <a:pt x="159" y="143"/>
                      <a:pt x="159" y="142"/>
                    </a:cubicBezTo>
                    <a:cubicBezTo>
                      <a:pt x="159" y="142"/>
                      <a:pt x="159" y="142"/>
                      <a:pt x="159" y="142"/>
                    </a:cubicBezTo>
                    <a:cubicBezTo>
                      <a:pt x="159" y="141"/>
                      <a:pt x="159" y="140"/>
                      <a:pt x="159" y="140"/>
                    </a:cubicBezTo>
                    <a:cubicBezTo>
                      <a:pt x="159" y="140"/>
                      <a:pt x="159" y="140"/>
                      <a:pt x="159" y="140"/>
                    </a:cubicBezTo>
                    <a:cubicBezTo>
                      <a:pt x="160" y="140"/>
                      <a:pt x="160" y="140"/>
                      <a:pt x="160" y="140"/>
                    </a:cubicBezTo>
                    <a:cubicBezTo>
                      <a:pt x="160" y="140"/>
                      <a:pt x="160" y="140"/>
                      <a:pt x="160" y="140"/>
                    </a:cubicBezTo>
                    <a:cubicBezTo>
                      <a:pt x="161" y="140"/>
                      <a:pt x="161" y="140"/>
                      <a:pt x="161" y="140"/>
                    </a:cubicBezTo>
                    <a:close/>
                    <a:moveTo>
                      <a:pt x="150" y="148"/>
                    </a:moveTo>
                    <a:cubicBezTo>
                      <a:pt x="150" y="148"/>
                      <a:pt x="150" y="149"/>
                      <a:pt x="150" y="150"/>
                    </a:cubicBezTo>
                    <a:cubicBezTo>
                      <a:pt x="150" y="150"/>
                      <a:pt x="150" y="150"/>
                      <a:pt x="150" y="150"/>
                    </a:cubicBezTo>
                    <a:cubicBezTo>
                      <a:pt x="149" y="150"/>
                      <a:pt x="148" y="150"/>
                      <a:pt x="148" y="149"/>
                    </a:cubicBezTo>
                    <a:cubicBezTo>
                      <a:pt x="148" y="149"/>
                      <a:pt x="148" y="149"/>
                      <a:pt x="148" y="149"/>
                    </a:cubicBezTo>
                    <a:cubicBezTo>
                      <a:pt x="147" y="149"/>
                      <a:pt x="147" y="148"/>
                      <a:pt x="148" y="147"/>
                    </a:cubicBezTo>
                    <a:cubicBezTo>
                      <a:pt x="148" y="147"/>
                      <a:pt x="148" y="147"/>
                      <a:pt x="148" y="147"/>
                    </a:cubicBezTo>
                    <a:cubicBezTo>
                      <a:pt x="148" y="147"/>
                      <a:pt x="149" y="147"/>
                      <a:pt x="149" y="147"/>
                    </a:cubicBezTo>
                    <a:cubicBezTo>
                      <a:pt x="149" y="147"/>
                      <a:pt x="149" y="147"/>
                      <a:pt x="149" y="147"/>
                    </a:cubicBezTo>
                    <a:cubicBezTo>
                      <a:pt x="149" y="147"/>
                      <a:pt x="150" y="147"/>
                      <a:pt x="150" y="148"/>
                    </a:cubicBezTo>
                    <a:close/>
                    <a:moveTo>
                      <a:pt x="139" y="155"/>
                    </a:moveTo>
                    <a:cubicBezTo>
                      <a:pt x="139" y="156"/>
                      <a:pt x="139" y="157"/>
                      <a:pt x="138" y="157"/>
                    </a:cubicBezTo>
                    <a:cubicBezTo>
                      <a:pt x="138" y="157"/>
                      <a:pt x="138" y="157"/>
                      <a:pt x="138" y="157"/>
                    </a:cubicBezTo>
                    <a:cubicBezTo>
                      <a:pt x="138" y="157"/>
                      <a:pt x="137" y="157"/>
                      <a:pt x="136" y="157"/>
                    </a:cubicBezTo>
                    <a:cubicBezTo>
                      <a:pt x="136" y="157"/>
                      <a:pt x="136" y="157"/>
                      <a:pt x="136" y="157"/>
                    </a:cubicBezTo>
                    <a:cubicBezTo>
                      <a:pt x="136" y="156"/>
                      <a:pt x="136" y="155"/>
                      <a:pt x="137" y="155"/>
                    </a:cubicBezTo>
                    <a:cubicBezTo>
                      <a:pt x="137" y="155"/>
                      <a:pt x="137" y="155"/>
                      <a:pt x="137" y="155"/>
                    </a:cubicBezTo>
                    <a:cubicBezTo>
                      <a:pt x="137" y="155"/>
                      <a:pt x="137" y="155"/>
                      <a:pt x="138" y="155"/>
                    </a:cubicBezTo>
                    <a:cubicBezTo>
                      <a:pt x="138" y="155"/>
                      <a:pt x="138" y="155"/>
                      <a:pt x="138" y="155"/>
                    </a:cubicBezTo>
                    <a:cubicBezTo>
                      <a:pt x="138" y="155"/>
                      <a:pt x="138" y="155"/>
                      <a:pt x="139" y="155"/>
                    </a:cubicBezTo>
                    <a:close/>
                    <a:moveTo>
                      <a:pt x="127" y="163"/>
                    </a:moveTo>
                    <a:cubicBezTo>
                      <a:pt x="128" y="163"/>
                      <a:pt x="128" y="164"/>
                      <a:pt x="127" y="164"/>
                    </a:cubicBezTo>
                    <a:cubicBezTo>
                      <a:pt x="127" y="164"/>
                      <a:pt x="127" y="164"/>
                      <a:pt x="127" y="164"/>
                    </a:cubicBezTo>
                    <a:cubicBezTo>
                      <a:pt x="126" y="165"/>
                      <a:pt x="125" y="165"/>
                      <a:pt x="125" y="164"/>
                    </a:cubicBezTo>
                    <a:cubicBezTo>
                      <a:pt x="125" y="164"/>
                      <a:pt x="125" y="164"/>
                      <a:pt x="125" y="164"/>
                    </a:cubicBezTo>
                    <a:cubicBezTo>
                      <a:pt x="125" y="163"/>
                      <a:pt x="125" y="163"/>
                      <a:pt x="125" y="162"/>
                    </a:cubicBezTo>
                    <a:cubicBezTo>
                      <a:pt x="125" y="162"/>
                      <a:pt x="125" y="162"/>
                      <a:pt x="125" y="162"/>
                    </a:cubicBezTo>
                    <a:cubicBezTo>
                      <a:pt x="126" y="162"/>
                      <a:pt x="126" y="162"/>
                      <a:pt x="126" y="162"/>
                    </a:cubicBezTo>
                    <a:cubicBezTo>
                      <a:pt x="126" y="162"/>
                      <a:pt x="126" y="162"/>
                      <a:pt x="126" y="162"/>
                    </a:cubicBezTo>
                    <a:cubicBezTo>
                      <a:pt x="127" y="162"/>
                      <a:pt x="127" y="162"/>
                      <a:pt x="127" y="163"/>
                    </a:cubicBezTo>
                    <a:close/>
                    <a:moveTo>
                      <a:pt x="116" y="170"/>
                    </a:moveTo>
                    <a:cubicBezTo>
                      <a:pt x="116" y="171"/>
                      <a:pt x="116" y="171"/>
                      <a:pt x="116" y="172"/>
                    </a:cubicBezTo>
                    <a:cubicBezTo>
                      <a:pt x="116" y="172"/>
                      <a:pt x="116" y="172"/>
                      <a:pt x="116" y="172"/>
                    </a:cubicBezTo>
                    <a:cubicBezTo>
                      <a:pt x="115" y="172"/>
                      <a:pt x="114" y="172"/>
                      <a:pt x="114" y="171"/>
                    </a:cubicBezTo>
                    <a:cubicBezTo>
                      <a:pt x="114" y="171"/>
                      <a:pt x="114" y="171"/>
                      <a:pt x="114" y="171"/>
                    </a:cubicBezTo>
                    <a:cubicBezTo>
                      <a:pt x="113" y="171"/>
                      <a:pt x="114" y="170"/>
                      <a:pt x="114" y="170"/>
                    </a:cubicBezTo>
                    <a:cubicBezTo>
                      <a:pt x="114" y="170"/>
                      <a:pt x="114" y="170"/>
                      <a:pt x="114" y="170"/>
                    </a:cubicBezTo>
                    <a:cubicBezTo>
                      <a:pt x="114" y="169"/>
                      <a:pt x="115" y="169"/>
                      <a:pt x="115" y="169"/>
                    </a:cubicBezTo>
                    <a:cubicBezTo>
                      <a:pt x="115" y="169"/>
                      <a:pt x="115" y="169"/>
                      <a:pt x="115" y="169"/>
                    </a:cubicBezTo>
                    <a:cubicBezTo>
                      <a:pt x="115" y="169"/>
                      <a:pt x="116" y="170"/>
                      <a:pt x="116" y="170"/>
                    </a:cubicBezTo>
                    <a:close/>
                    <a:moveTo>
                      <a:pt x="105" y="177"/>
                    </a:moveTo>
                    <a:cubicBezTo>
                      <a:pt x="105" y="178"/>
                      <a:pt x="105" y="179"/>
                      <a:pt x="104" y="179"/>
                    </a:cubicBezTo>
                    <a:cubicBezTo>
                      <a:pt x="104" y="179"/>
                      <a:pt x="104" y="179"/>
                      <a:pt x="104" y="179"/>
                    </a:cubicBezTo>
                    <a:cubicBezTo>
                      <a:pt x="104" y="180"/>
                      <a:pt x="103" y="179"/>
                      <a:pt x="102" y="179"/>
                    </a:cubicBezTo>
                    <a:cubicBezTo>
                      <a:pt x="102" y="179"/>
                      <a:pt x="102" y="179"/>
                      <a:pt x="102" y="179"/>
                    </a:cubicBezTo>
                    <a:cubicBezTo>
                      <a:pt x="102" y="178"/>
                      <a:pt x="102" y="177"/>
                      <a:pt x="103" y="177"/>
                    </a:cubicBezTo>
                    <a:cubicBezTo>
                      <a:pt x="103" y="177"/>
                      <a:pt x="103" y="177"/>
                      <a:pt x="103" y="177"/>
                    </a:cubicBezTo>
                    <a:cubicBezTo>
                      <a:pt x="103" y="177"/>
                      <a:pt x="103" y="177"/>
                      <a:pt x="104" y="177"/>
                    </a:cubicBezTo>
                    <a:cubicBezTo>
                      <a:pt x="104" y="177"/>
                      <a:pt x="104" y="177"/>
                      <a:pt x="104" y="177"/>
                    </a:cubicBezTo>
                    <a:cubicBezTo>
                      <a:pt x="104" y="177"/>
                      <a:pt x="104" y="177"/>
                      <a:pt x="105" y="177"/>
                    </a:cubicBezTo>
                    <a:close/>
                    <a:moveTo>
                      <a:pt x="93" y="185"/>
                    </a:moveTo>
                    <a:cubicBezTo>
                      <a:pt x="94" y="185"/>
                      <a:pt x="94" y="186"/>
                      <a:pt x="93" y="187"/>
                    </a:cubicBezTo>
                    <a:cubicBezTo>
                      <a:pt x="93" y="187"/>
                      <a:pt x="93" y="187"/>
                      <a:pt x="93" y="187"/>
                    </a:cubicBezTo>
                    <a:cubicBezTo>
                      <a:pt x="92" y="187"/>
                      <a:pt x="92" y="187"/>
                      <a:pt x="91" y="186"/>
                    </a:cubicBezTo>
                    <a:cubicBezTo>
                      <a:pt x="91" y="186"/>
                      <a:pt x="91" y="186"/>
                      <a:pt x="91" y="186"/>
                    </a:cubicBezTo>
                    <a:cubicBezTo>
                      <a:pt x="91" y="186"/>
                      <a:pt x="91" y="185"/>
                      <a:pt x="92" y="184"/>
                    </a:cubicBezTo>
                    <a:cubicBezTo>
                      <a:pt x="92" y="184"/>
                      <a:pt x="92" y="184"/>
                      <a:pt x="92" y="184"/>
                    </a:cubicBezTo>
                    <a:cubicBezTo>
                      <a:pt x="92" y="184"/>
                      <a:pt x="92" y="184"/>
                      <a:pt x="92" y="184"/>
                    </a:cubicBezTo>
                    <a:cubicBezTo>
                      <a:pt x="92" y="184"/>
                      <a:pt x="92" y="184"/>
                      <a:pt x="92" y="184"/>
                    </a:cubicBezTo>
                    <a:cubicBezTo>
                      <a:pt x="93" y="184"/>
                      <a:pt x="93" y="184"/>
                      <a:pt x="93" y="185"/>
                    </a:cubicBezTo>
                    <a:close/>
                    <a:moveTo>
                      <a:pt x="82" y="192"/>
                    </a:moveTo>
                    <a:cubicBezTo>
                      <a:pt x="82" y="193"/>
                      <a:pt x="82" y="193"/>
                      <a:pt x="82" y="194"/>
                    </a:cubicBezTo>
                    <a:cubicBezTo>
                      <a:pt x="82" y="194"/>
                      <a:pt x="82" y="194"/>
                      <a:pt x="82" y="194"/>
                    </a:cubicBezTo>
                    <a:cubicBezTo>
                      <a:pt x="81" y="194"/>
                      <a:pt x="80" y="194"/>
                      <a:pt x="80" y="194"/>
                    </a:cubicBezTo>
                    <a:cubicBezTo>
                      <a:pt x="80" y="194"/>
                      <a:pt x="80" y="194"/>
                      <a:pt x="80" y="194"/>
                    </a:cubicBezTo>
                    <a:cubicBezTo>
                      <a:pt x="79" y="193"/>
                      <a:pt x="80" y="192"/>
                      <a:pt x="80" y="192"/>
                    </a:cubicBezTo>
                    <a:cubicBezTo>
                      <a:pt x="80" y="192"/>
                      <a:pt x="80" y="192"/>
                      <a:pt x="80" y="192"/>
                    </a:cubicBezTo>
                    <a:cubicBezTo>
                      <a:pt x="80" y="192"/>
                      <a:pt x="81" y="191"/>
                      <a:pt x="81" y="191"/>
                    </a:cubicBezTo>
                    <a:cubicBezTo>
                      <a:pt x="81" y="191"/>
                      <a:pt x="81" y="191"/>
                      <a:pt x="81" y="191"/>
                    </a:cubicBezTo>
                    <a:cubicBezTo>
                      <a:pt x="81" y="191"/>
                      <a:pt x="82" y="192"/>
                      <a:pt x="82" y="192"/>
                    </a:cubicBezTo>
                    <a:close/>
                    <a:moveTo>
                      <a:pt x="71" y="199"/>
                    </a:moveTo>
                    <a:cubicBezTo>
                      <a:pt x="71" y="200"/>
                      <a:pt x="71" y="201"/>
                      <a:pt x="70" y="201"/>
                    </a:cubicBezTo>
                    <a:cubicBezTo>
                      <a:pt x="70" y="201"/>
                      <a:pt x="70" y="201"/>
                      <a:pt x="70" y="201"/>
                    </a:cubicBezTo>
                    <a:cubicBezTo>
                      <a:pt x="70" y="202"/>
                      <a:pt x="69" y="202"/>
                      <a:pt x="69" y="201"/>
                    </a:cubicBezTo>
                    <a:cubicBezTo>
                      <a:pt x="69" y="201"/>
                      <a:pt x="69" y="201"/>
                      <a:pt x="69" y="201"/>
                    </a:cubicBezTo>
                    <a:cubicBezTo>
                      <a:pt x="68" y="200"/>
                      <a:pt x="68" y="199"/>
                      <a:pt x="69" y="199"/>
                    </a:cubicBezTo>
                    <a:cubicBezTo>
                      <a:pt x="69" y="199"/>
                      <a:pt x="69" y="199"/>
                      <a:pt x="69" y="199"/>
                    </a:cubicBezTo>
                    <a:cubicBezTo>
                      <a:pt x="69" y="199"/>
                      <a:pt x="69" y="199"/>
                      <a:pt x="70" y="199"/>
                    </a:cubicBezTo>
                    <a:cubicBezTo>
                      <a:pt x="70" y="199"/>
                      <a:pt x="70" y="199"/>
                      <a:pt x="70" y="199"/>
                    </a:cubicBezTo>
                    <a:cubicBezTo>
                      <a:pt x="70" y="199"/>
                      <a:pt x="71" y="199"/>
                      <a:pt x="71" y="199"/>
                    </a:cubicBezTo>
                    <a:close/>
                    <a:moveTo>
                      <a:pt x="59" y="207"/>
                    </a:moveTo>
                    <a:cubicBezTo>
                      <a:pt x="60" y="207"/>
                      <a:pt x="60" y="208"/>
                      <a:pt x="59" y="209"/>
                    </a:cubicBezTo>
                    <a:cubicBezTo>
                      <a:pt x="59" y="209"/>
                      <a:pt x="59" y="209"/>
                      <a:pt x="59" y="209"/>
                    </a:cubicBezTo>
                    <a:cubicBezTo>
                      <a:pt x="58" y="209"/>
                      <a:pt x="58" y="209"/>
                      <a:pt x="57" y="208"/>
                    </a:cubicBezTo>
                    <a:cubicBezTo>
                      <a:pt x="57" y="208"/>
                      <a:pt x="57" y="208"/>
                      <a:pt x="57" y="208"/>
                    </a:cubicBezTo>
                    <a:cubicBezTo>
                      <a:pt x="57" y="208"/>
                      <a:pt x="57" y="207"/>
                      <a:pt x="58" y="206"/>
                    </a:cubicBezTo>
                    <a:cubicBezTo>
                      <a:pt x="58" y="206"/>
                      <a:pt x="58" y="206"/>
                      <a:pt x="58" y="206"/>
                    </a:cubicBezTo>
                    <a:cubicBezTo>
                      <a:pt x="58" y="206"/>
                      <a:pt x="58" y="206"/>
                      <a:pt x="58" y="206"/>
                    </a:cubicBezTo>
                    <a:cubicBezTo>
                      <a:pt x="58" y="206"/>
                      <a:pt x="58" y="206"/>
                      <a:pt x="58" y="206"/>
                    </a:cubicBezTo>
                    <a:cubicBezTo>
                      <a:pt x="59" y="206"/>
                      <a:pt x="59" y="206"/>
                      <a:pt x="59" y="207"/>
                    </a:cubicBezTo>
                    <a:close/>
                    <a:moveTo>
                      <a:pt x="48" y="214"/>
                    </a:moveTo>
                    <a:cubicBezTo>
                      <a:pt x="49" y="215"/>
                      <a:pt x="48" y="216"/>
                      <a:pt x="48" y="216"/>
                    </a:cubicBezTo>
                    <a:cubicBezTo>
                      <a:pt x="48" y="216"/>
                      <a:pt x="48" y="216"/>
                      <a:pt x="48" y="216"/>
                    </a:cubicBezTo>
                    <a:cubicBezTo>
                      <a:pt x="47" y="216"/>
                      <a:pt x="46" y="216"/>
                      <a:pt x="46" y="216"/>
                    </a:cubicBezTo>
                    <a:cubicBezTo>
                      <a:pt x="46" y="216"/>
                      <a:pt x="46" y="216"/>
                      <a:pt x="46" y="216"/>
                    </a:cubicBezTo>
                    <a:cubicBezTo>
                      <a:pt x="46" y="215"/>
                      <a:pt x="46" y="214"/>
                      <a:pt x="46" y="214"/>
                    </a:cubicBezTo>
                    <a:cubicBezTo>
                      <a:pt x="46" y="214"/>
                      <a:pt x="46" y="214"/>
                      <a:pt x="46" y="214"/>
                    </a:cubicBezTo>
                    <a:cubicBezTo>
                      <a:pt x="47" y="214"/>
                      <a:pt x="47" y="214"/>
                      <a:pt x="47" y="214"/>
                    </a:cubicBezTo>
                    <a:cubicBezTo>
                      <a:pt x="47" y="214"/>
                      <a:pt x="47" y="214"/>
                      <a:pt x="47" y="214"/>
                    </a:cubicBezTo>
                    <a:cubicBezTo>
                      <a:pt x="47" y="214"/>
                      <a:pt x="48" y="214"/>
                      <a:pt x="48" y="214"/>
                    </a:cubicBezTo>
                    <a:close/>
                    <a:moveTo>
                      <a:pt x="37" y="222"/>
                    </a:moveTo>
                    <a:cubicBezTo>
                      <a:pt x="37" y="222"/>
                      <a:pt x="37" y="223"/>
                      <a:pt x="36" y="223"/>
                    </a:cubicBezTo>
                    <a:cubicBezTo>
                      <a:pt x="36" y="223"/>
                      <a:pt x="36" y="223"/>
                      <a:pt x="36" y="223"/>
                    </a:cubicBezTo>
                    <a:cubicBezTo>
                      <a:pt x="36" y="224"/>
                      <a:pt x="35" y="224"/>
                      <a:pt x="35" y="223"/>
                    </a:cubicBezTo>
                    <a:cubicBezTo>
                      <a:pt x="35" y="223"/>
                      <a:pt x="35" y="223"/>
                      <a:pt x="35" y="223"/>
                    </a:cubicBezTo>
                    <a:cubicBezTo>
                      <a:pt x="34" y="222"/>
                      <a:pt x="34" y="222"/>
                      <a:pt x="35" y="221"/>
                    </a:cubicBezTo>
                    <a:cubicBezTo>
                      <a:pt x="35" y="221"/>
                      <a:pt x="35" y="221"/>
                      <a:pt x="35" y="221"/>
                    </a:cubicBezTo>
                    <a:cubicBezTo>
                      <a:pt x="35" y="221"/>
                      <a:pt x="35" y="221"/>
                      <a:pt x="36" y="221"/>
                    </a:cubicBezTo>
                    <a:cubicBezTo>
                      <a:pt x="36" y="221"/>
                      <a:pt x="36" y="221"/>
                      <a:pt x="36" y="221"/>
                    </a:cubicBezTo>
                    <a:cubicBezTo>
                      <a:pt x="36" y="221"/>
                      <a:pt x="37" y="221"/>
                      <a:pt x="37" y="222"/>
                    </a:cubicBezTo>
                    <a:close/>
                    <a:moveTo>
                      <a:pt x="26" y="229"/>
                    </a:moveTo>
                    <a:cubicBezTo>
                      <a:pt x="26" y="230"/>
                      <a:pt x="26" y="230"/>
                      <a:pt x="25" y="231"/>
                    </a:cubicBezTo>
                    <a:cubicBezTo>
                      <a:pt x="25" y="231"/>
                      <a:pt x="25" y="231"/>
                      <a:pt x="25" y="231"/>
                    </a:cubicBezTo>
                    <a:cubicBezTo>
                      <a:pt x="25" y="231"/>
                      <a:pt x="24" y="231"/>
                      <a:pt x="23" y="230"/>
                    </a:cubicBezTo>
                    <a:cubicBezTo>
                      <a:pt x="23" y="230"/>
                      <a:pt x="23" y="230"/>
                      <a:pt x="23" y="230"/>
                    </a:cubicBezTo>
                    <a:cubicBezTo>
                      <a:pt x="23" y="230"/>
                      <a:pt x="23" y="229"/>
                      <a:pt x="24" y="228"/>
                    </a:cubicBezTo>
                    <a:cubicBezTo>
                      <a:pt x="24" y="228"/>
                      <a:pt x="24" y="228"/>
                      <a:pt x="24" y="228"/>
                    </a:cubicBezTo>
                    <a:cubicBezTo>
                      <a:pt x="24" y="228"/>
                      <a:pt x="24" y="228"/>
                      <a:pt x="24" y="228"/>
                    </a:cubicBezTo>
                    <a:cubicBezTo>
                      <a:pt x="24" y="228"/>
                      <a:pt x="24" y="228"/>
                      <a:pt x="24" y="228"/>
                    </a:cubicBezTo>
                    <a:cubicBezTo>
                      <a:pt x="25" y="228"/>
                      <a:pt x="25" y="228"/>
                      <a:pt x="26" y="229"/>
                    </a:cubicBezTo>
                    <a:close/>
                    <a:moveTo>
                      <a:pt x="14" y="236"/>
                    </a:moveTo>
                    <a:cubicBezTo>
                      <a:pt x="15" y="237"/>
                      <a:pt x="14" y="238"/>
                      <a:pt x="14" y="238"/>
                    </a:cubicBezTo>
                    <a:cubicBezTo>
                      <a:pt x="14" y="238"/>
                      <a:pt x="14" y="238"/>
                      <a:pt x="14" y="238"/>
                    </a:cubicBezTo>
                    <a:cubicBezTo>
                      <a:pt x="13" y="239"/>
                      <a:pt x="12" y="238"/>
                      <a:pt x="12" y="238"/>
                    </a:cubicBezTo>
                    <a:cubicBezTo>
                      <a:pt x="12" y="238"/>
                      <a:pt x="12" y="238"/>
                      <a:pt x="12" y="238"/>
                    </a:cubicBezTo>
                    <a:cubicBezTo>
                      <a:pt x="12" y="237"/>
                      <a:pt x="12" y="236"/>
                      <a:pt x="12" y="236"/>
                    </a:cubicBezTo>
                    <a:cubicBezTo>
                      <a:pt x="12" y="236"/>
                      <a:pt x="12" y="236"/>
                      <a:pt x="12" y="236"/>
                    </a:cubicBezTo>
                    <a:cubicBezTo>
                      <a:pt x="13" y="236"/>
                      <a:pt x="13" y="236"/>
                      <a:pt x="13" y="236"/>
                    </a:cubicBezTo>
                    <a:cubicBezTo>
                      <a:pt x="13" y="236"/>
                      <a:pt x="13" y="236"/>
                      <a:pt x="13" y="236"/>
                    </a:cubicBezTo>
                    <a:cubicBezTo>
                      <a:pt x="14" y="236"/>
                      <a:pt x="14" y="236"/>
                      <a:pt x="14" y="236"/>
                    </a:cubicBezTo>
                    <a:close/>
                    <a:moveTo>
                      <a:pt x="3" y="244"/>
                    </a:moveTo>
                    <a:cubicBezTo>
                      <a:pt x="3" y="244"/>
                      <a:pt x="3" y="245"/>
                      <a:pt x="3" y="245"/>
                    </a:cubicBezTo>
                    <a:cubicBezTo>
                      <a:pt x="3" y="245"/>
                      <a:pt x="3" y="245"/>
                      <a:pt x="3" y="245"/>
                    </a:cubicBezTo>
                    <a:cubicBezTo>
                      <a:pt x="2" y="246"/>
                      <a:pt x="1" y="246"/>
                      <a:pt x="1" y="245"/>
                    </a:cubicBezTo>
                    <a:cubicBezTo>
                      <a:pt x="1" y="245"/>
                      <a:pt x="1" y="245"/>
                      <a:pt x="1" y="245"/>
                    </a:cubicBezTo>
                    <a:cubicBezTo>
                      <a:pt x="0" y="244"/>
                      <a:pt x="0" y="244"/>
                      <a:pt x="1" y="243"/>
                    </a:cubicBezTo>
                    <a:cubicBezTo>
                      <a:pt x="1" y="243"/>
                      <a:pt x="1" y="243"/>
                      <a:pt x="1" y="243"/>
                    </a:cubicBezTo>
                    <a:cubicBezTo>
                      <a:pt x="1" y="243"/>
                      <a:pt x="2" y="243"/>
                      <a:pt x="2" y="243"/>
                    </a:cubicBezTo>
                    <a:cubicBezTo>
                      <a:pt x="2" y="243"/>
                      <a:pt x="2" y="243"/>
                      <a:pt x="2" y="243"/>
                    </a:cubicBezTo>
                    <a:cubicBezTo>
                      <a:pt x="2" y="243"/>
                      <a:pt x="3" y="243"/>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6" name="Google Shape;526;p9"/>
              <p:cNvSpPr/>
              <p:nvPr/>
            </p:nvSpPr>
            <p:spPr>
              <a:xfrm>
                <a:off x="18509277" y="2645018"/>
                <a:ext cx="19581" cy="11748"/>
              </a:xfrm>
              <a:custGeom>
                <a:avLst/>
                <a:gdLst/>
                <a:ahLst/>
                <a:cxnLst/>
                <a:rect l="l" t="t" r="r" b="b"/>
                <a:pathLst>
                  <a:path w="3" h="2" extrusionOk="0">
                    <a:moveTo>
                      <a:pt x="1" y="0"/>
                    </a:moveTo>
                    <a:cubicBezTo>
                      <a:pt x="1" y="0"/>
                      <a:pt x="2" y="0"/>
                      <a:pt x="2" y="0"/>
                    </a:cubicBezTo>
                    <a:cubicBezTo>
                      <a:pt x="2" y="0"/>
                      <a:pt x="2" y="0"/>
                      <a:pt x="2" y="0"/>
                    </a:cubicBezTo>
                    <a:cubicBezTo>
                      <a:pt x="2" y="0"/>
                      <a:pt x="3" y="1"/>
                      <a:pt x="3" y="1"/>
                    </a:cubicBezTo>
                    <a:cubicBezTo>
                      <a:pt x="3" y="1"/>
                      <a:pt x="3" y="1"/>
                      <a:pt x="3" y="1"/>
                    </a:cubicBezTo>
                    <a:cubicBezTo>
                      <a:pt x="2" y="2"/>
                      <a:pt x="2" y="2"/>
                      <a:pt x="2" y="2"/>
                    </a:cubicBezTo>
                    <a:cubicBezTo>
                      <a:pt x="2" y="2"/>
                      <a:pt x="1" y="2"/>
                      <a:pt x="1" y="2"/>
                    </a:cubicBezTo>
                    <a:cubicBezTo>
                      <a:pt x="1" y="2"/>
                      <a:pt x="0" y="2"/>
                      <a:pt x="0" y="2"/>
                    </a:cubicBezTo>
                    <a:cubicBezTo>
                      <a:pt x="0" y="2"/>
                      <a:pt x="0" y="2"/>
                      <a:pt x="0" y="1"/>
                    </a:cubicBezTo>
                    <a:cubicBezTo>
                      <a:pt x="0" y="1"/>
                      <a:pt x="0" y="1"/>
                      <a:pt x="0" y="1"/>
                    </a:cubicBezTo>
                    <a:cubicBezTo>
                      <a:pt x="0" y="1"/>
                      <a:pt x="0" y="0"/>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27" name="Google Shape;527;p9"/>
          <p:cNvGrpSpPr/>
          <p:nvPr/>
        </p:nvGrpSpPr>
        <p:grpSpPr>
          <a:xfrm rot="10800000">
            <a:off x="-1845654" y="-2850054"/>
            <a:ext cx="12179898" cy="10865307"/>
            <a:chOff x="-1961279" y="-2850054"/>
            <a:chExt cx="12179898" cy="10865307"/>
          </a:xfrm>
        </p:grpSpPr>
        <p:sp>
          <p:nvSpPr>
            <p:cNvPr id="528" name="Google Shape;528;p9"/>
            <p:cNvSpPr/>
            <p:nvPr/>
          </p:nvSpPr>
          <p:spPr>
            <a:xfrm>
              <a:off x="7677062" y="1504352"/>
              <a:ext cx="2541557" cy="2005043"/>
            </a:xfrm>
            <a:custGeom>
              <a:avLst/>
              <a:gdLst/>
              <a:ahLst/>
              <a:cxnLst/>
              <a:rect l="l" t="t" r="r" b="b"/>
              <a:pathLst>
                <a:path w="649" h="512" extrusionOk="0">
                  <a:moveTo>
                    <a:pt x="22" y="409"/>
                  </a:moveTo>
                  <a:lnTo>
                    <a:pt x="649" y="0"/>
                  </a:lnTo>
                  <a:lnTo>
                    <a:pt x="627" y="103"/>
                  </a:lnTo>
                  <a:lnTo>
                    <a:pt x="0" y="512"/>
                  </a:lnTo>
                  <a:lnTo>
                    <a:pt x="22" y="40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29" name="Google Shape;529;p9"/>
            <p:cNvGrpSpPr/>
            <p:nvPr/>
          </p:nvGrpSpPr>
          <p:grpSpPr>
            <a:xfrm>
              <a:off x="5815905" y="-1398759"/>
              <a:ext cx="3093729" cy="4362535"/>
              <a:chOff x="5815905" y="-1398759"/>
              <a:chExt cx="3093729" cy="4362535"/>
            </a:xfrm>
          </p:grpSpPr>
          <p:sp>
            <p:nvSpPr>
              <p:cNvPr id="530" name="Google Shape;530;p9"/>
              <p:cNvSpPr/>
              <p:nvPr/>
            </p:nvSpPr>
            <p:spPr>
              <a:xfrm>
                <a:off x="5882479" y="-1320437"/>
                <a:ext cx="3027155" cy="4284213"/>
              </a:xfrm>
              <a:custGeom>
                <a:avLst/>
                <a:gdLst/>
                <a:ahLst/>
                <a:cxnLst/>
                <a:rect l="l" t="t" r="r" b="b"/>
                <a:pathLst>
                  <a:path w="773" h="1094" extrusionOk="0">
                    <a:moveTo>
                      <a:pt x="146" y="409"/>
                    </a:moveTo>
                    <a:lnTo>
                      <a:pt x="773" y="0"/>
                    </a:lnTo>
                    <a:lnTo>
                      <a:pt x="627" y="686"/>
                    </a:lnTo>
                    <a:lnTo>
                      <a:pt x="0" y="1094"/>
                    </a:lnTo>
                    <a:lnTo>
                      <a:pt x="146" y="409"/>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1" name="Google Shape;531;p9"/>
              <p:cNvSpPr/>
              <p:nvPr/>
            </p:nvSpPr>
            <p:spPr>
              <a:xfrm>
                <a:off x="5815905" y="-1398759"/>
                <a:ext cx="3031071" cy="4299878"/>
              </a:xfrm>
              <a:custGeom>
                <a:avLst/>
                <a:gdLst/>
                <a:ahLst/>
                <a:cxnLst/>
                <a:rect l="l" t="t" r="r" b="b"/>
                <a:pathLst>
                  <a:path w="774" h="1098" extrusionOk="0">
                    <a:moveTo>
                      <a:pt x="0" y="1098"/>
                    </a:moveTo>
                    <a:lnTo>
                      <a:pt x="0" y="1095"/>
                    </a:lnTo>
                    <a:lnTo>
                      <a:pt x="144" y="410"/>
                    </a:lnTo>
                    <a:lnTo>
                      <a:pt x="146" y="410"/>
                    </a:lnTo>
                    <a:lnTo>
                      <a:pt x="774" y="0"/>
                    </a:lnTo>
                    <a:lnTo>
                      <a:pt x="773" y="1"/>
                    </a:lnTo>
                    <a:lnTo>
                      <a:pt x="628" y="688"/>
                    </a:lnTo>
                    <a:lnTo>
                      <a:pt x="628" y="688"/>
                    </a:lnTo>
                    <a:lnTo>
                      <a:pt x="0" y="1098"/>
                    </a:lnTo>
                    <a:close/>
                    <a:moveTo>
                      <a:pt x="147" y="411"/>
                    </a:moveTo>
                    <a:lnTo>
                      <a:pt x="1" y="1093"/>
                    </a:lnTo>
                    <a:lnTo>
                      <a:pt x="627" y="687"/>
                    </a:lnTo>
                    <a:lnTo>
                      <a:pt x="771" y="5"/>
                    </a:lnTo>
                    <a:lnTo>
                      <a:pt x="147" y="41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32" name="Google Shape;532;p9"/>
            <p:cNvSpPr/>
            <p:nvPr/>
          </p:nvSpPr>
          <p:spPr>
            <a:xfrm>
              <a:off x="5830673" y="2144616"/>
              <a:ext cx="4141151" cy="5870637"/>
            </a:xfrm>
            <a:custGeom>
              <a:avLst/>
              <a:gdLst/>
              <a:ahLst/>
              <a:cxnLst/>
              <a:rect l="l" t="t" r="r" b="b"/>
              <a:pathLst>
                <a:path w="771" h="1093" extrusionOk="0">
                  <a:moveTo>
                    <a:pt x="144" y="408"/>
                  </a:moveTo>
                  <a:lnTo>
                    <a:pt x="771" y="0"/>
                  </a:lnTo>
                  <a:lnTo>
                    <a:pt x="625" y="685"/>
                  </a:lnTo>
                  <a:lnTo>
                    <a:pt x="0" y="1093"/>
                  </a:lnTo>
                  <a:lnTo>
                    <a:pt x="144" y="40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3" name="Google Shape;533;p9"/>
            <p:cNvSpPr/>
            <p:nvPr/>
          </p:nvSpPr>
          <p:spPr>
            <a:xfrm>
              <a:off x="-1961279" y="780171"/>
              <a:ext cx="2537641" cy="2001127"/>
            </a:xfrm>
            <a:custGeom>
              <a:avLst/>
              <a:gdLst/>
              <a:ahLst/>
              <a:cxnLst/>
              <a:rect l="l" t="t" r="r" b="b"/>
              <a:pathLst>
                <a:path w="648" h="511" extrusionOk="0">
                  <a:moveTo>
                    <a:pt x="21" y="408"/>
                  </a:moveTo>
                  <a:lnTo>
                    <a:pt x="648" y="0"/>
                  </a:lnTo>
                  <a:lnTo>
                    <a:pt x="627" y="103"/>
                  </a:lnTo>
                  <a:lnTo>
                    <a:pt x="0" y="511"/>
                  </a:lnTo>
                  <a:lnTo>
                    <a:pt x="21" y="40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4" name="Google Shape;534;p9"/>
            <p:cNvSpPr/>
            <p:nvPr/>
          </p:nvSpPr>
          <p:spPr>
            <a:xfrm>
              <a:off x="-422247" y="-2850054"/>
              <a:ext cx="3027155" cy="4280297"/>
            </a:xfrm>
            <a:custGeom>
              <a:avLst/>
              <a:gdLst/>
              <a:ahLst/>
              <a:cxnLst/>
              <a:rect l="l" t="t" r="r" b="b"/>
              <a:pathLst>
                <a:path w="773" h="1093" extrusionOk="0">
                  <a:moveTo>
                    <a:pt x="146" y="408"/>
                  </a:moveTo>
                  <a:lnTo>
                    <a:pt x="773" y="0"/>
                  </a:lnTo>
                  <a:lnTo>
                    <a:pt x="627" y="685"/>
                  </a:lnTo>
                  <a:lnTo>
                    <a:pt x="0" y="1093"/>
                  </a:lnTo>
                  <a:lnTo>
                    <a:pt x="146" y="40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35" name="Google Shape;535;p9"/>
          <p:cNvSpPr txBox="1">
            <a:spLocks noGrp="1"/>
          </p:cNvSpPr>
          <p:nvPr>
            <p:ph type="title"/>
          </p:nvPr>
        </p:nvSpPr>
        <p:spPr>
          <a:xfrm>
            <a:off x="2241425" y="129310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36" name="Google Shape;536;p9"/>
          <p:cNvSpPr txBox="1">
            <a:spLocks noGrp="1"/>
          </p:cNvSpPr>
          <p:nvPr>
            <p:ph type="subTitle" idx="1"/>
          </p:nvPr>
        </p:nvSpPr>
        <p:spPr>
          <a:xfrm>
            <a:off x="2241475" y="2168600"/>
            <a:ext cx="4661100" cy="16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610"/>
        <p:cNvGrpSpPr/>
        <p:nvPr/>
      </p:nvGrpSpPr>
      <p:grpSpPr>
        <a:xfrm>
          <a:off x="0" y="0"/>
          <a:ext cx="0" cy="0"/>
          <a:chOff x="0" y="0"/>
          <a:chExt cx="0" cy="0"/>
        </a:xfrm>
      </p:grpSpPr>
      <p:grpSp>
        <p:nvGrpSpPr>
          <p:cNvPr id="611" name="Google Shape;611;p13"/>
          <p:cNvGrpSpPr/>
          <p:nvPr/>
        </p:nvGrpSpPr>
        <p:grpSpPr>
          <a:xfrm>
            <a:off x="-1817629" y="-2162227"/>
            <a:ext cx="12738451" cy="5687513"/>
            <a:chOff x="-1817629" y="-2162227"/>
            <a:chExt cx="12738451" cy="5687513"/>
          </a:xfrm>
        </p:grpSpPr>
        <p:sp>
          <p:nvSpPr>
            <p:cNvPr id="612" name="Google Shape;612;p13"/>
            <p:cNvSpPr/>
            <p:nvPr/>
          </p:nvSpPr>
          <p:spPr>
            <a:xfrm>
              <a:off x="8607730" y="1417434"/>
              <a:ext cx="1942050" cy="1532093"/>
            </a:xfrm>
            <a:custGeom>
              <a:avLst/>
              <a:gdLst/>
              <a:ahLst/>
              <a:cxnLst/>
              <a:rect l="l" t="t" r="r" b="b"/>
              <a:pathLst>
                <a:path w="649" h="512" extrusionOk="0">
                  <a:moveTo>
                    <a:pt x="22" y="409"/>
                  </a:moveTo>
                  <a:lnTo>
                    <a:pt x="649" y="0"/>
                  </a:lnTo>
                  <a:lnTo>
                    <a:pt x="627" y="103"/>
                  </a:lnTo>
                  <a:lnTo>
                    <a:pt x="0" y="512"/>
                  </a:lnTo>
                  <a:lnTo>
                    <a:pt x="22" y="40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3" name="Google Shape;613;p13"/>
            <p:cNvSpPr/>
            <p:nvPr/>
          </p:nvSpPr>
          <p:spPr>
            <a:xfrm>
              <a:off x="8479769" y="-495977"/>
              <a:ext cx="2313104" cy="3273653"/>
            </a:xfrm>
            <a:custGeom>
              <a:avLst/>
              <a:gdLst/>
              <a:ahLst/>
              <a:cxnLst/>
              <a:rect l="l" t="t" r="r" b="b"/>
              <a:pathLst>
                <a:path w="773" h="1094" extrusionOk="0">
                  <a:moveTo>
                    <a:pt x="146" y="409"/>
                  </a:moveTo>
                  <a:lnTo>
                    <a:pt x="773" y="0"/>
                  </a:lnTo>
                  <a:lnTo>
                    <a:pt x="627" y="686"/>
                  </a:lnTo>
                  <a:lnTo>
                    <a:pt x="0" y="1094"/>
                  </a:lnTo>
                  <a:lnTo>
                    <a:pt x="146" y="409"/>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4" name="Google Shape;614;p13"/>
            <p:cNvSpPr/>
            <p:nvPr/>
          </p:nvSpPr>
          <p:spPr>
            <a:xfrm>
              <a:off x="8428898" y="-555825"/>
              <a:ext cx="2316096" cy="3285622"/>
            </a:xfrm>
            <a:custGeom>
              <a:avLst/>
              <a:gdLst/>
              <a:ahLst/>
              <a:cxnLst/>
              <a:rect l="l" t="t" r="r" b="b"/>
              <a:pathLst>
                <a:path w="774" h="1098" extrusionOk="0">
                  <a:moveTo>
                    <a:pt x="0" y="1098"/>
                  </a:moveTo>
                  <a:lnTo>
                    <a:pt x="0" y="1095"/>
                  </a:lnTo>
                  <a:lnTo>
                    <a:pt x="144" y="410"/>
                  </a:lnTo>
                  <a:lnTo>
                    <a:pt x="146" y="410"/>
                  </a:lnTo>
                  <a:lnTo>
                    <a:pt x="774" y="0"/>
                  </a:lnTo>
                  <a:lnTo>
                    <a:pt x="773" y="1"/>
                  </a:lnTo>
                  <a:lnTo>
                    <a:pt x="628" y="688"/>
                  </a:lnTo>
                  <a:lnTo>
                    <a:pt x="628" y="688"/>
                  </a:lnTo>
                  <a:lnTo>
                    <a:pt x="0" y="1098"/>
                  </a:lnTo>
                  <a:close/>
                  <a:moveTo>
                    <a:pt x="147" y="411"/>
                  </a:moveTo>
                  <a:lnTo>
                    <a:pt x="1" y="1093"/>
                  </a:lnTo>
                  <a:lnTo>
                    <a:pt x="627" y="687"/>
                  </a:lnTo>
                  <a:lnTo>
                    <a:pt x="771" y="5"/>
                  </a:lnTo>
                  <a:lnTo>
                    <a:pt x="147" y="41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5" name="Google Shape;615;p13"/>
            <p:cNvSpPr/>
            <p:nvPr/>
          </p:nvSpPr>
          <p:spPr>
            <a:xfrm>
              <a:off x="8607719" y="-2162227"/>
              <a:ext cx="2313104" cy="3273653"/>
            </a:xfrm>
            <a:custGeom>
              <a:avLst/>
              <a:gdLst/>
              <a:ahLst/>
              <a:cxnLst/>
              <a:rect l="l" t="t" r="r" b="b"/>
              <a:pathLst>
                <a:path w="773" h="1094" extrusionOk="0">
                  <a:moveTo>
                    <a:pt x="146" y="409"/>
                  </a:moveTo>
                  <a:lnTo>
                    <a:pt x="773" y="0"/>
                  </a:lnTo>
                  <a:lnTo>
                    <a:pt x="627" y="686"/>
                  </a:lnTo>
                  <a:lnTo>
                    <a:pt x="0" y="1094"/>
                  </a:lnTo>
                  <a:lnTo>
                    <a:pt x="146" y="409"/>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16" name="Google Shape;616;p13"/>
            <p:cNvGrpSpPr/>
            <p:nvPr/>
          </p:nvGrpSpPr>
          <p:grpSpPr>
            <a:xfrm rot="10800000">
              <a:off x="-1206931" y="1175626"/>
              <a:ext cx="1683928" cy="2349660"/>
              <a:chOff x="-1107581" y="1955801"/>
              <a:chExt cx="1683928" cy="2349660"/>
            </a:xfrm>
          </p:grpSpPr>
          <p:sp>
            <p:nvSpPr>
              <p:cNvPr id="617" name="Google Shape;617;p13"/>
              <p:cNvSpPr/>
              <p:nvPr/>
            </p:nvSpPr>
            <p:spPr>
              <a:xfrm>
                <a:off x="-1052755" y="1994962"/>
                <a:ext cx="1629103" cy="2310499"/>
              </a:xfrm>
              <a:custGeom>
                <a:avLst/>
                <a:gdLst/>
                <a:ahLst/>
                <a:cxnLst/>
                <a:rect l="l" t="t" r="r" b="b"/>
                <a:pathLst>
                  <a:path w="416" h="590" extrusionOk="0">
                    <a:moveTo>
                      <a:pt x="79" y="219"/>
                    </a:moveTo>
                    <a:lnTo>
                      <a:pt x="416" y="0"/>
                    </a:lnTo>
                    <a:lnTo>
                      <a:pt x="413" y="321"/>
                    </a:lnTo>
                    <a:lnTo>
                      <a:pt x="0" y="590"/>
                    </a:lnTo>
                    <a:lnTo>
                      <a:pt x="79" y="219"/>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8" name="Google Shape;618;p13"/>
              <p:cNvSpPr/>
              <p:nvPr/>
            </p:nvSpPr>
            <p:spPr>
              <a:xfrm>
                <a:off x="-1107581" y="1955801"/>
                <a:ext cx="1640851" cy="2322247"/>
              </a:xfrm>
              <a:custGeom>
                <a:avLst/>
                <a:gdLst/>
                <a:ahLst/>
                <a:cxnLst/>
                <a:rect l="l" t="t" r="r" b="b"/>
                <a:pathLst>
                  <a:path w="419" h="593" extrusionOk="0">
                    <a:moveTo>
                      <a:pt x="0" y="593"/>
                    </a:moveTo>
                    <a:lnTo>
                      <a:pt x="1" y="592"/>
                    </a:lnTo>
                    <a:lnTo>
                      <a:pt x="79" y="222"/>
                    </a:lnTo>
                    <a:lnTo>
                      <a:pt x="419" y="0"/>
                    </a:lnTo>
                    <a:lnTo>
                      <a:pt x="419" y="2"/>
                    </a:lnTo>
                    <a:lnTo>
                      <a:pt x="416" y="323"/>
                    </a:lnTo>
                    <a:lnTo>
                      <a:pt x="416" y="324"/>
                    </a:lnTo>
                    <a:lnTo>
                      <a:pt x="0" y="593"/>
                    </a:lnTo>
                    <a:close/>
                    <a:moveTo>
                      <a:pt x="81" y="222"/>
                    </a:moveTo>
                    <a:lnTo>
                      <a:pt x="3" y="589"/>
                    </a:lnTo>
                    <a:lnTo>
                      <a:pt x="413" y="323"/>
                    </a:lnTo>
                    <a:lnTo>
                      <a:pt x="418" y="3"/>
                    </a:lnTo>
                    <a:lnTo>
                      <a:pt x="81" y="222"/>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19" name="Google Shape;619;p13"/>
            <p:cNvSpPr/>
            <p:nvPr/>
          </p:nvSpPr>
          <p:spPr>
            <a:xfrm>
              <a:off x="-1817629" y="-4"/>
              <a:ext cx="2537641" cy="2001127"/>
            </a:xfrm>
            <a:custGeom>
              <a:avLst/>
              <a:gdLst/>
              <a:ahLst/>
              <a:cxnLst/>
              <a:rect l="l" t="t" r="r" b="b"/>
              <a:pathLst>
                <a:path w="648" h="511" extrusionOk="0">
                  <a:moveTo>
                    <a:pt x="21" y="408"/>
                  </a:moveTo>
                  <a:lnTo>
                    <a:pt x="648" y="0"/>
                  </a:lnTo>
                  <a:lnTo>
                    <a:pt x="627" y="103"/>
                  </a:lnTo>
                  <a:lnTo>
                    <a:pt x="0" y="511"/>
                  </a:lnTo>
                  <a:lnTo>
                    <a:pt x="21" y="40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20" name="Google Shape;620;p13"/>
          <p:cNvGrpSpPr/>
          <p:nvPr/>
        </p:nvGrpSpPr>
        <p:grpSpPr>
          <a:xfrm>
            <a:off x="-1350568" y="1798780"/>
            <a:ext cx="12241098" cy="4427059"/>
            <a:chOff x="-1350568" y="1798780"/>
            <a:chExt cx="12241098" cy="4427059"/>
          </a:xfrm>
        </p:grpSpPr>
        <p:grpSp>
          <p:nvGrpSpPr>
            <p:cNvPr id="621" name="Google Shape;621;p13"/>
            <p:cNvGrpSpPr/>
            <p:nvPr/>
          </p:nvGrpSpPr>
          <p:grpSpPr>
            <a:xfrm>
              <a:off x="8667251" y="1798780"/>
              <a:ext cx="2223279" cy="1229832"/>
              <a:chOff x="16053876" y="2645018"/>
              <a:chExt cx="2909670" cy="1609517"/>
            </a:xfrm>
          </p:grpSpPr>
          <p:sp>
            <p:nvSpPr>
              <p:cNvPr id="622" name="Google Shape;622;p13"/>
              <p:cNvSpPr/>
              <p:nvPr/>
            </p:nvSpPr>
            <p:spPr>
              <a:xfrm>
                <a:off x="16488564" y="4238870"/>
                <a:ext cx="19581" cy="15664"/>
              </a:xfrm>
              <a:custGeom>
                <a:avLst/>
                <a:gdLst/>
                <a:ahLst/>
                <a:cxnLst/>
                <a:rect l="l" t="t" r="r" b="b"/>
                <a:pathLst>
                  <a:path w="3" h="3" extrusionOk="0">
                    <a:moveTo>
                      <a:pt x="2" y="0"/>
                    </a:moveTo>
                    <a:cubicBezTo>
                      <a:pt x="2" y="0"/>
                      <a:pt x="2" y="1"/>
                      <a:pt x="2" y="1"/>
                    </a:cubicBezTo>
                    <a:cubicBezTo>
                      <a:pt x="3" y="1"/>
                      <a:pt x="3" y="1"/>
                      <a:pt x="3" y="2"/>
                    </a:cubicBezTo>
                    <a:cubicBezTo>
                      <a:pt x="3" y="2"/>
                      <a:pt x="3" y="2"/>
                      <a:pt x="2" y="3"/>
                    </a:cubicBezTo>
                    <a:cubicBezTo>
                      <a:pt x="2" y="3"/>
                      <a:pt x="1" y="3"/>
                      <a:pt x="1" y="3"/>
                    </a:cubicBezTo>
                    <a:cubicBezTo>
                      <a:pt x="0" y="2"/>
                      <a:pt x="0" y="2"/>
                      <a:pt x="0" y="2"/>
                    </a:cubicBezTo>
                    <a:cubicBezTo>
                      <a:pt x="0" y="1"/>
                      <a:pt x="0" y="1"/>
                      <a:pt x="1" y="1"/>
                    </a:cubicBezTo>
                    <a:cubicBezTo>
                      <a:pt x="1" y="1"/>
                      <a:pt x="1" y="1"/>
                      <a:pt x="1" y="0"/>
                    </a:cubicBezTo>
                    <a:cubicBezTo>
                      <a:pt x="1" y="0"/>
                      <a:pt x="1"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3" name="Google Shape;623;p13"/>
              <p:cNvSpPr/>
              <p:nvPr/>
            </p:nvSpPr>
            <p:spPr>
              <a:xfrm>
                <a:off x="16559054" y="2688095"/>
                <a:ext cx="2337917" cy="1523362"/>
              </a:xfrm>
              <a:custGeom>
                <a:avLst/>
                <a:gdLst/>
                <a:ahLst/>
                <a:cxnLst/>
                <a:rect l="l" t="t" r="r" b="b"/>
                <a:pathLst>
                  <a:path w="377" h="246" extrusionOk="0">
                    <a:moveTo>
                      <a:pt x="376" y="1"/>
                    </a:moveTo>
                    <a:cubicBezTo>
                      <a:pt x="377" y="1"/>
                      <a:pt x="376" y="2"/>
                      <a:pt x="376" y="2"/>
                    </a:cubicBezTo>
                    <a:cubicBezTo>
                      <a:pt x="376" y="2"/>
                      <a:pt x="376" y="2"/>
                      <a:pt x="376" y="2"/>
                    </a:cubicBezTo>
                    <a:cubicBezTo>
                      <a:pt x="375" y="3"/>
                      <a:pt x="374" y="3"/>
                      <a:pt x="374" y="2"/>
                    </a:cubicBezTo>
                    <a:cubicBezTo>
                      <a:pt x="374" y="2"/>
                      <a:pt x="374" y="2"/>
                      <a:pt x="374" y="2"/>
                    </a:cubicBezTo>
                    <a:cubicBezTo>
                      <a:pt x="374" y="1"/>
                      <a:pt x="374" y="1"/>
                      <a:pt x="374" y="0"/>
                    </a:cubicBezTo>
                    <a:cubicBezTo>
                      <a:pt x="374" y="0"/>
                      <a:pt x="374" y="0"/>
                      <a:pt x="374" y="0"/>
                    </a:cubicBezTo>
                    <a:cubicBezTo>
                      <a:pt x="375" y="0"/>
                      <a:pt x="375" y="0"/>
                      <a:pt x="375" y="0"/>
                    </a:cubicBezTo>
                    <a:cubicBezTo>
                      <a:pt x="375" y="0"/>
                      <a:pt x="375" y="0"/>
                      <a:pt x="375" y="0"/>
                    </a:cubicBezTo>
                    <a:cubicBezTo>
                      <a:pt x="375" y="0"/>
                      <a:pt x="376" y="0"/>
                      <a:pt x="376" y="1"/>
                    </a:cubicBezTo>
                    <a:close/>
                    <a:moveTo>
                      <a:pt x="365" y="8"/>
                    </a:moveTo>
                    <a:cubicBezTo>
                      <a:pt x="365" y="9"/>
                      <a:pt x="365" y="9"/>
                      <a:pt x="364" y="10"/>
                    </a:cubicBezTo>
                    <a:cubicBezTo>
                      <a:pt x="364" y="10"/>
                      <a:pt x="364" y="10"/>
                      <a:pt x="364" y="10"/>
                    </a:cubicBezTo>
                    <a:cubicBezTo>
                      <a:pt x="364" y="10"/>
                      <a:pt x="363" y="10"/>
                      <a:pt x="363" y="9"/>
                    </a:cubicBezTo>
                    <a:cubicBezTo>
                      <a:pt x="363" y="9"/>
                      <a:pt x="363" y="9"/>
                      <a:pt x="363" y="9"/>
                    </a:cubicBezTo>
                    <a:cubicBezTo>
                      <a:pt x="362" y="9"/>
                      <a:pt x="362" y="8"/>
                      <a:pt x="363" y="8"/>
                    </a:cubicBezTo>
                    <a:cubicBezTo>
                      <a:pt x="363" y="8"/>
                      <a:pt x="363" y="8"/>
                      <a:pt x="363" y="8"/>
                    </a:cubicBezTo>
                    <a:cubicBezTo>
                      <a:pt x="363" y="7"/>
                      <a:pt x="363" y="7"/>
                      <a:pt x="364" y="7"/>
                    </a:cubicBezTo>
                    <a:cubicBezTo>
                      <a:pt x="364" y="7"/>
                      <a:pt x="364" y="7"/>
                      <a:pt x="364" y="7"/>
                    </a:cubicBezTo>
                    <a:cubicBezTo>
                      <a:pt x="364" y="7"/>
                      <a:pt x="365" y="8"/>
                      <a:pt x="365" y="8"/>
                    </a:cubicBezTo>
                    <a:close/>
                    <a:moveTo>
                      <a:pt x="354" y="15"/>
                    </a:moveTo>
                    <a:cubicBezTo>
                      <a:pt x="354" y="16"/>
                      <a:pt x="354" y="17"/>
                      <a:pt x="353" y="17"/>
                    </a:cubicBezTo>
                    <a:cubicBezTo>
                      <a:pt x="353" y="17"/>
                      <a:pt x="353" y="17"/>
                      <a:pt x="353" y="17"/>
                    </a:cubicBezTo>
                    <a:cubicBezTo>
                      <a:pt x="353" y="18"/>
                      <a:pt x="352" y="17"/>
                      <a:pt x="351" y="17"/>
                    </a:cubicBezTo>
                    <a:cubicBezTo>
                      <a:pt x="351" y="17"/>
                      <a:pt x="351" y="17"/>
                      <a:pt x="351" y="17"/>
                    </a:cubicBezTo>
                    <a:cubicBezTo>
                      <a:pt x="351" y="16"/>
                      <a:pt x="351" y="15"/>
                      <a:pt x="352" y="15"/>
                    </a:cubicBezTo>
                    <a:cubicBezTo>
                      <a:pt x="352" y="15"/>
                      <a:pt x="352" y="15"/>
                      <a:pt x="352" y="15"/>
                    </a:cubicBezTo>
                    <a:cubicBezTo>
                      <a:pt x="352" y="15"/>
                      <a:pt x="352" y="15"/>
                      <a:pt x="352" y="15"/>
                    </a:cubicBezTo>
                    <a:cubicBezTo>
                      <a:pt x="352" y="15"/>
                      <a:pt x="352" y="15"/>
                      <a:pt x="352" y="15"/>
                    </a:cubicBezTo>
                    <a:cubicBezTo>
                      <a:pt x="353" y="15"/>
                      <a:pt x="353" y="15"/>
                      <a:pt x="354" y="15"/>
                    </a:cubicBezTo>
                    <a:close/>
                    <a:moveTo>
                      <a:pt x="342" y="23"/>
                    </a:moveTo>
                    <a:cubicBezTo>
                      <a:pt x="343" y="23"/>
                      <a:pt x="342" y="24"/>
                      <a:pt x="342" y="24"/>
                    </a:cubicBezTo>
                    <a:cubicBezTo>
                      <a:pt x="342" y="24"/>
                      <a:pt x="342" y="24"/>
                      <a:pt x="342" y="24"/>
                    </a:cubicBezTo>
                    <a:cubicBezTo>
                      <a:pt x="341" y="25"/>
                      <a:pt x="340" y="25"/>
                      <a:pt x="340" y="24"/>
                    </a:cubicBezTo>
                    <a:cubicBezTo>
                      <a:pt x="340" y="24"/>
                      <a:pt x="340" y="24"/>
                      <a:pt x="340" y="24"/>
                    </a:cubicBezTo>
                    <a:cubicBezTo>
                      <a:pt x="340" y="23"/>
                      <a:pt x="340" y="23"/>
                      <a:pt x="340" y="22"/>
                    </a:cubicBezTo>
                    <a:cubicBezTo>
                      <a:pt x="340" y="22"/>
                      <a:pt x="340" y="22"/>
                      <a:pt x="340" y="22"/>
                    </a:cubicBezTo>
                    <a:cubicBezTo>
                      <a:pt x="341" y="22"/>
                      <a:pt x="341" y="22"/>
                      <a:pt x="341" y="22"/>
                    </a:cubicBezTo>
                    <a:cubicBezTo>
                      <a:pt x="341" y="22"/>
                      <a:pt x="341" y="22"/>
                      <a:pt x="341" y="22"/>
                    </a:cubicBezTo>
                    <a:cubicBezTo>
                      <a:pt x="342" y="22"/>
                      <a:pt x="342" y="22"/>
                      <a:pt x="342" y="23"/>
                    </a:cubicBezTo>
                    <a:close/>
                    <a:moveTo>
                      <a:pt x="331" y="30"/>
                    </a:moveTo>
                    <a:cubicBezTo>
                      <a:pt x="331" y="31"/>
                      <a:pt x="331" y="31"/>
                      <a:pt x="331" y="32"/>
                    </a:cubicBezTo>
                    <a:cubicBezTo>
                      <a:pt x="331" y="32"/>
                      <a:pt x="331" y="32"/>
                      <a:pt x="331" y="32"/>
                    </a:cubicBezTo>
                    <a:cubicBezTo>
                      <a:pt x="330" y="32"/>
                      <a:pt x="329" y="32"/>
                      <a:pt x="329" y="31"/>
                    </a:cubicBezTo>
                    <a:cubicBezTo>
                      <a:pt x="329" y="31"/>
                      <a:pt x="329" y="31"/>
                      <a:pt x="329" y="31"/>
                    </a:cubicBezTo>
                    <a:cubicBezTo>
                      <a:pt x="328" y="31"/>
                      <a:pt x="328" y="30"/>
                      <a:pt x="329" y="30"/>
                    </a:cubicBezTo>
                    <a:cubicBezTo>
                      <a:pt x="329" y="30"/>
                      <a:pt x="329" y="30"/>
                      <a:pt x="329" y="30"/>
                    </a:cubicBezTo>
                    <a:cubicBezTo>
                      <a:pt x="329" y="29"/>
                      <a:pt x="330" y="29"/>
                      <a:pt x="330" y="29"/>
                    </a:cubicBezTo>
                    <a:cubicBezTo>
                      <a:pt x="330" y="29"/>
                      <a:pt x="330" y="29"/>
                      <a:pt x="330" y="29"/>
                    </a:cubicBezTo>
                    <a:cubicBezTo>
                      <a:pt x="330" y="29"/>
                      <a:pt x="331" y="30"/>
                      <a:pt x="331" y="30"/>
                    </a:cubicBezTo>
                    <a:close/>
                    <a:moveTo>
                      <a:pt x="320" y="37"/>
                    </a:moveTo>
                    <a:cubicBezTo>
                      <a:pt x="320" y="38"/>
                      <a:pt x="320" y="39"/>
                      <a:pt x="319" y="39"/>
                    </a:cubicBezTo>
                    <a:cubicBezTo>
                      <a:pt x="319" y="39"/>
                      <a:pt x="319" y="39"/>
                      <a:pt x="319" y="39"/>
                    </a:cubicBezTo>
                    <a:cubicBezTo>
                      <a:pt x="319" y="40"/>
                      <a:pt x="318" y="39"/>
                      <a:pt x="317" y="39"/>
                    </a:cubicBezTo>
                    <a:cubicBezTo>
                      <a:pt x="317" y="39"/>
                      <a:pt x="317" y="39"/>
                      <a:pt x="317" y="39"/>
                    </a:cubicBezTo>
                    <a:cubicBezTo>
                      <a:pt x="317" y="38"/>
                      <a:pt x="317" y="37"/>
                      <a:pt x="318" y="37"/>
                    </a:cubicBezTo>
                    <a:cubicBezTo>
                      <a:pt x="318" y="37"/>
                      <a:pt x="318" y="37"/>
                      <a:pt x="318" y="37"/>
                    </a:cubicBezTo>
                    <a:cubicBezTo>
                      <a:pt x="318" y="37"/>
                      <a:pt x="318" y="37"/>
                      <a:pt x="318" y="37"/>
                    </a:cubicBezTo>
                    <a:cubicBezTo>
                      <a:pt x="318" y="37"/>
                      <a:pt x="318" y="37"/>
                      <a:pt x="318" y="37"/>
                    </a:cubicBezTo>
                    <a:cubicBezTo>
                      <a:pt x="319" y="37"/>
                      <a:pt x="319" y="37"/>
                      <a:pt x="320" y="37"/>
                    </a:cubicBezTo>
                    <a:close/>
                    <a:moveTo>
                      <a:pt x="308" y="45"/>
                    </a:moveTo>
                    <a:cubicBezTo>
                      <a:pt x="309" y="45"/>
                      <a:pt x="309" y="46"/>
                      <a:pt x="308" y="47"/>
                    </a:cubicBezTo>
                    <a:cubicBezTo>
                      <a:pt x="308" y="47"/>
                      <a:pt x="308" y="47"/>
                      <a:pt x="308" y="47"/>
                    </a:cubicBezTo>
                    <a:cubicBezTo>
                      <a:pt x="307" y="47"/>
                      <a:pt x="306" y="47"/>
                      <a:pt x="306" y="46"/>
                    </a:cubicBezTo>
                    <a:cubicBezTo>
                      <a:pt x="306" y="46"/>
                      <a:pt x="306" y="46"/>
                      <a:pt x="306" y="46"/>
                    </a:cubicBezTo>
                    <a:cubicBezTo>
                      <a:pt x="306" y="46"/>
                      <a:pt x="306" y="45"/>
                      <a:pt x="306" y="44"/>
                    </a:cubicBezTo>
                    <a:cubicBezTo>
                      <a:pt x="306" y="44"/>
                      <a:pt x="306" y="44"/>
                      <a:pt x="306" y="44"/>
                    </a:cubicBezTo>
                    <a:cubicBezTo>
                      <a:pt x="307" y="44"/>
                      <a:pt x="307" y="44"/>
                      <a:pt x="307" y="44"/>
                    </a:cubicBezTo>
                    <a:cubicBezTo>
                      <a:pt x="307" y="44"/>
                      <a:pt x="307" y="44"/>
                      <a:pt x="307" y="44"/>
                    </a:cubicBezTo>
                    <a:cubicBezTo>
                      <a:pt x="308" y="44"/>
                      <a:pt x="308" y="44"/>
                      <a:pt x="308" y="45"/>
                    </a:cubicBezTo>
                    <a:close/>
                    <a:moveTo>
                      <a:pt x="297" y="52"/>
                    </a:moveTo>
                    <a:cubicBezTo>
                      <a:pt x="297" y="53"/>
                      <a:pt x="297" y="54"/>
                      <a:pt x="297" y="54"/>
                    </a:cubicBezTo>
                    <a:cubicBezTo>
                      <a:pt x="297" y="54"/>
                      <a:pt x="297" y="54"/>
                      <a:pt x="297" y="54"/>
                    </a:cubicBezTo>
                    <a:cubicBezTo>
                      <a:pt x="296" y="54"/>
                      <a:pt x="295" y="54"/>
                      <a:pt x="295" y="54"/>
                    </a:cubicBezTo>
                    <a:cubicBezTo>
                      <a:pt x="295" y="54"/>
                      <a:pt x="295" y="54"/>
                      <a:pt x="295" y="54"/>
                    </a:cubicBezTo>
                    <a:cubicBezTo>
                      <a:pt x="294" y="53"/>
                      <a:pt x="295" y="52"/>
                      <a:pt x="295" y="52"/>
                    </a:cubicBezTo>
                    <a:cubicBezTo>
                      <a:pt x="295" y="52"/>
                      <a:pt x="295" y="52"/>
                      <a:pt x="295" y="52"/>
                    </a:cubicBezTo>
                    <a:cubicBezTo>
                      <a:pt x="295" y="52"/>
                      <a:pt x="296" y="51"/>
                      <a:pt x="296" y="51"/>
                    </a:cubicBezTo>
                    <a:cubicBezTo>
                      <a:pt x="296" y="51"/>
                      <a:pt x="296" y="51"/>
                      <a:pt x="296" y="51"/>
                    </a:cubicBezTo>
                    <a:cubicBezTo>
                      <a:pt x="296" y="51"/>
                      <a:pt x="297" y="52"/>
                      <a:pt x="297" y="52"/>
                    </a:cubicBezTo>
                    <a:close/>
                    <a:moveTo>
                      <a:pt x="286" y="59"/>
                    </a:moveTo>
                    <a:cubicBezTo>
                      <a:pt x="286" y="60"/>
                      <a:pt x="286" y="61"/>
                      <a:pt x="285" y="61"/>
                    </a:cubicBezTo>
                    <a:cubicBezTo>
                      <a:pt x="285" y="61"/>
                      <a:pt x="285" y="61"/>
                      <a:pt x="285" y="61"/>
                    </a:cubicBezTo>
                    <a:cubicBezTo>
                      <a:pt x="285" y="62"/>
                      <a:pt x="284" y="62"/>
                      <a:pt x="283" y="61"/>
                    </a:cubicBezTo>
                    <a:cubicBezTo>
                      <a:pt x="283" y="61"/>
                      <a:pt x="283" y="61"/>
                      <a:pt x="283" y="61"/>
                    </a:cubicBezTo>
                    <a:cubicBezTo>
                      <a:pt x="283" y="60"/>
                      <a:pt x="283" y="59"/>
                      <a:pt x="284" y="59"/>
                    </a:cubicBezTo>
                    <a:cubicBezTo>
                      <a:pt x="284" y="59"/>
                      <a:pt x="284" y="59"/>
                      <a:pt x="284" y="59"/>
                    </a:cubicBezTo>
                    <a:cubicBezTo>
                      <a:pt x="284" y="59"/>
                      <a:pt x="284" y="59"/>
                      <a:pt x="285" y="59"/>
                    </a:cubicBezTo>
                    <a:cubicBezTo>
                      <a:pt x="285" y="59"/>
                      <a:pt x="285" y="59"/>
                      <a:pt x="285" y="59"/>
                    </a:cubicBezTo>
                    <a:cubicBezTo>
                      <a:pt x="285" y="59"/>
                      <a:pt x="285" y="59"/>
                      <a:pt x="286" y="59"/>
                    </a:cubicBezTo>
                    <a:close/>
                    <a:moveTo>
                      <a:pt x="274" y="67"/>
                    </a:moveTo>
                    <a:cubicBezTo>
                      <a:pt x="275" y="67"/>
                      <a:pt x="275" y="68"/>
                      <a:pt x="274" y="69"/>
                    </a:cubicBezTo>
                    <a:cubicBezTo>
                      <a:pt x="274" y="69"/>
                      <a:pt x="274" y="69"/>
                      <a:pt x="274" y="69"/>
                    </a:cubicBezTo>
                    <a:cubicBezTo>
                      <a:pt x="273" y="69"/>
                      <a:pt x="273" y="69"/>
                      <a:pt x="272" y="68"/>
                    </a:cubicBezTo>
                    <a:cubicBezTo>
                      <a:pt x="272" y="68"/>
                      <a:pt x="272" y="68"/>
                      <a:pt x="272" y="68"/>
                    </a:cubicBezTo>
                    <a:cubicBezTo>
                      <a:pt x="272" y="68"/>
                      <a:pt x="272" y="67"/>
                      <a:pt x="273" y="66"/>
                    </a:cubicBezTo>
                    <a:cubicBezTo>
                      <a:pt x="273" y="66"/>
                      <a:pt x="273" y="66"/>
                      <a:pt x="273" y="66"/>
                    </a:cubicBezTo>
                    <a:cubicBezTo>
                      <a:pt x="273" y="66"/>
                      <a:pt x="273" y="66"/>
                      <a:pt x="273" y="66"/>
                    </a:cubicBezTo>
                    <a:cubicBezTo>
                      <a:pt x="273" y="66"/>
                      <a:pt x="273" y="66"/>
                      <a:pt x="273" y="66"/>
                    </a:cubicBezTo>
                    <a:cubicBezTo>
                      <a:pt x="274" y="66"/>
                      <a:pt x="274" y="66"/>
                      <a:pt x="274" y="67"/>
                    </a:cubicBezTo>
                    <a:close/>
                    <a:moveTo>
                      <a:pt x="263" y="74"/>
                    </a:moveTo>
                    <a:cubicBezTo>
                      <a:pt x="263" y="75"/>
                      <a:pt x="263" y="76"/>
                      <a:pt x="263" y="76"/>
                    </a:cubicBezTo>
                    <a:cubicBezTo>
                      <a:pt x="263" y="76"/>
                      <a:pt x="263" y="76"/>
                      <a:pt x="263" y="76"/>
                    </a:cubicBezTo>
                    <a:cubicBezTo>
                      <a:pt x="262" y="76"/>
                      <a:pt x="261" y="76"/>
                      <a:pt x="261" y="76"/>
                    </a:cubicBezTo>
                    <a:cubicBezTo>
                      <a:pt x="261" y="76"/>
                      <a:pt x="261" y="76"/>
                      <a:pt x="261" y="76"/>
                    </a:cubicBezTo>
                    <a:cubicBezTo>
                      <a:pt x="260" y="75"/>
                      <a:pt x="261" y="74"/>
                      <a:pt x="261" y="74"/>
                    </a:cubicBezTo>
                    <a:cubicBezTo>
                      <a:pt x="261" y="74"/>
                      <a:pt x="261" y="74"/>
                      <a:pt x="261" y="74"/>
                    </a:cubicBezTo>
                    <a:cubicBezTo>
                      <a:pt x="261" y="74"/>
                      <a:pt x="262" y="74"/>
                      <a:pt x="262" y="74"/>
                    </a:cubicBezTo>
                    <a:cubicBezTo>
                      <a:pt x="262" y="74"/>
                      <a:pt x="262" y="74"/>
                      <a:pt x="262" y="74"/>
                    </a:cubicBezTo>
                    <a:cubicBezTo>
                      <a:pt x="262" y="74"/>
                      <a:pt x="263" y="74"/>
                      <a:pt x="263" y="74"/>
                    </a:cubicBezTo>
                    <a:close/>
                    <a:moveTo>
                      <a:pt x="252" y="82"/>
                    </a:moveTo>
                    <a:cubicBezTo>
                      <a:pt x="252" y="82"/>
                      <a:pt x="252" y="83"/>
                      <a:pt x="251" y="83"/>
                    </a:cubicBezTo>
                    <a:cubicBezTo>
                      <a:pt x="251" y="83"/>
                      <a:pt x="251" y="83"/>
                      <a:pt x="251" y="83"/>
                    </a:cubicBezTo>
                    <a:cubicBezTo>
                      <a:pt x="251" y="84"/>
                      <a:pt x="250" y="84"/>
                      <a:pt x="250" y="83"/>
                    </a:cubicBezTo>
                    <a:cubicBezTo>
                      <a:pt x="250" y="83"/>
                      <a:pt x="250" y="83"/>
                      <a:pt x="250" y="83"/>
                    </a:cubicBezTo>
                    <a:cubicBezTo>
                      <a:pt x="249" y="82"/>
                      <a:pt x="249" y="82"/>
                      <a:pt x="250" y="81"/>
                    </a:cubicBezTo>
                    <a:cubicBezTo>
                      <a:pt x="250" y="81"/>
                      <a:pt x="250" y="81"/>
                      <a:pt x="250" y="81"/>
                    </a:cubicBezTo>
                    <a:cubicBezTo>
                      <a:pt x="250" y="81"/>
                      <a:pt x="250" y="81"/>
                      <a:pt x="251" y="81"/>
                    </a:cubicBezTo>
                    <a:cubicBezTo>
                      <a:pt x="251" y="81"/>
                      <a:pt x="251" y="81"/>
                      <a:pt x="251" y="81"/>
                    </a:cubicBezTo>
                    <a:cubicBezTo>
                      <a:pt x="251" y="81"/>
                      <a:pt x="251" y="81"/>
                      <a:pt x="252" y="82"/>
                    </a:cubicBezTo>
                    <a:close/>
                    <a:moveTo>
                      <a:pt x="240" y="89"/>
                    </a:moveTo>
                    <a:cubicBezTo>
                      <a:pt x="241" y="90"/>
                      <a:pt x="241" y="90"/>
                      <a:pt x="240" y="91"/>
                    </a:cubicBezTo>
                    <a:cubicBezTo>
                      <a:pt x="240" y="91"/>
                      <a:pt x="240" y="91"/>
                      <a:pt x="240" y="91"/>
                    </a:cubicBezTo>
                    <a:cubicBezTo>
                      <a:pt x="239" y="91"/>
                      <a:pt x="239" y="91"/>
                      <a:pt x="238" y="90"/>
                    </a:cubicBezTo>
                    <a:cubicBezTo>
                      <a:pt x="238" y="90"/>
                      <a:pt x="238" y="90"/>
                      <a:pt x="238" y="90"/>
                    </a:cubicBezTo>
                    <a:cubicBezTo>
                      <a:pt x="238" y="90"/>
                      <a:pt x="238" y="89"/>
                      <a:pt x="239" y="89"/>
                    </a:cubicBezTo>
                    <a:cubicBezTo>
                      <a:pt x="239" y="89"/>
                      <a:pt x="239" y="89"/>
                      <a:pt x="239" y="89"/>
                    </a:cubicBezTo>
                    <a:cubicBezTo>
                      <a:pt x="239" y="88"/>
                      <a:pt x="239" y="88"/>
                      <a:pt x="239" y="88"/>
                    </a:cubicBezTo>
                    <a:cubicBezTo>
                      <a:pt x="239" y="88"/>
                      <a:pt x="239" y="88"/>
                      <a:pt x="239" y="88"/>
                    </a:cubicBezTo>
                    <a:cubicBezTo>
                      <a:pt x="240" y="88"/>
                      <a:pt x="240" y="89"/>
                      <a:pt x="240" y="89"/>
                    </a:cubicBezTo>
                    <a:close/>
                    <a:moveTo>
                      <a:pt x="229" y="96"/>
                    </a:moveTo>
                    <a:cubicBezTo>
                      <a:pt x="230" y="97"/>
                      <a:pt x="229" y="98"/>
                      <a:pt x="229" y="98"/>
                    </a:cubicBezTo>
                    <a:cubicBezTo>
                      <a:pt x="229" y="98"/>
                      <a:pt x="229" y="98"/>
                      <a:pt x="229" y="98"/>
                    </a:cubicBezTo>
                    <a:cubicBezTo>
                      <a:pt x="228" y="99"/>
                      <a:pt x="227" y="98"/>
                      <a:pt x="227" y="98"/>
                    </a:cubicBezTo>
                    <a:cubicBezTo>
                      <a:pt x="227" y="98"/>
                      <a:pt x="227" y="98"/>
                      <a:pt x="227" y="98"/>
                    </a:cubicBezTo>
                    <a:cubicBezTo>
                      <a:pt x="227" y="97"/>
                      <a:pt x="227" y="96"/>
                      <a:pt x="227" y="96"/>
                    </a:cubicBezTo>
                    <a:cubicBezTo>
                      <a:pt x="227" y="96"/>
                      <a:pt x="227" y="96"/>
                      <a:pt x="227" y="96"/>
                    </a:cubicBezTo>
                    <a:cubicBezTo>
                      <a:pt x="228" y="96"/>
                      <a:pt x="228" y="96"/>
                      <a:pt x="228" y="96"/>
                    </a:cubicBezTo>
                    <a:cubicBezTo>
                      <a:pt x="228" y="96"/>
                      <a:pt x="228" y="96"/>
                      <a:pt x="228" y="96"/>
                    </a:cubicBezTo>
                    <a:cubicBezTo>
                      <a:pt x="228" y="96"/>
                      <a:pt x="229" y="96"/>
                      <a:pt x="229" y="96"/>
                    </a:cubicBezTo>
                    <a:close/>
                    <a:moveTo>
                      <a:pt x="218" y="104"/>
                    </a:moveTo>
                    <a:cubicBezTo>
                      <a:pt x="218" y="104"/>
                      <a:pt x="218" y="105"/>
                      <a:pt x="217" y="105"/>
                    </a:cubicBezTo>
                    <a:cubicBezTo>
                      <a:pt x="217" y="105"/>
                      <a:pt x="217" y="105"/>
                      <a:pt x="217" y="105"/>
                    </a:cubicBezTo>
                    <a:cubicBezTo>
                      <a:pt x="217" y="106"/>
                      <a:pt x="216" y="106"/>
                      <a:pt x="216" y="105"/>
                    </a:cubicBezTo>
                    <a:cubicBezTo>
                      <a:pt x="216" y="105"/>
                      <a:pt x="216" y="105"/>
                      <a:pt x="216" y="105"/>
                    </a:cubicBezTo>
                    <a:cubicBezTo>
                      <a:pt x="215" y="105"/>
                      <a:pt x="215" y="104"/>
                      <a:pt x="216" y="103"/>
                    </a:cubicBezTo>
                    <a:cubicBezTo>
                      <a:pt x="216" y="103"/>
                      <a:pt x="216" y="103"/>
                      <a:pt x="216" y="103"/>
                    </a:cubicBezTo>
                    <a:cubicBezTo>
                      <a:pt x="216" y="103"/>
                      <a:pt x="216" y="103"/>
                      <a:pt x="217" y="103"/>
                    </a:cubicBezTo>
                    <a:cubicBezTo>
                      <a:pt x="217" y="103"/>
                      <a:pt x="217" y="103"/>
                      <a:pt x="217" y="103"/>
                    </a:cubicBezTo>
                    <a:cubicBezTo>
                      <a:pt x="217" y="103"/>
                      <a:pt x="218" y="103"/>
                      <a:pt x="218" y="104"/>
                    </a:cubicBezTo>
                    <a:close/>
                    <a:moveTo>
                      <a:pt x="207" y="111"/>
                    </a:moveTo>
                    <a:cubicBezTo>
                      <a:pt x="207" y="112"/>
                      <a:pt x="207" y="112"/>
                      <a:pt x="206" y="113"/>
                    </a:cubicBezTo>
                    <a:cubicBezTo>
                      <a:pt x="206" y="113"/>
                      <a:pt x="206" y="113"/>
                      <a:pt x="206" y="113"/>
                    </a:cubicBezTo>
                    <a:cubicBezTo>
                      <a:pt x="206" y="113"/>
                      <a:pt x="205" y="113"/>
                      <a:pt x="204" y="112"/>
                    </a:cubicBezTo>
                    <a:cubicBezTo>
                      <a:pt x="204" y="112"/>
                      <a:pt x="204" y="112"/>
                      <a:pt x="204" y="112"/>
                    </a:cubicBezTo>
                    <a:cubicBezTo>
                      <a:pt x="204" y="112"/>
                      <a:pt x="204" y="111"/>
                      <a:pt x="205" y="111"/>
                    </a:cubicBezTo>
                    <a:cubicBezTo>
                      <a:pt x="205" y="111"/>
                      <a:pt x="205" y="111"/>
                      <a:pt x="205" y="111"/>
                    </a:cubicBezTo>
                    <a:cubicBezTo>
                      <a:pt x="205" y="110"/>
                      <a:pt x="205" y="110"/>
                      <a:pt x="205" y="110"/>
                    </a:cubicBezTo>
                    <a:cubicBezTo>
                      <a:pt x="205" y="110"/>
                      <a:pt x="205" y="110"/>
                      <a:pt x="205" y="110"/>
                    </a:cubicBezTo>
                    <a:cubicBezTo>
                      <a:pt x="206" y="110"/>
                      <a:pt x="206" y="111"/>
                      <a:pt x="207" y="111"/>
                    </a:cubicBezTo>
                    <a:close/>
                    <a:moveTo>
                      <a:pt x="195" y="118"/>
                    </a:moveTo>
                    <a:cubicBezTo>
                      <a:pt x="196" y="119"/>
                      <a:pt x="195" y="120"/>
                      <a:pt x="195" y="120"/>
                    </a:cubicBezTo>
                    <a:cubicBezTo>
                      <a:pt x="195" y="120"/>
                      <a:pt x="195" y="120"/>
                      <a:pt x="195" y="120"/>
                    </a:cubicBezTo>
                    <a:cubicBezTo>
                      <a:pt x="194" y="121"/>
                      <a:pt x="193" y="120"/>
                      <a:pt x="193" y="120"/>
                    </a:cubicBezTo>
                    <a:cubicBezTo>
                      <a:pt x="193" y="120"/>
                      <a:pt x="193" y="120"/>
                      <a:pt x="193" y="120"/>
                    </a:cubicBezTo>
                    <a:cubicBezTo>
                      <a:pt x="193" y="119"/>
                      <a:pt x="193" y="118"/>
                      <a:pt x="193" y="118"/>
                    </a:cubicBezTo>
                    <a:cubicBezTo>
                      <a:pt x="193" y="118"/>
                      <a:pt x="193" y="118"/>
                      <a:pt x="193" y="118"/>
                    </a:cubicBezTo>
                    <a:cubicBezTo>
                      <a:pt x="194" y="118"/>
                      <a:pt x="194" y="118"/>
                      <a:pt x="194" y="118"/>
                    </a:cubicBezTo>
                    <a:cubicBezTo>
                      <a:pt x="194" y="118"/>
                      <a:pt x="194" y="118"/>
                      <a:pt x="194" y="118"/>
                    </a:cubicBezTo>
                    <a:cubicBezTo>
                      <a:pt x="195" y="118"/>
                      <a:pt x="195" y="118"/>
                      <a:pt x="195" y="118"/>
                    </a:cubicBezTo>
                    <a:close/>
                    <a:moveTo>
                      <a:pt x="184" y="126"/>
                    </a:moveTo>
                    <a:cubicBezTo>
                      <a:pt x="184" y="126"/>
                      <a:pt x="184" y="127"/>
                      <a:pt x="183" y="128"/>
                    </a:cubicBezTo>
                    <a:cubicBezTo>
                      <a:pt x="183" y="128"/>
                      <a:pt x="183" y="128"/>
                      <a:pt x="183" y="128"/>
                    </a:cubicBezTo>
                    <a:cubicBezTo>
                      <a:pt x="183" y="128"/>
                      <a:pt x="182" y="128"/>
                      <a:pt x="182" y="127"/>
                    </a:cubicBezTo>
                    <a:cubicBezTo>
                      <a:pt x="182" y="127"/>
                      <a:pt x="182" y="127"/>
                      <a:pt x="182" y="127"/>
                    </a:cubicBezTo>
                    <a:cubicBezTo>
                      <a:pt x="181" y="127"/>
                      <a:pt x="181" y="126"/>
                      <a:pt x="182" y="125"/>
                    </a:cubicBezTo>
                    <a:cubicBezTo>
                      <a:pt x="182" y="125"/>
                      <a:pt x="182" y="125"/>
                      <a:pt x="182" y="125"/>
                    </a:cubicBezTo>
                    <a:cubicBezTo>
                      <a:pt x="182" y="125"/>
                      <a:pt x="183" y="125"/>
                      <a:pt x="183" y="125"/>
                    </a:cubicBezTo>
                    <a:cubicBezTo>
                      <a:pt x="183" y="125"/>
                      <a:pt x="183" y="125"/>
                      <a:pt x="183" y="125"/>
                    </a:cubicBezTo>
                    <a:cubicBezTo>
                      <a:pt x="183" y="125"/>
                      <a:pt x="184" y="125"/>
                      <a:pt x="184" y="126"/>
                    </a:cubicBezTo>
                    <a:close/>
                    <a:moveTo>
                      <a:pt x="173" y="133"/>
                    </a:moveTo>
                    <a:cubicBezTo>
                      <a:pt x="173" y="134"/>
                      <a:pt x="173" y="135"/>
                      <a:pt x="172" y="135"/>
                    </a:cubicBezTo>
                    <a:cubicBezTo>
                      <a:pt x="172" y="135"/>
                      <a:pt x="172" y="135"/>
                      <a:pt x="172" y="135"/>
                    </a:cubicBezTo>
                    <a:cubicBezTo>
                      <a:pt x="172" y="135"/>
                      <a:pt x="171" y="135"/>
                      <a:pt x="170" y="135"/>
                    </a:cubicBezTo>
                    <a:cubicBezTo>
                      <a:pt x="170" y="135"/>
                      <a:pt x="170" y="135"/>
                      <a:pt x="170" y="135"/>
                    </a:cubicBezTo>
                    <a:cubicBezTo>
                      <a:pt x="170" y="134"/>
                      <a:pt x="170" y="133"/>
                      <a:pt x="171" y="133"/>
                    </a:cubicBezTo>
                    <a:cubicBezTo>
                      <a:pt x="171" y="133"/>
                      <a:pt x="171" y="133"/>
                      <a:pt x="171" y="133"/>
                    </a:cubicBezTo>
                    <a:cubicBezTo>
                      <a:pt x="171" y="133"/>
                      <a:pt x="171" y="133"/>
                      <a:pt x="171" y="133"/>
                    </a:cubicBezTo>
                    <a:cubicBezTo>
                      <a:pt x="171" y="133"/>
                      <a:pt x="171" y="133"/>
                      <a:pt x="171" y="133"/>
                    </a:cubicBezTo>
                    <a:cubicBezTo>
                      <a:pt x="172" y="133"/>
                      <a:pt x="172" y="133"/>
                      <a:pt x="173" y="133"/>
                    </a:cubicBezTo>
                    <a:close/>
                    <a:moveTo>
                      <a:pt x="161" y="140"/>
                    </a:moveTo>
                    <a:cubicBezTo>
                      <a:pt x="162" y="141"/>
                      <a:pt x="161" y="142"/>
                      <a:pt x="161" y="142"/>
                    </a:cubicBezTo>
                    <a:cubicBezTo>
                      <a:pt x="161" y="142"/>
                      <a:pt x="161" y="142"/>
                      <a:pt x="161" y="142"/>
                    </a:cubicBezTo>
                    <a:cubicBezTo>
                      <a:pt x="160" y="143"/>
                      <a:pt x="159" y="143"/>
                      <a:pt x="159" y="142"/>
                    </a:cubicBezTo>
                    <a:cubicBezTo>
                      <a:pt x="159" y="142"/>
                      <a:pt x="159" y="142"/>
                      <a:pt x="159" y="142"/>
                    </a:cubicBezTo>
                    <a:cubicBezTo>
                      <a:pt x="159" y="141"/>
                      <a:pt x="159" y="140"/>
                      <a:pt x="159" y="140"/>
                    </a:cubicBezTo>
                    <a:cubicBezTo>
                      <a:pt x="159" y="140"/>
                      <a:pt x="159" y="140"/>
                      <a:pt x="159" y="140"/>
                    </a:cubicBezTo>
                    <a:cubicBezTo>
                      <a:pt x="160" y="140"/>
                      <a:pt x="160" y="140"/>
                      <a:pt x="160" y="140"/>
                    </a:cubicBezTo>
                    <a:cubicBezTo>
                      <a:pt x="160" y="140"/>
                      <a:pt x="160" y="140"/>
                      <a:pt x="160" y="140"/>
                    </a:cubicBezTo>
                    <a:cubicBezTo>
                      <a:pt x="161" y="140"/>
                      <a:pt x="161" y="140"/>
                      <a:pt x="161" y="140"/>
                    </a:cubicBezTo>
                    <a:close/>
                    <a:moveTo>
                      <a:pt x="150" y="148"/>
                    </a:moveTo>
                    <a:cubicBezTo>
                      <a:pt x="150" y="148"/>
                      <a:pt x="150" y="149"/>
                      <a:pt x="150" y="150"/>
                    </a:cubicBezTo>
                    <a:cubicBezTo>
                      <a:pt x="150" y="150"/>
                      <a:pt x="150" y="150"/>
                      <a:pt x="150" y="150"/>
                    </a:cubicBezTo>
                    <a:cubicBezTo>
                      <a:pt x="149" y="150"/>
                      <a:pt x="148" y="150"/>
                      <a:pt x="148" y="149"/>
                    </a:cubicBezTo>
                    <a:cubicBezTo>
                      <a:pt x="148" y="149"/>
                      <a:pt x="148" y="149"/>
                      <a:pt x="148" y="149"/>
                    </a:cubicBezTo>
                    <a:cubicBezTo>
                      <a:pt x="147" y="149"/>
                      <a:pt x="148" y="148"/>
                      <a:pt x="148" y="147"/>
                    </a:cubicBezTo>
                    <a:cubicBezTo>
                      <a:pt x="148" y="147"/>
                      <a:pt x="148" y="147"/>
                      <a:pt x="148" y="147"/>
                    </a:cubicBezTo>
                    <a:cubicBezTo>
                      <a:pt x="148" y="147"/>
                      <a:pt x="149" y="147"/>
                      <a:pt x="149" y="147"/>
                    </a:cubicBezTo>
                    <a:cubicBezTo>
                      <a:pt x="149" y="147"/>
                      <a:pt x="149" y="147"/>
                      <a:pt x="149" y="147"/>
                    </a:cubicBezTo>
                    <a:cubicBezTo>
                      <a:pt x="149" y="147"/>
                      <a:pt x="150" y="147"/>
                      <a:pt x="150" y="148"/>
                    </a:cubicBezTo>
                    <a:close/>
                    <a:moveTo>
                      <a:pt x="139" y="155"/>
                    </a:moveTo>
                    <a:cubicBezTo>
                      <a:pt x="139" y="156"/>
                      <a:pt x="139" y="157"/>
                      <a:pt x="138" y="157"/>
                    </a:cubicBezTo>
                    <a:cubicBezTo>
                      <a:pt x="138" y="157"/>
                      <a:pt x="138" y="157"/>
                      <a:pt x="138" y="157"/>
                    </a:cubicBezTo>
                    <a:cubicBezTo>
                      <a:pt x="138" y="157"/>
                      <a:pt x="137" y="157"/>
                      <a:pt x="136" y="157"/>
                    </a:cubicBezTo>
                    <a:cubicBezTo>
                      <a:pt x="136" y="157"/>
                      <a:pt x="136" y="157"/>
                      <a:pt x="136" y="157"/>
                    </a:cubicBezTo>
                    <a:cubicBezTo>
                      <a:pt x="136" y="156"/>
                      <a:pt x="136" y="155"/>
                      <a:pt x="137" y="155"/>
                    </a:cubicBezTo>
                    <a:cubicBezTo>
                      <a:pt x="137" y="155"/>
                      <a:pt x="137" y="155"/>
                      <a:pt x="137" y="155"/>
                    </a:cubicBezTo>
                    <a:cubicBezTo>
                      <a:pt x="137" y="155"/>
                      <a:pt x="137" y="155"/>
                      <a:pt x="138" y="155"/>
                    </a:cubicBezTo>
                    <a:cubicBezTo>
                      <a:pt x="138" y="155"/>
                      <a:pt x="138" y="155"/>
                      <a:pt x="138" y="155"/>
                    </a:cubicBezTo>
                    <a:cubicBezTo>
                      <a:pt x="138" y="155"/>
                      <a:pt x="138" y="155"/>
                      <a:pt x="139" y="155"/>
                    </a:cubicBezTo>
                    <a:close/>
                    <a:moveTo>
                      <a:pt x="127" y="163"/>
                    </a:moveTo>
                    <a:cubicBezTo>
                      <a:pt x="128" y="163"/>
                      <a:pt x="128" y="164"/>
                      <a:pt x="127" y="164"/>
                    </a:cubicBezTo>
                    <a:cubicBezTo>
                      <a:pt x="127" y="164"/>
                      <a:pt x="127" y="164"/>
                      <a:pt x="127" y="164"/>
                    </a:cubicBezTo>
                    <a:cubicBezTo>
                      <a:pt x="126" y="165"/>
                      <a:pt x="126" y="165"/>
                      <a:pt x="125" y="164"/>
                    </a:cubicBezTo>
                    <a:cubicBezTo>
                      <a:pt x="125" y="164"/>
                      <a:pt x="125" y="164"/>
                      <a:pt x="125" y="164"/>
                    </a:cubicBezTo>
                    <a:cubicBezTo>
                      <a:pt x="125" y="163"/>
                      <a:pt x="125" y="163"/>
                      <a:pt x="126" y="162"/>
                    </a:cubicBezTo>
                    <a:cubicBezTo>
                      <a:pt x="126" y="162"/>
                      <a:pt x="126" y="162"/>
                      <a:pt x="126" y="162"/>
                    </a:cubicBezTo>
                    <a:cubicBezTo>
                      <a:pt x="126" y="162"/>
                      <a:pt x="126" y="162"/>
                      <a:pt x="126" y="162"/>
                    </a:cubicBezTo>
                    <a:cubicBezTo>
                      <a:pt x="126" y="162"/>
                      <a:pt x="126" y="162"/>
                      <a:pt x="126" y="162"/>
                    </a:cubicBezTo>
                    <a:cubicBezTo>
                      <a:pt x="127" y="162"/>
                      <a:pt x="127" y="162"/>
                      <a:pt x="127" y="163"/>
                    </a:cubicBezTo>
                    <a:close/>
                    <a:moveTo>
                      <a:pt x="116" y="170"/>
                    </a:moveTo>
                    <a:cubicBezTo>
                      <a:pt x="116" y="171"/>
                      <a:pt x="116" y="171"/>
                      <a:pt x="116" y="172"/>
                    </a:cubicBezTo>
                    <a:cubicBezTo>
                      <a:pt x="116" y="172"/>
                      <a:pt x="116" y="172"/>
                      <a:pt x="116" y="172"/>
                    </a:cubicBezTo>
                    <a:cubicBezTo>
                      <a:pt x="115" y="172"/>
                      <a:pt x="114" y="172"/>
                      <a:pt x="114" y="171"/>
                    </a:cubicBezTo>
                    <a:cubicBezTo>
                      <a:pt x="114" y="171"/>
                      <a:pt x="114" y="171"/>
                      <a:pt x="114" y="171"/>
                    </a:cubicBezTo>
                    <a:cubicBezTo>
                      <a:pt x="113" y="171"/>
                      <a:pt x="114" y="170"/>
                      <a:pt x="114" y="170"/>
                    </a:cubicBezTo>
                    <a:cubicBezTo>
                      <a:pt x="114" y="170"/>
                      <a:pt x="114" y="170"/>
                      <a:pt x="114" y="170"/>
                    </a:cubicBezTo>
                    <a:cubicBezTo>
                      <a:pt x="114" y="169"/>
                      <a:pt x="115" y="169"/>
                      <a:pt x="115" y="169"/>
                    </a:cubicBezTo>
                    <a:cubicBezTo>
                      <a:pt x="115" y="169"/>
                      <a:pt x="115" y="169"/>
                      <a:pt x="115" y="169"/>
                    </a:cubicBezTo>
                    <a:cubicBezTo>
                      <a:pt x="115" y="169"/>
                      <a:pt x="116" y="170"/>
                      <a:pt x="116" y="170"/>
                    </a:cubicBezTo>
                    <a:close/>
                    <a:moveTo>
                      <a:pt x="105" y="177"/>
                    </a:moveTo>
                    <a:cubicBezTo>
                      <a:pt x="105" y="178"/>
                      <a:pt x="105" y="179"/>
                      <a:pt x="104" y="179"/>
                    </a:cubicBezTo>
                    <a:cubicBezTo>
                      <a:pt x="104" y="179"/>
                      <a:pt x="104" y="179"/>
                      <a:pt x="104" y="179"/>
                    </a:cubicBezTo>
                    <a:cubicBezTo>
                      <a:pt x="104" y="180"/>
                      <a:pt x="103" y="179"/>
                      <a:pt x="102" y="179"/>
                    </a:cubicBezTo>
                    <a:cubicBezTo>
                      <a:pt x="102" y="179"/>
                      <a:pt x="102" y="179"/>
                      <a:pt x="102" y="179"/>
                    </a:cubicBezTo>
                    <a:cubicBezTo>
                      <a:pt x="102" y="178"/>
                      <a:pt x="102" y="177"/>
                      <a:pt x="103" y="177"/>
                    </a:cubicBezTo>
                    <a:cubicBezTo>
                      <a:pt x="103" y="177"/>
                      <a:pt x="103" y="177"/>
                      <a:pt x="103" y="177"/>
                    </a:cubicBezTo>
                    <a:cubicBezTo>
                      <a:pt x="103" y="177"/>
                      <a:pt x="103" y="177"/>
                      <a:pt x="104" y="177"/>
                    </a:cubicBezTo>
                    <a:cubicBezTo>
                      <a:pt x="104" y="177"/>
                      <a:pt x="104" y="177"/>
                      <a:pt x="104" y="177"/>
                    </a:cubicBezTo>
                    <a:cubicBezTo>
                      <a:pt x="104" y="177"/>
                      <a:pt x="104" y="177"/>
                      <a:pt x="105" y="177"/>
                    </a:cubicBezTo>
                    <a:close/>
                    <a:moveTo>
                      <a:pt x="93" y="185"/>
                    </a:moveTo>
                    <a:cubicBezTo>
                      <a:pt x="94" y="185"/>
                      <a:pt x="94" y="186"/>
                      <a:pt x="93" y="187"/>
                    </a:cubicBezTo>
                    <a:cubicBezTo>
                      <a:pt x="93" y="187"/>
                      <a:pt x="93" y="187"/>
                      <a:pt x="93" y="187"/>
                    </a:cubicBezTo>
                    <a:cubicBezTo>
                      <a:pt x="92" y="187"/>
                      <a:pt x="92" y="187"/>
                      <a:pt x="91" y="186"/>
                    </a:cubicBezTo>
                    <a:cubicBezTo>
                      <a:pt x="91" y="186"/>
                      <a:pt x="91" y="186"/>
                      <a:pt x="91" y="186"/>
                    </a:cubicBezTo>
                    <a:cubicBezTo>
                      <a:pt x="91" y="186"/>
                      <a:pt x="91" y="185"/>
                      <a:pt x="92" y="184"/>
                    </a:cubicBezTo>
                    <a:cubicBezTo>
                      <a:pt x="92" y="184"/>
                      <a:pt x="92" y="184"/>
                      <a:pt x="92" y="184"/>
                    </a:cubicBezTo>
                    <a:cubicBezTo>
                      <a:pt x="92" y="184"/>
                      <a:pt x="92" y="184"/>
                      <a:pt x="92" y="184"/>
                    </a:cubicBezTo>
                    <a:cubicBezTo>
                      <a:pt x="92" y="184"/>
                      <a:pt x="92" y="184"/>
                      <a:pt x="92" y="184"/>
                    </a:cubicBezTo>
                    <a:cubicBezTo>
                      <a:pt x="93" y="184"/>
                      <a:pt x="93" y="184"/>
                      <a:pt x="93" y="185"/>
                    </a:cubicBezTo>
                    <a:close/>
                    <a:moveTo>
                      <a:pt x="82" y="192"/>
                    </a:moveTo>
                    <a:cubicBezTo>
                      <a:pt x="83" y="193"/>
                      <a:pt x="82" y="193"/>
                      <a:pt x="82" y="194"/>
                    </a:cubicBezTo>
                    <a:cubicBezTo>
                      <a:pt x="82" y="194"/>
                      <a:pt x="82" y="194"/>
                      <a:pt x="82" y="194"/>
                    </a:cubicBezTo>
                    <a:cubicBezTo>
                      <a:pt x="81" y="194"/>
                      <a:pt x="80" y="194"/>
                      <a:pt x="80" y="194"/>
                    </a:cubicBezTo>
                    <a:cubicBezTo>
                      <a:pt x="80" y="194"/>
                      <a:pt x="80" y="194"/>
                      <a:pt x="80" y="194"/>
                    </a:cubicBezTo>
                    <a:cubicBezTo>
                      <a:pt x="79" y="193"/>
                      <a:pt x="80" y="192"/>
                      <a:pt x="80" y="192"/>
                    </a:cubicBezTo>
                    <a:cubicBezTo>
                      <a:pt x="80" y="192"/>
                      <a:pt x="80" y="192"/>
                      <a:pt x="80" y="192"/>
                    </a:cubicBezTo>
                    <a:cubicBezTo>
                      <a:pt x="80" y="192"/>
                      <a:pt x="81" y="191"/>
                      <a:pt x="81" y="191"/>
                    </a:cubicBezTo>
                    <a:cubicBezTo>
                      <a:pt x="81" y="191"/>
                      <a:pt x="81" y="191"/>
                      <a:pt x="81" y="191"/>
                    </a:cubicBezTo>
                    <a:cubicBezTo>
                      <a:pt x="81" y="191"/>
                      <a:pt x="82" y="192"/>
                      <a:pt x="82" y="192"/>
                    </a:cubicBezTo>
                    <a:close/>
                    <a:moveTo>
                      <a:pt x="71" y="199"/>
                    </a:moveTo>
                    <a:cubicBezTo>
                      <a:pt x="71" y="200"/>
                      <a:pt x="71" y="201"/>
                      <a:pt x="70" y="201"/>
                    </a:cubicBezTo>
                    <a:cubicBezTo>
                      <a:pt x="70" y="201"/>
                      <a:pt x="70" y="201"/>
                      <a:pt x="70" y="201"/>
                    </a:cubicBezTo>
                    <a:cubicBezTo>
                      <a:pt x="70" y="202"/>
                      <a:pt x="69" y="202"/>
                      <a:pt x="69" y="201"/>
                    </a:cubicBezTo>
                    <a:cubicBezTo>
                      <a:pt x="69" y="201"/>
                      <a:pt x="69" y="201"/>
                      <a:pt x="69" y="201"/>
                    </a:cubicBezTo>
                    <a:cubicBezTo>
                      <a:pt x="68" y="200"/>
                      <a:pt x="68" y="199"/>
                      <a:pt x="69" y="199"/>
                    </a:cubicBezTo>
                    <a:cubicBezTo>
                      <a:pt x="69" y="199"/>
                      <a:pt x="69" y="199"/>
                      <a:pt x="69" y="199"/>
                    </a:cubicBezTo>
                    <a:cubicBezTo>
                      <a:pt x="69" y="199"/>
                      <a:pt x="69" y="199"/>
                      <a:pt x="70" y="199"/>
                    </a:cubicBezTo>
                    <a:cubicBezTo>
                      <a:pt x="70" y="199"/>
                      <a:pt x="70" y="199"/>
                      <a:pt x="70" y="199"/>
                    </a:cubicBezTo>
                    <a:cubicBezTo>
                      <a:pt x="70" y="199"/>
                      <a:pt x="71" y="199"/>
                      <a:pt x="71" y="199"/>
                    </a:cubicBezTo>
                    <a:close/>
                    <a:moveTo>
                      <a:pt x="60" y="207"/>
                    </a:moveTo>
                    <a:cubicBezTo>
                      <a:pt x="60" y="207"/>
                      <a:pt x="60" y="208"/>
                      <a:pt x="59" y="209"/>
                    </a:cubicBezTo>
                    <a:cubicBezTo>
                      <a:pt x="59" y="209"/>
                      <a:pt x="59" y="209"/>
                      <a:pt x="59" y="209"/>
                    </a:cubicBezTo>
                    <a:cubicBezTo>
                      <a:pt x="58" y="209"/>
                      <a:pt x="58" y="209"/>
                      <a:pt x="57" y="208"/>
                    </a:cubicBezTo>
                    <a:cubicBezTo>
                      <a:pt x="57" y="208"/>
                      <a:pt x="57" y="208"/>
                      <a:pt x="57" y="208"/>
                    </a:cubicBezTo>
                    <a:cubicBezTo>
                      <a:pt x="57" y="208"/>
                      <a:pt x="57" y="207"/>
                      <a:pt x="58" y="206"/>
                    </a:cubicBezTo>
                    <a:cubicBezTo>
                      <a:pt x="58" y="206"/>
                      <a:pt x="58" y="206"/>
                      <a:pt x="58" y="206"/>
                    </a:cubicBezTo>
                    <a:cubicBezTo>
                      <a:pt x="58" y="206"/>
                      <a:pt x="58" y="206"/>
                      <a:pt x="58" y="206"/>
                    </a:cubicBezTo>
                    <a:cubicBezTo>
                      <a:pt x="58" y="206"/>
                      <a:pt x="58" y="206"/>
                      <a:pt x="58" y="206"/>
                    </a:cubicBezTo>
                    <a:cubicBezTo>
                      <a:pt x="59" y="206"/>
                      <a:pt x="59" y="206"/>
                      <a:pt x="60" y="207"/>
                    </a:cubicBezTo>
                    <a:close/>
                    <a:moveTo>
                      <a:pt x="48" y="214"/>
                    </a:moveTo>
                    <a:cubicBezTo>
                      <a:pt x="49" y="215"/>
                      <a:pt x="48" y="216"/>
                      <a:pt x="48" y="216"/>
                    </a:cubicBezTo>
                    <a:cubicBezTo>
                      <a:pt x="48" y="216"/>
                      <a:pt x="48" y="216"/>
                      <a:pt x="48" y="216"/>
                    </a:cubicBezTo>
                    <a:cubicBezTo>
                      <a:pt x="47" y="216"/>
                      <a:pt x="46" y="216"/>
                      <a:pt x="46" y="216"/>
                    </a:cubicBezTo>
                    <a:cubicBezTo>
                      <a:pt x="46" y="216"/>
                      <a:pt x="46" y="216"/>
                      <a:pt x="46" y="216"/>
                    </a:cubicBezTo>
                    <a:cubicBezTo>
                      <a:pt x="46" y="215"/>
                      <a:pt x="46" y="214"/>
                      <a:pt x="46" y="214"/>
                    </a:cubicBezTo>
                    <a:cubicBezTo>
                      <a:pt x="46" y="214"/>
                      <a:pt x="46" y="214"/>
                      <a:pt x="46" y="214"/>
                    </a:cubicBezTo>
                    <a:cubicBezTo>
                      <a:pt x="47" y="214"/>
                      <a:pt x="47" y="214"/>
                      <a:pt x="47" y="214"/>
                    </a:cubicBezTo>
                    <a:cubicBezTo>
                      <a:pt x="47" y="214"/>
                      <a:pt x="47" y="214"/>
                      <a:pt x="47" y="214"/>
                    </a:cubicBezTo>
                    <a:cubicBezTo>
                      <a:pt x="48" y="214"/>
                      <a:pt x="48" y="214"/>
                      <a:pt x="48" y="214"/>
                    </a:cubicBezTo>
                    <a:close/>
                    <a:moveTo>
                      <a:pt x="37" y="222"/>
                    </a:moveTo>
                    <a:cubicBezTo>
                      <a:pt x="37" y="222"/>
                      <a:pt x="37" y="223"/>
                      <a:pt x="36" y="223"/>
                    </a:cubicBezTo>
                    <a:cubicBezTo>
                      <a:pt x="36" y="223"/>
                      <a:pt x="36" y="223"/>
                      <a:pt x="36" y="223"/>
                    </a:cubicBezTo>
                    <a:cubicBezTo>
                      <a:pt x="36" y="224"/>
                      <a:pt x="35" y="224"/>
                      <a:pt x="35" y="223"/>
                    </a:cubicBezTo>
                    <a:cubicBezTo>
                      <a:pt x="35" y="223"/>
                      <a:pt x="35" y="223"/>
                      <a:pt x="35" y="223"/>
                    </a:cubicBezTo>
                    <a:cubicBezTo>
                      <a:pt x="34" y="222"/>
                      <a:pt x="34" y="222"/>
                      <a:pt x="35" y="221"/>
                    </a:cubicBezTo>
                    <a:cubicBezTo>
                      <a:pt x="35" y="221"/>
                      <a:pt x="35" y="221"/>
                      <a:pt x="35" y="221"/>
                    </a:cubicBezTo>
                    <a:cubicBezTo>
                      <a:pt x="35" y="221"/>
                      <a:pt x="36" y="221"/>
                      <a:pt x="36" y="221"/>
                    </a:cubicBezTo>
                    <a:cubicBezTo>
                      <a:pt x="36" y="221"/>
                      <a:pt x="36" y="221"/>
                      <a:pt x="36" y="221"/>
                    </a:cubicBezTo>
                    <a:cubicBezTo>
                      <a:pt x="36" y="221"/>
                      <a:pt x="37" y="221"/>
                      <a:pt x="37" y="222"/>
                    </a:cubicBezTo>
                    <a:close/>
                    <a:moveTo>
                      <a:pt x="26" y="229"/>
                    </a:moveTo>
                    <a:cubicBezTo>
                      <a:pt x="26" y="230"/>
                      <a:pt x="26" y="230"/>
                      <a:pt x="25" y="231"/>
                    </a:cubicBezTo>
                    <a:cubicBezTo>
                      <a:pt x="25" y="231"/>
                      <a:pt x="25" y="231"/>
                      <a:pt x="25" y="231"/>
                    </a:cubicBezTo>
                    <a:cubicBezTo>
                      <a:pt x="25" y="231"/>
                      <a:pt x="24" y="231"/>
                      <a:pt x="23" y="230"/>
                    </a:cubicBezTo>
                    <a:cubicBezTo>
                      <a:pt x="23" y="230"/>
                      <a:pt x="23" y="230"/>
                      <a:pt x="23" y="230"/>
                    </a:cubicBezTo>
                    <a:cubicBezTo>
                      <a:pt x="23" y="230"/>
                      <a:pt x="23" y="229"/>
                      <a:pt x="24" y="228"/>
                    </a:cubicBezTo>
                    <a:cubicBezTo>
                      <a:pt x="24" y="228"/>
                      <a:pt x="24" y="228"/>
                      <a:pt x="24" y="228"/>
                    </a:cubicBezTo>
                    <a:cubicBezTo>
                      <a:pt x="24" y="228"/>
                      <a:pt x="24" y="228"/>
                      <a:pt x="24" y="228"/>
                    </a:cubicBezTo>
                    <a:cubicBezTo>
                      <a:pt x="24" y="228"/>
                      <a:pt x="24" y="228"/>
                      <a:pt x="24" y="228"/>
                    </a:cubicBezTo>
                    <a:cubicBezTo>
                      <a:pt x="25" y="228"/>
                      <a:pt x="25" y="228"/>
                      <a:pt x="26" y="229"/>
                    </a:cubicBezTo>
                    <a:close/>
                    <a:moveTo>
                      <a:pt x="14" y="236"/>
                    </a:moveTo>
                    <a:cubicBezTo>
                      <a:pt x="15" y="237"/>
                      <a:pt x="14" y="238"/>
                      <a:pt x="14" y="238"/>
                    </a:cubicBezTo>
                    <a:cubicBezTo>
                      <a:pt x="14" y="238"/>
                      <a:pt x="14" y="238"/>
                      <a:pt x="14" y="238"/>
                    </a:cubicBezTo>
                    <a:cubicBezTo>
                      <a:pt x="13" y="239"/>
                      <a:pt x="12" y="238"/>
                      <a:pt x="12" y="238"/>
                    </a:cubicBezTo>
                    <a:cubicBezTo>
                      <a:pt x="12" y="238"/>
                      <a:pt x="12" y="238"/>
                      <a:pt x="12" y="238"/>
                    </a:cubicBezTo>
                    <a:cubicBezTo>
                      <a:pt x="12" y="237"/>
                      <a:pt x="12" y="236"/>
                      <a:pt x="12" y="236"/>
                    </a:cubicBezTo>
                    <a:cubicBezTo>
                      <a:pt x="12" y="236"/>
                      <a:pt x="12" y="236"/>
                      <a:pt x="12" y="236"/>
                    </a:cubicBezTo>
                    <a:cubicBezTo>
                      <a:pt x="13" y="236"/>
                      <a:pt x="13" y="236"/>
                      <a:pt x="13" y="236"/>
                    </a:cubicBezTo>
                    <a:cubicBezTo>
                      <a:pt x="13" y="236"/>
                      <a:pt x="13" y="236"/>
                      <a:pt x="13" y="236"/>
                    </a:cubicBezTo>
                    <a:cubicBezTo>
                      <a:pt x="14" y="236"/>
                      <a:pt x="14" y="236"/>
                      <a:pt x="14" y="236"/>
                    </a:cubicBezTo>
                    <a:close/>
                    <a:moveTo>
                      <a:pt x="3" y="244"/>
                    </a:moveTo>
                    <a:cubicBezTo>
                      <a:pt x="3" y="244"/>
                      <a:pt x="3" y="245"/>
                      <a:pt x="3" y="245"/>
                    </a:cubicBezTo>
                    <a:cubicBezTo>
                      <a:pt x="3" y="245"/>
                      <a:pt x="3" y="245"/>
                      <a:pt x="3" y="245"/>
                    </a:cubicBezTo>
                    <a:cubicBezTo>
                      <a:pt x="2" y="246"/>
                      <a:pt x="1" y="246"/>
                      <a:pt x="1" y="245"/>
                    </a:cubicBezTo>
                    <a:cubicBezTo>
                      <a:pt x="1" y="245"/>
                      <a:pt x="1" y="245"/>
                      <a:pt x="1" y="245"/>
                    </a:cubicBezTo>
                    <a:cubicBezTo>
                      <a:pt x="0" y="244"/>
                      <a:pt x="1" y="244"/>
                      <a:pt x="1" y="243"/>
                    </a:cubicBezTo>
                    <a:cubicBezTo>
                      <a:pt x="1" y="243"/>
                      <a:pt x="1" y="243"/>
                      <a:pt x="1" y="243"/>
                    </a:cubicBezTo>
                    <a:cubicBezTo>
                      <a:pt x="1" y="243"/>
                      <a:pt x="2" y="243"/>
                      <a:pt x="2" y="243"/>
                    </a:cubicBezTo>
                    <a:cubicBezTo>
                      <a:pt x="2" y="243"/>
                      <a:pt x="2" y="243"/>
                      <a:pt x="2" y="243"/>
                    </a:cubicBezTo>
                    <a:cubicBezTo>
                      <a:pt x="2" y="243"/>
                      <a:pt x="3" y="243"/>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4" name="Google Shape;624;p13"/>
              <p:cNvSpPr/>
              <p:nvPr/>
            </p:nvSpPr>
            <p:spPr>
              <a:xfrm>
                <a:off x="18943966" y="2645018"/>
                <a:ext cx="19581" cy="11748"/>
              </a:xfrm>
              <a:custGeom>
                <a:avLst/>
                <a:gdLst/>
                <a:ahLst/>
                <a:cxnLst/>
                <a:rect l="l" t="t" r="r" b="b"/>
                <a:pathLst>
                  <a:path w="3" h="2" extrusionOk="0">
                    <a:moveTo>
                      <a:pt x="1" y="0"/>
                    </a:moveTo>
                    <a:cubicBezTo>
                      <a:pt x="2" y="0"/>
                      <a:pt x="2" y="0"/>
                      <a:pt x="2" y="0"/>
                    </a:cubicBezTo>
                    <a:cubicBezTo>
                      <a:pt x="2" y="0"/>
                      <a:pt x="2" y="0"/>
                      <a:pt x="2" y="0"/>
                    </a:cubicBezTo>
                    <a:cubicBezTo>
                      <a:pt x="3" y="0"/>
                      <a:pt x="3" y="1"/>
                      <a:pt x="3" y="1"/>
                    </a:cubicBezTo>
                    <a:cubicBezTo>
                      <a:pt x="3" y="1"/>
                      <a:pt x="3" y="1"/>
                      <a:pt x="3" y="1"/>
                    </a:cubicBezTo>
                    <a:cubicBezTo>
                      <a:pt x="3" y="2"/>
                      <a:pt x="2" y="2"/>
                      <a:pt x="2" y="2"/>
                    </a:cubicBezTo>
                    <a:cubicBezTo>
                      <a:pt x="2" y="2"/>
                      <a:pt x="2" y="2"/>
                      <a:pt x="2" y="2"/>
                    </a:cubicBezTo>
                    <a:cubicBezTo>
                      <a:pt x="2" y="2"/>
                      <a:pt x="1" y="2"/>
                      <a:pt x="1" y="2"/>
                    </a:cubicBezTo>
                    <a:cubicBezTo>
                      <a:pt x="1" y="2"/>
                      <a:pt x="1" y="2"/>
                      <a:pt x="0" y="2"/>
                    </a:cubicBezTo>
                    <a:cubicBezTo>
                      <a:pt x="0" y="2"/>
                      <a:pt x="0" y="2"/>
                      <a:pt x="0" y="1"/>
                    </a:cubicBezTo>
                    <a:cubicBezTo>
                      <a:pt x="0" y="1"/>
                      <a:pt x="0" y="1"/>
                      <a:pt x="0" y="1"/>
                    </a:cubicBezTo>
                    <a:cubicBezTo>
                      <a:pt x="0" y="1"/>
                      <a:pt x="0" y="0"/>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5" name="Google Shape;625;p13"/>
              <p:cNvSpPr/>
              <p:nvPr/>
            </p:nvSpPr>
            <p:spPr>
              <a:xfrm>
                <a:off x="16347584" y="4238870"/>
                <a:ext cx="19581" cy="15664"/>
              </a:xfrm>
              <a:custGeom>
                <a:avLst/>
                <a:gdLst/>
                <a:ahLst/>
                <a:cxnLst/>
                <a:rect l="l" t="t" r="r" b="b"/>
                <a:pathLst>
                  <a:path w="3" h="3" extrusionOk="0">
                    <a:moveTo>
                      <a:pt x="1" y="0"/>
                    </a:moveTo>
                    <a:cubicBezTo>
                      <a:pt x="1" y="0"/>
                      <a:pt x="2" y="0"/>
                      <a:pt x="2" y="0"/>
                    </a:cubicBezTo>
                    <a:cubicBezTo>
                      <a:pt x="2" y="1"/>
                      <a:pt x="2" y="1"/>
                      <a:pt x="2" y="1"/>
                    </a:cubicBezTo>
                    <a:cubicBezTo>
                      <a:pt x="2" y="1"/>
                      <a:pt x="3" y="1"/>
                      <a:pt x="3" y="2"/>
                    </a:cubicBezTo>
                    <a:cubicBezTo>
                      <a:pt x="3" y="2"/>
                      <a:pt x="2" y="2"/>
                      <a:pt x="2" y="3"/>
                    </a:cubicBezTo>
                    <a:cubicBezTo>
                      <a:pt x="2" y="3"/>
                      <a:pt x="1" y="3"/>
                      <a:pt x="1" y="3"/>
                    </a:cubicBezTo>
                    <a:cubicBezTo>
                      <a:pt x="1" y="3"/>
                      <a:pt x="0" y="3"/>
                      <a:pt x="0" y="3"/>
                    </a:cubicBezTo>
                    <a:cubicBezTo>
                      <a:pt x="0" y="2"/>
                      <a:pt x="0" y="2"/>
                      <a:pt x="0" y="2"/>
                    </a:cubicBezTo>
                    <a:cubicBezTo>
                      <a:pt x="0" y="1"/>
                      <a:pt x="0" y="1"/>
                      <a:pt x="0" y="1"/>
                    </a:cubicBezTo>
                    <a:cubicBezTo>
                      <a:pt x="0" y="1"/>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6" name="Google Shape;626;p13"/>
              <p:cNvSpPr/>
              <p:nvPr/>
            </p:nvSpPr>
            <p:spPr>
              <a:xfrm>
                <a:off x="16414158" y="2688095"/>
                <a:ext cx="2334003" cy="1523362"/>
              </a:xfrm>
              <a:custGeom>
                <a:avLst/>
                <a:gdLst/>
                <a:ahLst/>
                <a:cxnLst/>
                <a:rect l="l" t="t" r="r" b="b"/>
                <a:pathLst>
                  <a:path w="376" h="246" extrusionOk="0">
                    <a:moveTo>
                      <a:pt x="376" y="1"/>
                    </a:moveTo>
                    <a:cubicBezTo>
                      <a:pt x="376" y="1"/>
                      <a:pt x="376" y="2"/>
                      <a:pt x="375" y="2"/>
                    </a:cubicBezTo>
                    <a:cubicBezTo>
                      <a:pt x="375" y="2"/>
                      <a:pt x="375" y="2"/>
                      <a:pt x="375" y="2"/>
                    </a:cubicBezTo>
                    <a:cubicBezTo>
                      <a:pt x="375" y="3"/>
                      <a:pt x="374" y="3"/>
                      <a:pt x="374" y="2"/>
                    </a:cubicBezTo>
                    <a:cubicBezTo>
                      <a:pt x="374" y="2"/>
                      <a:pt x="374" y="2"/>
                      <a:pt x="374" y="2"/>
                    </a:cubicBezTo>
                    <a:cubicBezTo>
                      <a:pt x="373" y="1"/>
                      <a:pt x="373" y="1"/>
                      <a:pt x="374" y="0"/>
                    </a:cubicBezTo>
                    <a:cubicBezTo>
                      <a:pt x="374" y="0"/>
                      <a:pt x="374" y="0"/>
                      <a:pt x="374" y="0"/>
                    </a:cubicBezTo>
                    <a:cubicBezTo>
                      <a:pt x="374" y="0"/>
                      <a:pt x="374" y="0"/>
                      <a:pt x="375" y="0"/>
                    </a:cubicBezTo>
                    <a:cubicBezTo>
                      <a:pt x="375" y="0"/>
                      <a:pt x="375" y="0"/>
                      <a:pt x="375" y="0"/>
                    </a:cubicBezTo>
                    <a:cubicBezTo>
                      <a:pt x="375" y="0"/>
                      <a:pt x="376" y="0"/>
                      <a:pt x="376" y="1"/>
                    </a:cubicBezTo>
                    <a:close/>
                    <a:moveTo>
                      <a:pt x="364" y="8"/>
                    </a:moveTo>
                    <a:cubicBezTo>
                      <a:pt x="365" y="9"/>
                      <a:pt x="365" y="9"/>
                      <a:pt x="364" y="10"/>
                    </a:cubicBezTo>
                    <a:cubicBezTo>
                      <a:pt x="364" y="10"/>
                      <a:pt x="364" y="10"/>
                      <a:pt x="364" y="10"/>
                    </a:cubicBezTo>
                    <a:cubicBezTo>
                      <a:pt x="363" y="10"/>
                      <a:pt x="363" y="10"/>
                      <a:pt x="362" y="9"/>
                    </a:cubicBezTo>
                    <a:cubicBezTo>
                      <a:pt x="362" y="9"/>
                      <a:pt x="362" y="9"/>
                      <a:pt x="362" y="9"/>
                    </a:cubicBezTo>
                    <a:cubicBezTo>
                      <a:pt x="362" y="9"/>
                      <a:pt x="362" y="8"/>
                      <a:pt x="363" y="8"/>
                    </a:cubicBezTo>
                    <a:cubicBezTo>
                      <a:pt x="363" y="8"/>
                      <a:pt x="363" y="8"/>
                      <a:pt x="363" y="8"/>
                    </a:cubicBezTo>
                    <a:cubicBezTo>
                      <a:pt x="363" y="7"/>
                      <a:pt x="363" y="7"/>
                      <a:pt x="363" y="7"/>
                    </a:cubicBezTo>
                    <a:cubicBezTo>
                      <a:pt x="363" y="7"/>
                      <a:pt x="363" y="7"/>
                      <a:pt x="363" y="7"/>
                    </a:cubicBezTo>
                    <a:cubicBezTo>
                      <a:pt x="364" y="7"/>
                      <a:pt x="364" y="8"/>
                      <a:pt x="364" y="8"/>
                    </a:cubicBezTo>
                    <a:close/>
                    <a:moveTo>
                      <a:pt x="353" y="15"/>
                    </a:moveTo>
                    <a:cubicBezTo>
                      <a:pt x="354" y="16"/>
                      <a:pt x="353" y="17"/>
                      <a:pt x="353" y="17"/>
                    </a:cubicBezTo>
                    <a:cubicBezTo>
                      <a:pt x="353" y="17"/>
                      <a:pt x="353" y="17"/>
                      <a:pt x="353" y="17"/>
                    </a:cubicBezTo>
                    <a:cubicBezTo>
                      <a:pt x="352" y="18"/>
                      <a:pt x="351" y="17"/>
                      <a:pt x="351" y="17"/>
                    </a:cubicBezTo>
                    <a:cubicBezTo>
                      <a:pt x="351" y="17"/>
                      <a:pt x="351" y="17"/>
                      <a:pt x="351" y="17"/>
                    </a:cubicBezTo>
                    <a:cubicBezTo>
                      <a:pt x="351" y="16"/>
                      <a:pt x="351" y="15"/>
                      <a:pt x="351" y="15"/>
                    </a:cubicBezTo>
                    <a:cubicBezTo>
                      <a:pt x="351" y="15"/>
                      <a:pt x="351" y="15"/>
                      <a:pt x="351" y="15"/>
                    </a:cubicBezTo>
                    <a:cubicBezTo>
                      <a:pt x="352" y="15"/>
                      <a:pt x="352" y="15"/>
                      <a:pt x="352" y="15"/>
                    </a:cubicBezTo>
                    <a:cubicBezTo>
                      <a:pt x="352" y="15"/>
                      <a:pt x="352" y="15"/>
                      <a:pt x="352" y="15"/>
                    </a:cubicBezTo>
                    <a:cubicBezTo>
                      <a:pt x="352" y="15"/>
                      <a:pt x="353" y="15"/>
                      <a:pt x="353" y="15"/>
                    </a:cubicBezTo>
                    <a:close/>
                    <a:moveTo>
                      <a:pt x="342" y="23"/>
                    </a:moveTo>
                    <a:cubicBezTo>
                      <a:pt x="342" y="23"/>
                      <a:pt x="342" y="24"/>
                      <a:pt x="341" y="24"/>
                    </a:cubicBezTo>
                    <a:cubicBezTo>
                      <a:pt x="341" y="24"/>
                      <a:pt x="341" y="24"/>
                      <a:pt x="341" y="24"/>
                    </a:cubicBezTo>
                    <a:cubicBezTo>
                      <a:pt x="341" y="25"/>
                      <a:pt x="340" y="25"/>
                      <a:pt x="340" y="24"/>
                    </a:cubicBezTo>
                    <a:cubicBezTo>
                      <a:pt x="340" y="24"/>
                      <a:pt x="340" y="24"/>
                      <a:pt x="340" y="24"/>
                    </a:cubicBezTo>
                    <a:cubicBezTo>
                      <a:pt x="339" y="23"/>
                      <a:pt x="339" y="23"/>
                      <a:pt x="340" y="22"/>
                    </a:cubicBezTo>
                    <a:cubicBezTo>
                      <a:pt x="340" y="22"/>
                      <a:pt x="340" y="22"/>
                      <a:pt x="340" y="22"/>
                    </a:cubicBezTo>
                    <a:cubicBezTo>
                      <a:pt x="340" y="22"/>
                      <a:pt x="340" y="22"/>
                      <a:pt x="341" y="22"/>
                    </a:cubicBezTo>
                    <a:cubicBezTo>
                      <a:pt x="341" y="22"/>
                      <a:pt x="341" y="22"/>
                      <a:pt x="341" y="22"/>
                    </a:cubicBezTo>
                    <a:cubicBezTo>
                      <a:pt x="341" y="22"/>
                      <a:pt x="342" y="22"/>
                      <a:pt x="342" y="23"/>
                    </a:cubicBezTo>
                    <a:close/>
                    <a:moveTo>
                      <a:pt x="331" y="30"/>
                    </a:moveTo>
                    <a:cubicBezTo>
                      <a:pt x="331" y="31"/>
                      <a:pt x="331" y="31"/>
                      <a:pt x="330" y="32"/>
                    </a:cubicBezTo>
                    <a:cubicBezTo>
                      <a:pt x="330" y="32"/>
                      <a:pt x="330" y="32"/>
                      <a:pt x="330" y="32"/>
                    </a:cubicBezTo>
                    <a:cubicBezTo>
                      <a:pt x="330" y="32"/>
                      <a:pt x="329" y="32"/>
                      <a:pt x="328" y="31"/>
                    </a:cubicBezTo>
                    <a:cubicBezTo>
                      <a:pt x="328" y="31"/>
                      <a:pt x="328" y="31"/>
                      <a:pt x="328" y="31"/>
                    </a:cubicBezTo>
                    <a:cubicBezTo>
                      <a:pt x="328" y="31"/>
                      <a:pt x="328" y="30"/>
                      <a:pt x="329" y="30"/>
                    </a:cubicBezTo>
                    <a:cubicBezTo>
                      <a:pt x="329" y="30"/>
                      <a:pt x="329" y="30"/>
                      <a:pt x="329" y="30"/>
                    </a:cubicBezTo>
                    <a:cubicBezTo>
                      <a:pt x="329" y="29"/>
                      <a:pt x="329" y="29"/>
                      <a:pt x="329" y="29"/>
                    </a:cubicBezTo>
                    <a:cubicBezTo>
                      <a:pt x="329" y="29"/>
                      <a:pt x="329" y="29"/>
                      <a:pt x="329" y="29"/>
                    </a:cubicBezTo>
                    <a:cubicBezTo>
                      <a:pt x="330" y="29"/>
                      <a:pt x="330" y="30"/>
                      <a:pt x="331" y="30"/>
                    </a:cubicBezTo>
                    <a:close/>
                    <a:moveTo>
                      <a:pt x="319" y="37"/>
                    </a:moveTo>
                    <a:cubicBezTo>
                      <a:pt x="320" y="38"/>
                      <a:pt x="319" y="39"/>
                      <a:pt x="319" y="39"/>
                    </a:cubicBezTo>
                    <a:cubicBezTo>
                      <a:pt x="319" y="39"/>
                      <a:pt x="319" y="39"/>
                      <a:pt x="319" y="39"/>
                    </a:cubicBezTo>
                    <a:cubicBezTo>
                      <a:pt x="318" y="40"/>
                      <a:pt x="317" y="39"/>
                      <a:pt x="317" y="39"/>
                    </a:cubicBezTo>
                    <a:cubicBezTo>
                      <a:pt x="317" y="39"/>
                      <a:pt x="317" y="39"/>
                      <a:pt x="317" y="39"/>
                    </a:cubicBezTo>
                    <a:cubicBezTo>
                      <a:pt x="317" y="38"/>
                      <a:pt x="317" y="37"/>
                      <a:pt x="317" y="37"/>
                    </a:cubicBezTo>
                    <a:cubicBezTo>
                      <a:pt x="317" y="37"/>
                      <a:pt x="317" y="37"/>
                      <a:pt x="317" y="37"/>
                    </a:cubicBezTo>
                    <a:cubicBezTo>
                      <a:pt x="318" y="37"/>
                      <a:pt x="318" y="37"/>
                      <a:pt x="318" y="37"/>
                    </a:cubicBezTo>
                    <a:cubicBezTo>
                      <a:pt x="318" y="37"/>
                      <a:pt x="318" y="37"/>
                      <a:pt x="318" y="37"/>
                    </a:cubicBezTo>
                    <a:cubicBezTo>
                      <a:pt x="319" y="37"/>
                      <a:pt x="319" y="37"/>
                      <a:pt x="319" y="37"/>
                    </a:cubicBezTo>
                    <a:close/>
                    <a:moveTo>
                      <a:pt x="308" y="45"/>
                    </a:moveTo>
                    <a:cubicBezTo>
                      <a:pt x="308" y="45"/>
                      <a:pt x="308" y="46"/>
                      <a:pt x="308" y="47"/>
                    </a:cubicBezTo>
                    <a:cubicBezTo>
                      <a:pt x="308" y="47"/>
                      <a:pt x="308" y="47"/>
                      <a:pt x="308" y="47"/>
                    </a:cubicBezTo>
                    <a:cubicBezTo>
                      <a:pt x="307" y="47"/>
                      <a:pt x="306" y="47"/>
                      <a:pt x="306" y="46"/>
                    </a:cubicBezTo>
                    <a:cubicBezTo>
                      <a:pt x="306" y="46"/>
                      <a:pt x="306" y="46"/>
                      <a:pt x="306" y="46"/>
                    </a:cubicBezTo>
                    <a:cubicBezTo>
                      <a:pt x="305" y="46"/>
                      <a:pt x="305" y="45"/>
                      <a:pt x="306" y="44"/>
                    </a:cubicBezTo>
                    <a:cubicBezTo>
                      <a:pt x="306" y="44"/>
                      <a:pt x="306" y="44"/>
                      <a:pt x="306" y="44"/>
                    </a:cubicBezTo>
                    <a:cubicBezTo>
                      <a:pt x="306" y="44"/>
                      <a:pt x="307" y="44"/>
                      <a:pt x="307" y="44"/>
                    </a:cubicBezTo>
                    <a:cubicBezTo>
                      <a:pt x="307" y="44"/>
                      <a:pt x="307" y="44"/>
                      <a:pt x="307" y="44"/>
                    </a:cubicBezTo>
                    <a:cubicBezTo>
                      <a:pt x="307" y="44"/>
                      <a:pt x="308" y="44"/>
                      <a:pt x="308" y="45"/>
                    </a:cubicBezTo>
                    <a:close/>
                    <a:moveTo>
                      <a:pt x="297" y="52"/>
                    </a:moveTo>
                    <a:cubicBezTo>
                      <a:pt x="297" y="53"/>
                      <a:pt x="297" y="54"/>
                      <a:pt x="296" y="54"/>
                    </a:cubicBezTo>
                    <a:cubicBezTo>
                      <a:pt x="296" y="54"/>
                      <a:pt x="296" y="54"/>
                      <a:pt x="296" y="54"/>
                    </a:cubicBezTo>
                    <a:cubicBezTo>
                      <a:pt x="296" y="54"/>
                      <a:pt x="295" y="54"/>
                      <a:pt x="294" y="54"/>
                    </a:cubicBezTo>
                    <a:cubicBezTo>
                      <a:pt x="294" y="54"/>
                      <a:pt x="294" y="54"/>
                      <a:pt x="294" y="54"/>
                    </a:cubicBezTo>
                    <a:cubicBezTo>
                      <a:pt x="294" y="53"/>
                      <a:pt x="294" y="52"/>
                      <a:pt x="295" y="52"/>
                    </a:cubicBezTo>
                    <a:cubicBezTo>
                      <a:pt x="295" y="52"/>
                      <a:pt x="295" y="52"/>
                      <a:pt x="295" y="52"/>
                    </a:cubicBezTo>
                    <a:cubicBezTo>
                      <a:pt x="295" y="52"/>
                      <a:pt x="295" y="51"/>
                      <a:pt x="296" y="51"/>
                    </a:cubicBezTo>
                    <a:cubicBezTo>
                      <a:pt x="296" y="51"/>
                      <a:pt x="296" y="51"/>
                      <a:pt x="296" y="51"/>
                    </a:cubicBezTo>
                    <a:cubicBezTo>
                      <a:pt x="296" y="51"/>
                      <a:pt x="296" y="52"/>
                      <a:pt x="297" y="52"/>
                    </a:cubicBezTo>
                    <a:close/>
                    <a:moveTo>
                      <a:pt x="285" y="59"/>
                    </a:moveTo>
                    <a:cubicBezTo>
                      <a:pt x="286" y="60"/>
                      <a:pt x="286" y="61"/>
                      <a:pt x="285" y="61"/>
                    </a:cubicBezTo>
                    <a:cubicBezTo>
                      <a:pt x="285" y="61"/>
                      <a:pt x="285" y="61"/>
                      <a:pt x="285" y="61"/>
                    </a:cubicBezTo>
                    <a:cubicBezTo>
                      <a:pt x="284" y="62"/>
                      <a:pt x="283" y="62"/>
                      <a:pt x="283" y="61"/>
                    </a:cubicBezTo>
                    <a:cubicBezTo>
                      <a:pt x="283" y="61"/>
                      <a:pt x="283" y="61"/>
                      <a:pt x="283" y="61"/>
                    </a:cubicBezTo>
                    <a:cubicBezTo>
                      <a:pt x="283" y="60"/>
                      <a:pt x="283" y="59"/>
                      <a:pt x="283" y="59"/>
                    </a:cubicBezTo>
                    <a:cubicBezTo>
                      <a:pt x="283" y="59"/>
                      <a:pt x="283" y="59"/>
                      <a:pt x="283" y="59"/>
                    </a:cubicBezTo>
                    <a:cubicBezTo>
                      <a:pt x="284" y="59"/>
                      <a:pt x="284" y="59"/>
                      <a:pt x="284" y="59"/>
                    </a:cubicBezTo>
                    <a:cubicBezTo>
                      <a:pt x="284" y="59"/>
                      <a:pt x="284" y="59"/>
                      <a:pt x="284" y="59"/>
                    </a:cubicBezTo>
                    <a:cubicBezTo>
                      <a:pt x="285" y="59"/>
                      <a:pt x="285" y="59"/>
                      <a:pt x="285" y="59"/>
                    </a:cubicBezTo>
                    <a:close/>
                    <a:moveTo>
                      <a:pt x="274" y="67"/>
                    </a:moveTo>
                    <a:cubicBezTo>
                      <a:pt x="274" y="67"/>
                      <a:pt x="274" y="68"/>
                      <a:pt x="274" y="69"/>
                    </a:cubicBezTo>
                    <a:cubicBezTo>
                      <a:pt x="274" y="69"/>
                      <a:pt x="274" y="69"/>
                      <a:pt x="274" y="69"/>
                    </a:cubicBezTo>
                    <a:cubicBezTo>
                      <a:pt x="273" y="69"/>
                      <a:pt x="272" y="69"/>
                      <a:pt x="272" y="68"/>
                    </a:cubicBezTo>
                    <a:cubicBezTo>
                      <a:pt x="272" y="68"/>
                      <a:pt x="272" y="68"/>
                      <a:pt x="272" y="68"/>
                    </a:cubicBezTo>
                    <a:cubicBezTo>
                      <a:pt x="271" y="68"/>
                      <a:pt x="272" y="67"/>
                      <a:pt x="272" y="66"/>
                    </a:cubicBezTo>
                    <a:cubicBezTo>
                      <a:pt x="272" y="66"/>
                      <a:pt x="272" y="66"/>
                      <a:pt x="272" y="66"/>
                    </a:cubicBezTo>
                    <a:cubicBezTo>
                      <a:pt x="272" y="66"/>
                      <a:pt x="273" y="66"/>
                      <a:pt x="273" y="66"/>
                    </a:cubicBezTo>
                    <a:cubicBezTo>
                      <a:pt x="273" y="66"/>
                      <a:pt x="273" y="66"/>
                      <a:pt x="273" y="66"/>
                    </a:cubicBezTo>
                    <a:cubicBezTo>
                      <a:pt x="273" y="66"/>
                      <a:pt x="274" y="66"/>
                      <a:pt x="274" y="67"/>
                    </a:cubicBezTo>
                    <a:close/>
                    <a:moveTo>
                      <a:pt x="263" y="74"/>
                    </a:moveTo>
                    <a:cubicBezTo>
                      <a:pt x="263" y="75"/>
                      <a:pt x="263" y="76"/>
                      <a:pt x="262" y="76"/>
                    </a:cubicBezTo>
                    <a:cubicBezTo>
                      <a:pt x="262" y="76"/>
                      <a:pt x="262" y="76"/>
                      <a:pt x="262" y="76"/>
                    </a:cubicBezTo>
                    <a:cubicBezTo>
                      <a:pt x="262" y="76"/>
                      <a:pt x="261" y="76"/>
                      <a:pt x="260" y="76"/>
                    </a:cubicBezTo>
                    <a:cubicBezTo>
                      <a:pt x="260" y="76"/>
                      <a:pt x="260" y="76"/>
                      <a:pt x="260" y="76"/>
                    </a:cubicBezTo>
                    <a:cubicBezTo>
                      <a:pt x="260" y="75"/>
                      <a:pt x="260" y="74"/>
                      <a:pt x="261" y="74"/>
                    </a:cubicBezTo>
                    <a:cubicBezTo>
                      <a:pt x="261" y="74"/>
                      <a:pt x="261" y="74"/>
                      <a:pt x="261" y="74"/>
                    </a:cubicBezTo>
                    <a:cubicBezTo>
                      <a:pt x="261" y="74"/>
                      <a:pt x="261" y="74"/>
                      <a:pt x="262" y="74"/>
                    </a:cubicBezTo>
                    <a:cubicBezTo>
                      <a:pt x="262" y="74"/>
                      <a:pt x="262" y="74"/>
                      <a:pt x="262" y="74"/>
                    </a:cubicBezTo>
                    <a:cubicBezTo>
                      <a:pt x="262" y="74"/>
                      <a:pt x="262" y="74"/>
                      <a:pt x="263" y="74"/>
                    </a:cubicBezTo>
                    <a:close/>
                    <a:moveTo>
                      <a:pt x="251" y="82"/>
                    </a:moveTo>
                    <a:cubicBezTo>
                      <a:pt x="252" y="82"/>
                      <a:pt x="252" y="83"/>
                      <a:pt x="251" y="83"/>
                    </a:cubicBezTo>
                    <a:cubicBezTo>
                      <a:pt x="251" y="83"/>
                      <a:pt x="251" y="83"/>
                      <a:pt x="251" y="83"/>
                    </a:cubicBezTo>
                    <a:cubicBezTo>
                      <a:pt x="250" y="84"/>
                      <a:pt x="250" y="84"/>
                      <a:pt x="249" y="83"/>
                    </a:cubicBezTo>
                    <a:cubicBezTo>
                      <a:pt x="249" y="83"/>
                      <a:pt x="249" y="83"/>
                      <a:pt x="249" y="83"/>
                    </a:cubicBezTo>
                    <a:cubicBezTo>
                      <a:pt x="249" y="82"/>
                      <a:pt x="249" y="82"/>
                      <a:pt x="250" y="81"/>
                    </a:cubicBezTo>
                    <a:cubicBezTo>
                      <a:pt x="250" y="81"/>
                      <a:pt x="250" y="81"/>
                      <a:pt x="250" y="81"/>
                    </a:cubicBezTo>
                    <a:cubicBezTo>
                      <a:pt x="250" y="81"/>
                      <a:pt x="250" y="81"/>
                      <a:pt x="250" y="81"/>
                    </a:cubicBezTo>
                    <a:cubicBezTo>
                      <a:pt x="250" y="81"/>
                      <a:pt x="250" y="81"/>
                      <a:pt x="250" y="81"/>
                    </a:cubicBezTo>
                    <a:cubicBezTo>
                      <a:pt x="251" y="81"/>
                      <a:pt x="251" y="81"/>
                      <a:pt x="251" y="82"/>
                    </a:cubicBezTo>
                    <a:close/>
                    <a:moveTo>
                      <a:pt x="240" y="89"/>
                    </a:moveTo>
                    <a:cubicBezTo>
                      <a:pt x="241" y="90"/>
                      <a:pt x="240" y="90"/>
                      <a:pt x="240" y="91"/>
                    </a:cubicBezTo>
                    <a:cubicBezTo>
                      <a:pt x="240" y="91"/>
                      <a:pt x="240" y="91"/>
                      <a:pt x="240" y="91"/>
                    </a:cubicBezTo>
                    <a:cubicBezTo>
                      <a:pt x="239" y="91"/>
                      <a:pt x="238" y="91"/>
                      <a:pt x="238" y="90"/>
                    </a:cubicBezTo>
                    <a:cubicBezTo>
                      <a:pt x="238" y="90"/>
                      <a:pt x="238" y="90"/>
                      <a:pt x="238" y="90"/>
                    </a:cubicBezTo>
                    <a:cubicBezTo>
                      <a:pt x="237" y="90"/>
                      <a:pt x="238" y="89"/>
                      <a:pt x="238" y="89"/>
                    </a:cubicBezTo>
                    <a:cubicBezTo>
                      <a:pt x="238" y="89"/>
                      <a:pt x="238" y="89"/>
                      <a:pt x="238" y="89"/>
                    </a:cubicBezTo>
                    <a:cubicBezTo>
                      <a:pt x="238" y="88"/>
                      <a:pt x="239" y="88"/>
                      <a:pt x="239" y="88"/>
                    </a:cubicBezTo>
                    <a:cubicBezTo>
                      <a:pt x="239" y="88"/>
                      <a:pt x="239" y="88"/>
                      <a:pt x="239" y="88"/>
                    </a:cubicBezTo>
                    <a:cubicBezTo>
                      <a:pt x="239" y="88"/>
                      <a:pt x="240" y="89"/>
                      <a:pt x="240" y="89"/>
                    </a:cubicBezTo>
                    <a:close/>
                    <a:moveTo>
                      <a:pt x="229" y="96"/>
                    </a:moveTo>
                    <a:cubicBezTo>
                      <a:pt x="229" y="97"/>
                      <a:pt x="229" y="98"/>
                      <a:pt x="228" y="98"/>
                    </a:cubicBezTo>
                    <a:cubicBezTo>
                      <a:pt x="228" y="98"/>
                      <a:pt x="228" y="98"/>
                      <a:pt x="228" y="98"/>
                    </a:cubicBezTo>
                    <a:cubicBezTo>
                      <a:pt x="228" y="99"/>
                      <a:pt x="227" y="98"/>
                      <a:pt x="227" y="98"/>
                    </a:cubicBezTo>
                    <a:cubicBezTo>
                      <a:pt x="227" y="98"/>
                      <a:pt x="227" y="98"/>
                      <a:pt x="227" y="98"/>
                    </a:cubicBezTo>
                    <a:cubicBezTo>
                      <a:pt x="226" y="97"/>
                      <a:pt x="226" y="96"/>
                      <a:pt x="227" y="96"/>
                    </a:cubicBezTo>
                    <a:cubicBezTo>
                      <a:pt x="227" y="96"/>
                      <a:pt x="227" y="96"/>
                      <a:pt x="227" y="96"/>
                    </a:cubicBezTo>
                    <a:cubicBezTo>
                      <a:pt x="227" y="96"/>
                      <a:pt x="227" y="96"/>
                      <a:pt x="228" y="96"/>
                    </a:cubicBezTo>
                    <a:cubicBezTo>
                      <a:pt x="228" y="96"/>
                      <a:pt x="228" y="96"/>
                      <a:pt x="228" y="96"/>
                    </a:cubicBezTo>
                    <a:cubicBezTo>
                      <a:pt x="228" y="96"/>
                      <a:pt x="229" y="96"/>
                      <a:pt x="229" y="96"/>
                    </a:cubicBezTo>
                    <a:close/>
                    <a:moveTo>
                      <a:pt x="217" y="104"/>
                    </a:moveTo>
                    <a:cubicBezTo>
                      <a:pt x="218" y="104"/>
                      <a:pt x="218" y="105"/>
                      <a:pt x="217" y="105"/>
                    </a:cubicBezTo>
                    <a:cubicBezTo>
                      <a:pt x="217" y="105"/>
                      <a:pt x="217" y="105"/>
                      <a:pt x="217" y="105"/>
                    </a:cubicBezTo>
                    <a:cubicBezTo>
                      <a:pt x="216" y="106"/>
                      <a:pt x="216" y="106"/>
                      <a:pt x="215" y="105"/>
                    </a:cubicBezTo>
                    <a:cubicBezTo>
                      <a:pt x="215" y="105"/>
                      <a:pt x="215" y="105"/>
                      <a:pt x="215" y="105"/>
                    </a:cubicBezTo>
                    <a:cubicBezTo>
                      <a:pt x="215" y="105"/>
                      <a:pt x="215" y="104"/>
                      <a:pt x="216" y="103"/>
                    </a:cubicBezTo>
                    <a:cubicBezTo>
                      <a:pt x="216" y="103"/>
                      <a:pt x="216" y="103"/>
                      <a:pt x="216" y="103"/>
                    </a:cubicBezTo>
                    <a:cubicBezTo>
                      <a:pt x="216" y="103"/>
                      <a:pt x="216" y="103"/>
                      <a:pt x="216" y="103"/>
                    </a:cubicBezTo>
                    <a:cubicBezTo>
                      <a:pt x="216" y="103"/>
                      <a:pt x="216" y="103"/>
                      <a:pt x="216" y="103"/>
                    </a:cubicBezTo>
                    <a:cubicBezTo>
                      <a:pt x="217" y="103"/>
                      <a:pt x="217" y="103"/>
                      <a:pt x="217" y="104"/>
                    </a:cubicBezTo>
                    <a:close/>
                    <a:moveTo>
                      <a:pt x="206" y="111"/>
                    </a:moveTo>
                    <a:cubicBezTo>
                      <a:pt x="207" y="112"/>
                      <a:pt x="206" y="112"/>
                      <a:pt x="206" y="113"/>
                    </a:cubicBezTo>
                    <a:cubicBezTo>
                      <a:pt x="206" y="113"/>
                      <a:pt x="206" y="113"/>
                      <a:pt x="206" y="113"/>
                    </a:cubicBezTo>
                    <a:cubicBezTo>
                      <a:pt x="205" y="113"/>
                      <a:pt x="204" y="113"/>
                      <a:pt x="204" y="112"/>
                    </a:cubicBezTo>
                    <a:cubicBezTo>
                      <a:pt x="204" y="112"/>
                      <a:pt x="204" y="112"/>
                      <a:pt x="204" y="112"/>
                    </a:cubicBezTo>
                    <a:cubicBezTo>
                      <a:pt x="204" y="112"/>
                      <a:pt x="204" y="111"/>
                      <a:pt x="204" y="111"/>
                    </a:cubicBezTo>
                    <a:cubicBezTo>
                      <a:pt x="204" y="111"/>
                      <a:pt x="204" y="111"/>
                      <a:pt x="204" y="111"/>
                    </a:cubicBezTo>
                    <a:cubicBezTo>
                      <a:pt x="205" y="110"/>
                      <a:pt x="205" y="110"/>
                      <a:pt x="205" y="110"/>
                    </a:cubicBezTo>
                    <a:cubicBezTo>
                      <a:pt x="205" y="110"/>
                      <a:pt x="205" y="110"/>
                      <a:pt x="205" y="110"/>
                    </a:cubicBezTo>
                    <a:cubicBezTo>
                      <a:pt x="205" y="110"/>
                      <a:pt x="206" y="111"/>
                      <a:pt x="206" y="111"/>
                    </a:cubicBezTo>
                    <a:close/>
                    <a:moveTo>
                      <a:pt x="195" y="118"/>
                    </a:moveTo>
                    <a:cubicBezTo>
                      <a:pt x="195" y="119"/>
                      <a:pt x="195" y="120"/>
                      <a:pt x="194" y="120"/>
                    </a:cubicBezTo>
                    <a:cubicBezTo>
                      <a:pt x="194" y="120"/>
                      <a:pt x="194" y="120"/>
                      <a:pt x="194" y="120"/>
                    </a:cubicBezTo>
                    <a:cubicBezTo>
                      <a:pt x="194" y="121"/>
                      <a:pt x="193" y="120"/>
                      <a:pt x="193" y="120"/>
                    </a:cubicBezTo>
                    <a:cubicBezTo>
                      <a:pt x="193" y="120"/>
                      <a:pt x="193" y="120"/>
                      <a:pt x="193" y="120"/>
                    </a:cubicBezTo>
                    <a:cubicBezTo>
                      <a:pt x="192" y="119"/>
                      <a:pt x="192" y="118"/>
                      <a:pt x="193" y="118"/>
                    </a:cubicBezTo>
                    <a:cubicBezTo>
                      <a:pt x="193" y="118"/>
                      <a:pt x="193" y="118"/>
                      <a:pt x="193" y="118"/>
                    </a:cubicBezTo>
                    <a:cubicBezTo>
                      <a:pt x="193" y="118"/>
                      <a:pt x="193" y="118"/>
                      <a:pt x="194" y="118"/>
                    </a:cubicBezTo>
                    <a:cubicBezTo>
                      <a:pt x="194" y="118"/>
                      <a:pt x="194" y="118"/>
                      <a:pt x="194" y="118"/>
                    </a:cubicBezTo>
                    <a:cubicBezTo>
                      <a:pt x="194" y="118"/>
                      <a:pt x="195" y="118"/>
                      <a:pt x="195" y="118"/>
                    </a:cubicBezTo>
                    <a:close/>
                    <a:moveTo>
                      <a:pt x="184" y="126"/>
                    </a:moveTo>
                    <a:cubicBezTo>
                      <a:pt x="184" y="126"/>
                      <a:pt x="184" y="127"/>
                      <a:pt x="183" y="128"/>
                    </a:cubicBezTo>
                    <a:cubicBezTo>
                      <a:pt x="183" y="128"/>
                      <a:pt x="183" y="128"/>
                      <a:pt x="183" y="128"/>
                    </a:cubicBezTo>
                    <a:cubicBezTo>
                      <a:pt x="183" y="128"/>
                      <a:pt x="182" y="128"/>
                      <a:pt x="181" y="127"/>
                    </a:cubicBezTo>
                    <a:cubicBezTo>
                      <a:pt x="181" y="127"/>
                      <a:pt x="181" y="127"/>
                      <a:pt x="181" y="127"/>
                    </a:cubicBezTo>
                    <a:cubicBezTo>
                      <a:pt x="181" y="127"/>
                      <a:pt x="181" y="126"/>
                      <a:pt x="182" y="125"/>
                    </a:cubicBezTo>
                    <a:cubicBezTo>
                      <a:pt x="182" y="125"/>
                      <a:pt x="182" y="125"/>
                      <a:pt x="182" y="125"/>
                    </a:cubicBezTo>
                    <a:cubicBezTo>
                      <a:pt x="182" y="125"/>
                      <a:pt x="182" y="125"/>
                      <a:pt x="182" y="125"/>
                    </a:cubicBezTo>
                    <a:cubicBezTo>
                      <a:pt x="182" y="125"/>
                      <a:pt x="182" y="125"/>
                      <a:pt x="182" y="125"/>
                    </a:cubicBezTo>
                    <a:cubicBezTo>
                      <a:pt x="183" y="125"/>
                      <a:pt x="183" y="125"/>
                      <a:pt x="184" y="126"/>
                    </a:cubicBezTo>
                    <a:close/>
                    <a:moveTo>
                      <a:pt x="172" y="133"/>
                    </a:moveTo>
                    <a:cubicBezTo>
                      <a:pt x="173" y="134"/>
                      <a:pt x="172" y="135"/>
                      <a:pt x="172" y="135"/>
                    </a:cubicBezTo>
                    <a:cubicBezTo>
                      <a:pt x="172" y="135"/>
                      <a:pt x="172" y="135"/>
                      <a:pt x="172" y="135"/>
                    </a:cubicBezTo>
                    <a:cubicBezTo>
                      <a:pt x="171" y="135"/>
                      <a:pt x="170" y="135"/>
                      <a:pt x="170" y="135"/>
                    </a:cubicBezTo>
                    <a:cubicBezTo>
                      <a:pt x="170" y="135"/>
                      <a:pt x="170" y="135"/>
                      <a:pt x="170" y="135"/>
                    </a:cubicBezTo>
                    <a:cubicBezTo>
                      <a:pt x="170" y="134"/>
                      <a:pt x="170" y="133"/>
                      <a:pt x="170" y="133"/>
                    </a:cubicBezTo>
                    <a:cubicBezTo>
                      <a:pt x="170" y="133"/>
                      <a:pt x="170" y="133"/>
                      <a:pt x="170" y="133"/>
                    </a:cubicBezTo>
                    <a:cubicBezTo>
                      <a:pt x="171" y="133"/>
                      <a:pt x="171" y="133"/>
                      <a:pt x="171" y="133"/>
                    </a:cubicBezTo>
                    <a:cubicBezTo>
                      <a:pt x="171" y="133"/>
                      <a:pt x="171" y="133"/>
                      <a:pt x="171" y="133"/>
                    </a:cubicBezTo>
                    <a:cubicBezTo>
                      <a:pt x="172" y="133"/>
                      <a:pt x="172" y="133"/>
                      <a:pt x="172" y="133"/>
                    </a:cubicBezTo>
                    <a:close/>
                    <a:moveTo>
                      <a:pt x="161" y="140"/>
                    </a:moveTo>
                    <a:cubicBezTo>
                      <a:pt x="161" y="141"/>
                      <a:pt x="161" y="142"/>
                      <a:pt x="161" y="142"/>
                    </a:cubicBezTo>
                    <a:cubicBezTo>
                      <a:pt x="161" y="142"/>
                      <a:pt x="161" y="142"/>
                      <a:pt x="161" y="142"/>
                    </a:cubicBezTo>
                    <a:cubicBezTo>
                      <a:pt x="160" y="143"/>
                      <a:pt x="159" y="143"/>
                      <a:pt x="159" y="142"/>
                    </a:cubicBezTo>
                    <a:cubicBezTo>
                      <a:pt x="159" y="142"/>
                      <a:pt x="159" y="142"/>
                      <a:pt x="159" y="142"/>
                    </a:cubicBezTo>
                    <a:cubicBezTo>
                      <a:pt x="158" y="141"/>
                      <a:pt x="158" y="140"/>
                      <a:pt x="159" y="140"/>
                    </a:cubicBezTo>
                    <a:cubicBezTo>
                      <a:pt x="159" y="140"/>
                      <a:pt x="159" y="140"/>
                      <a:pt x="159" y="140"/>
                    </a:cubicBezTo>
                    <a:cubicBezTo>
                      <a:pt x="159" y="140"/>
                      <a:pt x="160" y="140"/>
                      <a:pt x="160" y="140"/>
                    </a:cubicBezTo>
                    <a:cubicBezTo>
                      <a:pt x="160" y="140"/>
                      <a:pt x="160" y="140"/>
                      <a:pt x="160" y="140"/>
                    </a:cubicBezTo>
                    <a:cubicBezTo>
                      <a:pt x="160" y="140"/>
                      <a:pt x="161" y="140"/>
                      <a:pt x="161" y="140"/>
                    </a:cubicBezTo>
                    <a:close/>
                    <a:moveTo>
                      <a:pt x="150" y="148"/>
                    </a:moveTo>
                    <a:cubicBezTo>
                      <a:pt x="150" y="148"/>
                      <a:pt x="150" y="149"/>
                      <a:pt x="149" y="150"/>
                    </a:cubicBezTo>
                    <a:cubicBezTo>
                      <a:pt x="149" y="150"/>
                      <a:pt x="149" y="150"/>
                      <a:pt x="149" y="150"/>
                    </a:cubicBezTo>
                    <a:cubicBezTo>
                      <a:pt x="149" y="150"/>
                      <a:pt x="148" y="150"/>
                      <a:pt x="147" y="149"/>
                    </a:cubicBezTo>
                    <a:cubicBezTo>
                      <a:pt x="147" y="149"/>
                      <a:pt x="147" y="149"/>
                      <a:pt x="147" y="149"/>
                    </a:cubicBezTo>
                    <a:cubicBezTo>
                      <a:pt x="147" y="149"/>
                      <a:pt x="147" y="148"/>
                      <a:pt x="148" y="147"/>
                    </a:cubicBezTo>
                    <a:cubicBezTo>
                      <a:pt x="148" y="147"/>
                      <a:pt x="148" y="147"/>
                      <a:pt x="148" y="147"/>
                    </a:cubicBezTo>
                    <a:cubicBezTo>
                      <a:pt x="148" y="147"/>
                      <a:pt x="148" y="147"/>
                      <a:pt x="149" y="147"/>
                    </a:cubicBezTo>
                    <a:cubicBezTo>
                      <a:pt x="149" y="147"/>
                      <a:pt x="149" y="147"/>
                      <a:pt x="149" y="147"/>
                    </a:cubicBezTo>
                    <a:cubicBezTo>
                      <a:pt x="149" y="147"/>
                      <a:pt x="149" y="147"/>
                      <a:pt x="150" y="148"/>
                    </a:cubicBezTo>
                    <a:close/>
                    <a:moveTo>
                      <a:pt x="138" y="155"/>
                    </a:moveTo>
                    <a:cubicBezTo>
                      <a:pt x="139" y="156"/>
                      <a:pt x="139" y="157"/>
                      <a:pt x="138" y="157"/>
                    </a:cubicBezTo>
                    <a:cubicBezTo>
                      <a:pt x="138" y="157"/>
                      <a:pt x="138" y="157"/>
                      <a:pt x="138" y="157"/>
                    </a:cubicBezTo>
                    <a:cubicBezTo>
                      <a:pt x="137" y="157"/>
                      <a:pt x="136" y="157"/>
                      <a:pt x="136" y="157"/>
                    </a:cubicBezTo>
                    <a:cubicBezTo>
                      <a:pt x="136" y="157"/>
                      <a:pt x="136" y="157"/>
                      <a:pt x="136" y="157"/>
                    </a:cubicBezTo>
                    <a:cubicBezTo>
                      <a:pt x="136" y="156"/>
                      <a:pt x="136" y="155"/>
                      <a:pt x="136" y="155"/>
                    </a:cubicBezTo>
                    <a:cubicBezTo>
                      <a:pt x="136" y="155"/>
                      <a:pt x="136" y="155"/>
                      <a:pt x="136" y="155"/>
                    </a:cubicBezTo>
                    <a:cubicBezTo>
                      <a:pt x="137" y="155"/>
                      <a:pt x="137" y="155"/>
                      <a:pt x="137" y="155"/>
                    </a:cubicBezTo>
                    <a:cubicBezTo>
                      <a:pt x="137" y="155"/>
                      <a:pt x="137" y="155"/>
                      <a:pt x="137" y="155"/>
                    </a:cubicBezTo>
                    <a:cubicBezTo>
                      <a:pt x="138" y="155"/>
                      <a:pt x="138" y="155"/>
                      <a:pt x="138" y="155"/>
                    </a:cubicBezTo>
                    <a:close/>
                    <a:moveTo>
                      <a:pt x="127" y="163"/>
                    </a:moveTo>
                    <a:cubicBezTo>
                      <a:pt x="127" y="163"/>
                      <a:pt x="127" y="164"/>
                      <a:pt x="127" y="164"/>
                    </a:cubicBezTo>
                    <a:cubicBezTo>
                      <a:pt x="127" y="164"/>
                      <a:pt x="127" y="164"/>
                      <a:pt x="127" y="164"/>
                    </a:cubicBezTo>
                    <a:cubicBezTo>
                      <a:pt x="126" y="165"/>
                      <a:pt x="125" y="165"/>
                      <a:pt x="125" y="164"/>
                    </a:cubicBezTo>
                    <a:cubicBezTo>
                      <a:pt x="125" y="164"/>
                      <a:pt x="125" y="164"/>
                      <a:pt x="125" y="164"/>
                    </a:cubicBezTo>
                    <a:cubicBezTo>
                      <a:pt x="124" y="163"/>
                      <a:pt x="125" y="163"/>
                      <a:pt x="125" y="162"/>
                    </a:cubicBezTo>
                    <a:cubicBezTo>
                      <a:pt x="125" y="162"/>
                      <a:pt x="125" y="162"/>
                      <a:pt x="125" y="162"/>
                    </a:cubicBezTo>
                    <a:cubicBezTo>
                      <a:pt x="125" y="162"/>
                      <a:pt x="126" y="162"/>
                      <a:pt x="126" y="162"/>
                    </a:cubicBezTo>
                    <a:cubicBezTo>
                      <a:pt x="126" y="162"/>
                      <a:pt x="126" y="162"/>
                      <a:pt x="126" y="162"/>
                    </a:cubicBezTo>
                    <a:cubicBezTo>
                      <a:pt x="126" y="162"/>
                      <a:pt x="127" y="162"/>
                      <a:pt x="127" y="163"/>
                    </a:cubicBezTo>
                    <a:close/>
                    <a:moveTo>
                      <a:pt x="116" y="170"/>
                    </a:moveTo>
                    <a:cubicBezTo>
                      <a:pt x="116" y="171"/>
                      <a:pt x="116" y="171"/>
                      <a:pt x="115" y="172"/>
                    </a:cubicBezTo>
                    <a:cubicBezTo>
                      <a:pt x="115" y="172"/>
                      <a:pt x="115" y="172"/>
                      <a:pt x="115" y="172"/>
                    </a:cubicBezTo>
                    <a:cubicBezTo>
                      <a:pt x="115" y="172"/>
                      <a:pt x="114" y="172"/>
                      <a:pt x="113" y="171"/>
                    </a:cubicBezTo>
                    <a:cubicBezTo>
                      <a:pt x="113" y="171"/>
                      <a:pt x="113" y="171"/>
                      <a:pt x="113" y="171"/>
                    </a:cubicBezTo>
                    <a:cubicBezTo>
                      <a:pt x="113" y="171"/>
                      <a:pt x="113" y="170"/>
                      <a:pt x="114" y="170"/>
                    </a:cubicBezTo>
                    <a:cubicBezTo>
                      <a:pt x="114" y="170"/>
                      <a:pt x="114" y="170"/>
                      <a:pt x="114" y="170"/>
                    </a:cubicBezTo>
                    <a:cubicBezTo>
                      <a:pt x="114" y="169"/>
                      <a:pt x="114" y="169"/>
                      <a:pt x="115" y="169"/>
                    </a:cubicBezTo>
                    <a:cubicBezTo>
                      <a:pt x="115" y="169"/>
                      <a:pt x="115" y="169"/>
                      <a:pt x="115" y="169"/>
                    </a:cubicBezTo>
                    <a:cubicBezTo>
                      <a:pt x="115" y="169"/>
                      <a:pt x="115" y="170"/>
                      <a:pt x="116" y="170"/>
                    </a:cubicBezTo>
                    <a:close/>
                    <a:moveTo>
                      <a:pt x="104" y="177"/>
                    </a:moveTo>
                    <a:cubicBezTo>
                      <a:pt x="105" y="178"/>
                      <a:pt x="105" y="179"/>
                      <a:pt x="104" y="179"/>
                    </a:cubicBezTo>
                    <a:cubicBezTo>
                      <a:pt x="104" y="179"/>
                      <a:pt x="104" y="179"/>
                      <a:pt x="104" y="179"/>
                    </a:cubicBezTo>
                    <a:cubicBezTo>
                      <a:pt x="103" y="180"/>
                      <a:pt x="103" y="179"/>
                      <a:pt x="102" y="179"/>
                    </a:cubicBezTo>
                    <a:cubicBezTo>
                      <a:pt x="102" y="179"/>
                      <a:pt x="102" y="179"/>
                      <a:pt x="102" y="179"/>
                    </a:cubicBezTo>
                    <a:cubicBezTo>
                      <a:pt x="102" y="178"/>
                      <a:pt x="102" y="177"/>
                      <a:pt x="103" y="177"/>
                    </a:cubicBezTo>
                    <a:cubicBezTo>
                      <a:pt x="103" y="177"/>
                      <a:pt x="103" y="177"/>
                      <a:pt x="103" y="177"/>
                    </a:cubicBezTo>
                    <a:cubicBezTo>
                      <a:pt x="103" y="177"/>
                      <a:pt x="103" y="177"/>
                      <a:pt x="103" y="177"/>
                    </a:cubicBezTo>
                    <a:cubicBezTo>
                      <a:pt x="103" y="177"/>
                      <a:pt x="103" y="177"/>
                      <a:pt x="103" y="177"/>
                    </a:cubicBezTo>
                    <a:cubicBezTo>
                      <a:pt x="104" y="177"/>
                      <a:pt x="104" y="177"/>
                      <a:pt x="104" y="177"/>
                    </a:cubicBezTo>
                    <a:close/>
                    <a:moveTo>
                      <a:pt x="93" y="185"/>
                    </a:moveTo>
                    <a:cubicBezTo>
                      <a:pt x="93" y="185"/>
                      <a:pt x="93" y="186"/>
                      <a:pt x="93" y="187"/>
                    </a:cubicBezTo>
                    <a:cubicBezTo>
                      <a:pt x="93" y="187"/>
                      <a:pt x="93" y="187"/>
                      <a:pt x="93" y="187"/>
                    </a:cubicBezTo>
                    <a:cubicBezTo>
                      <a:pt x="92" y="187"/>
                      <a:pt x="91" y="187"/>
                      <a:pt x="91" y="186"/>
                    </a:cubicBezTo>
                    <a:cubicBezTo>
                      <a:pt x="91" y="186"/>
                      <a:pt x="91" y="186"/>
                      <a:pt x="91" y="186"/>
                    </a:cubicBezTo>
                    <a:cubicBezTo>
                      <a:pt x="90" y="186"/>
                      <a:pt x="91" y="185"/>
                      <a:pt x="91" y="184"/>
                    </a:cubicBezTo>
                    <a:cubicBezTo>
                      <a:pt x="91" y="184"/>
                      <a:pt x="91" y="184"/>
                      <a:pt x="91" y="184"/>
                    </a:cubicBezTo>
                    <a:cubicBezTo>
                      <a:pt x="91" y="184"/>
                      <a:pt x="92" y="184"/>
                      <a:pt x="92" y="184"/>
                    </a:cubicBezTo>
                    <a:cubicBezTo>
                      <a:pt x="92" y="184"/>
                      <a:pt x="92" y="184"/>
                      <a:pt x="92" y="184"/>
                    </a:cubicBezTo>
                    <a:cubicBezTo>
                      <a:pt x="92" y="184"/>
                      <a:pt x="93" y="184"/>
                      <a:pt x="93" y="185"/>
                    </a:cubicBezTo>
                    <a:close/>
                    <a:moveTo>
                      <a:pt x="82" y="192"/>
                    </a:moveTo>
                    <a:cubicBezTo>
                      <a:pt x="82" y="193"/>
                      <a:pt x="82" y="193"/>
                      <a:pt x="81" y="194"/>
                    </a:cubicBezTo>
                    <a:cubicBezTo>
                      <a:pt x="81" y="194"/>
                      <a:pt x="81" y="194"/>
                      <a:pt x="81" y="194"/>
                    </a:cubicBezTo>
                    <a:cubicBezTo>
                      <a:pt x="81" y="194"/>
                      <a:pt x="80" y="194"/>
                      <a:pt x="80" y="194"/>
                    </a:cubicBezTo>
                    <a:cubicBezTo>
                      <a:pt x="80" y="194"/>
                      <a:pt x="80" y="194"/>
                      <a:pt x="80" y="194"/>
                    </a:cubicBezTo>
                    <a:cubicBezTo>
                      <a:pt x="79" y="193"/>
                      <a:pt x="79" y="192"/>
                      <a:pt x="80" y="192"/>
                    </a:cubicBezTo>
                    <a:cubicBezTo>
                      <a:pt x="80" y="192"/>
                      <a:pt x="80" y="192"/>
                      <a:pt x="80" y="192"/>
                    </a:cubicBezTo>
                    <a:cubicBezTo>
                      <a:pt x="80" y="192"/>
                      <a:pt x="80" y="191"/>
                      <a:pt x="81" y="191"/>
                    </a:cubicBezTo>
                    <a:cubicBezTo>
                      <a:pt x="81" y="191"/>
                      <a:pt x="81" y="191"/>
                      <a:pt x="81" y="191"/>
                    </a:cubicBezTo>
                    <a:cubicBezTo>
                      <a:pt x="81" y="191"/>
                      <a:pt x="82" y="192"/>
                      <a:pt x="82" y="192"/>
                    </a:cubicBezTo>
                    <a:close/>
                    <a:moveTo>
                      <a:pt x="70" y="199"/>
                    </a:moveTo>
                    <a:cubicBezTo>
                      <a:pt x="71" y="200"/>
                      <a:pt x="71" y="201"/>
                      <a:pt x="70" y="201"/>
                    </a:cubicBezTo>
                    <a:cubicBezTo>
                      <a:pt x="70" y="201"/>
                      <a:pt x="70" y="201"/>
                      <a:pt x="70" y="201"/>
                    </a:cubicBezTo>
                    <a:cubicBezTo>
                      <a:pt x="69" y="202"/>
                      <a:pt x="69" y="202"/>
                      <a:pt x="68" y="201"/>
                    </a:cubicBezTo>
                    <a:cubicBezTo>
                      <a:pt x="68" y="201"/>
                      <a:pt x="68" y="201"/>
                      <a:pt x="68" y="201"/>
                    </a:cubicBezTo>
                    <a:cubicBezTo>
                      <a:pt x="68" y="200"/>
                      <a:pt x="68" y="199"/>
                      <a:pt x="69" y="199"/>
                    </a:cubicBezTo>
                    <a:cubicBezTo>
                      <a:pt x="69" y="199"/>
                      <a:pt x="69" y="199"/>
                      <a:pt x="69" y="199"/>
                    </a:cubicBezTo>
                    <a:cubicBezTo>
                      <a:pt x="69" y="199"/>
                      <a:pt x="69" y="199"/>
                      <a:pt x="69" y="199"/>
                    </a:cubicBezTo>
                    <a:cubicBezTo>
                      <a:pt x="69" y="199"/>
                      <a:pt x="69" y="199"/>
                      <a:pt x="69" y="199"/>
                    </a:cubicBezTo>
                    <a:cubicBezTo>
                      <a:pt x="70" y="199"/>
                      <a:pt x="70" y="199"/>
                      <a:pt x="70" y="199"/>
                    </a:cubicBezTo>
                    <a:close/>
                    <a:moveTo>
                      <a:pt x="59" y="207"/>
                    </a:moveTo>
                    <a:cubicBezTo>
                      <a:pt x="60" y="207"/>
                      <a:pt x="59" y="208"/>
                      <a:pt x="59" y="209"/>
                    </a:cubicBezTo>
                    <a:cubicBezTo>
                      <a:pt x="59" y="209"/>
                      <a:pt x="59" y="209"/>
                      <a:pt x="59" y="209"/>
                    </a:cubicBezTo>
                    <a:cubicBezTo>
                      <a:pt x="58" y="209"/>
                      <a:pt x="57" y="209"/>
                      <a:pt x="57" y="208"/>
                    </a:cubicBezTo>
                    <a:cubicBezTo>
                      <a:pt x="57" y="208"/>
                      <a:pt x="57" y="208"/>
                      <a:pt x="57" y="208"/>
                    </a:cubicBezTo>
                    <a:cubicBezTo>
                      <a:pt x="57" y="208"/>
                      <a:pt x="57" y="207"/>
                      <a:pt x="57" y="206"/>
                    </a:cubicBezTo>
                    <a:cubicBezTo>
                      <a:pt x="57" y="206"/>
                      <a:pt x="57" y="206"/>
                      <a:pt x="57" y="206"/>
                    </a:cubicBezTo>
                    <a:cubicBezTo>
                      <a:pt x="58" y="206"/>
                      <a:pt x="58" y="206"/>
                      <a:pt x="58" y="206"/>
                    </a:cubicBezTo>
                    <a:cubicBezTo>
                      <a:pt x="58" y="206"/>
                      <a:pt x="58" y="206"/>
                      <a:pt x="58" y="206"/>
                    </a:cubicBezTo>
                    <a:cubicBezTo>
                      <a:pt x="58" y="206"/>
                      <a:pt x="59" y="206"/>
                      <a:pt x="59" y="207"/>
                    </a:cubicBezTo>
                    <a:close/>
                    <a:moveTo>
                      <a:pt x="48" y="214"/>
                    </a:moveTo>
                    <a:cubicBezTo>
                      <a:pt x="48" y="215"/>
                      <a:pt x="48" y="216"/>
                      <a:pt x="47" y="216"/>
                    </a:cubicBezTo>
                    <a:cubicBezTo>
                      <a:pt x="47" y="216"/>
                      <a:pt x="47" y="216"/>
                      <a:pt x="47" y="216"/>
                    </a:cubicBezTo>
                    <a:cubicBezTo>
                      <a:pt x="47" y="216"/>
                      <a:pt x="46" y="216"/>
                      <a:pt x="46" y="216"/>
                    </a:cubicBezTo>
                    <a:cubicBezTo>
                      <a:pt x="46" y="216"/>
                      <a:pt x="46" y="216"/>
                      <a:pt x="46" y="216"/>
                    </a:cubicBezTo>
                    <a:cubicBezTo>
                      <a:pt x="45" y="215"/>
                      <a:pt x="45" y="214"/>
                      <a:pt x="46" y="214"/>
                    </a:cubicBezTo>
                    <a:cubicBezTo>
                      <a:pt x="46" y="214"/>
                      <a:pt x="46" y="214"/>
                      <a:pt x="46" y="214"/>
                    </a:cubicBezTo>
                    <a:cubicBezTo>
                      <a:pt x="46" y="214"/>
                      <a:pt x="46" y="214"/>
                      <a:pt x="47" y="214"/>
                    </a:cubicBezTo>
                    <a:cubicBezTo>
                      <a:pt x="47" y="214"/>
                      <a:pt x="47" y="214"/>
                      <a:pt x="47" y="214"/>
                    </a:cubicBezTo>
                    <a:cubicBezTo>
                      <a:pt x="47" y="214"/>
                      <a:pt x="48" y="214"/>
                      <a:pt x="48" y="214"/>
                    </a:cubicBezTo>
                    <a:close/>
                    <a:moveTo>
                      <a:pt x="37" y="222"/>
                    </a:moveTo>
                    <a:cubicBezTo>
                      <a:pt x="37" y="222"/>
                      <a:pt x="37" y="223"/>
                      <a:pt x="36" y="223"/>
                    </a:cubicBezTo>
                    <a:cubicBezTo>
                      <a:pt x="36" y="223"/>
                      <a:pt x="36" y="223"/>
                      <a:pt x="36" y="223"/>
                    </a:cubicBezTo>
                    <a:cubicBezTo>
                      <a:pt x="36" y="224"/>
                      <a:pt x="35" y="224"/>
                      <a:pt x="34" y="223"/>
                    </a:cubicBezTo>
                    <a:cubicBezTo>
                      <a:pt x="34" y="223"/>
                      <a:pt x="34" y="223"/>
                      <a:pt x="34" y="223"/>
                    </a:cubicBezTo>
                    <a:cubicBezTo>
                      <a:pt x="34" y="222"/>
                      <a:pt x="34" y="222"/>
                      <a:pt x="35" y="221"/>
                    </a:cubicBezTo>
                    <a:cubicBezTo>
                      <a:pt x="35" y="221"/>
                      <a:pt x="35" y="221"/>
                      <a:pt x="35" y="221"/>
                    </a:cubicBezTo>
                    <a:cubicBezTo>
                      <a:pt x="35" y="221"/>
                      <a:pt x="35" y="221"/>
                      <a:pt x="35" y="221"/>
                    </a:cubicBezTo>
                    <a:cubicBezTo>
                      <a:pt x="35" y="221"/>
                      <a:pt x="35" y="221"/>
                      <a:pt x="35" y="221"/>
                    </a:cubicBezTo>
                    <a:cubicBezTo>
                      <a:pt x="36" y="221"/>
                      <a:pt x="36" y="221"/>
                      <a:pt x="37" y="222"/>
                    </a:cubicBezTo>
                    <a:close/>
                    <a:moveTo>
                      <a:pt x="25" y="229"/>
                    </a:moveTo>
                    <a:cubicBezTo>
                      <a:pt x="26" y="230"/>
                      <a:pt x="25" y="230"/>
                      <a:pt x="25" y="231"/>
                    </a:cubicBezTo>
                    <a:cubicBezTo>
                      <a:pt x="25" y="231"/>
                      <a:pt x="25" y="231"/>
                      <a:pt x="25" y="231"/>
                    </a:cubicBezTo>
                    <a:cubicBezTo>
                      <a:pt x="24" y="231"/>
                      <a:pt x="23" y="231"/>
                      <a:pt x="23" y="230"/>
                    </a:cubicBezTo>
                    <a:cubicBezTo>
                      <a:pt x="23" y="230"/>
                      <a:pt x="23" y="230"/>
                      <a:pt x="23" y="230"/>
                    </a:cubicBezTo>
                    <a:cubicBezTo>
                      <a:pt x="23" y="230"/>
                      <a:pt x="23" y="229"/>
                      <a:pt x="23" y="228"/>
                    </a:cubicBezTo>
                    <a:cubicBezTo>
                      <a:pt x="23" y="228"/>
                      <a:pt x="23" y="228"/>
                      <a:pt x="23" y="228"/>
                    </a:cubicBezTo>
                    <a:cubicBezTo>
                      <a:pt x="24" y="228"/>
                      <a:pt x="24" y="228"/>
                      <a:pt x="24" y="228"/>
                    </a:cubicBezTo>
                    <a:cubicBezTo>
                      <a:pt x="24" y="228"/>
                      <a:pt x="24" y="228"/>
                      <a:pt x="24" y="228"/>
                    </a:cubicBezTo>
                    <a:cubicBezTo>
                      <a:pt x="25" y="228"/>
                      <a:pt x="25" y="228"/>
                      <a:pt x="25" y="229"/>
                    </a:cubicBezTo>
                    <a:close/>
                    <a:moveTo>
                      <a:pt x="14" y="236"/>
                    </a:moveTo>
                    <a:cubicBezTo>
                      <a:pt x="14" y="237"/>
                      <a:pt x="14" y="238"/>
                      <a:pt x="14" y="238"/>
                    </a:cubicBezTo>
                    <a:cubicBezTo>
                      <a:pt x="14" y="238"/>
                      <a:pt x="14" y="238"/>
                      <a:pt x="14" y="238"/>
                    </a:cubicBezTo>
                    <a:cubicBezTo>
                      <a:pt x="13" y="239"/>
                      <a:pt x="12" y="238"/>
                      <a:pt x="12" y="238"/>
                    </a:cubicBezTo>
                    <a:cubicBezTo>
                      <a:pt x="12" y="238"/>
                      <a:pt x="12" y="238"/>
                      <a:pt x="12" y="238"/>
                    </a:cubicBezTo>
                    <a:cubicBezTo>
                      <a:pt x="11" y="237"/>
                      <a:pt x="11" y="236"/>
                      <a:pt x="12" y="236"/>
                    </a:cubicBezTo>
                    <a:cubicBezTo>
                      <a:pt x="12" y="236"/>
                      <a:pt x="12" y="236"/>
                      <a:pt x="12" y="236"/>
                    </a:cubicBezTo>
                    <a:cubicBezTo>
                      <a:pt x="12" y="236"/>
                      <a:pt x="13" y="236"/>
                      <a:pt x="13" y="236"/>
                    </a:cubicBezTo>
                    <a:cubicBezTo>
                      <a:pt x="13" y="236"/>
                      <a:pt x="13" y="236"/>
                      <a:pt x="13" y="236"/>
                    </a:cubicBezTo>
                    <a:cubicBezTo>
                      <a:pt x="13" y="236"/>
                      <a:pt x="14" y="236"/>
                      <a:pt x="14" y="236"/>
                    </a:cubicBezTo>
                    <a:close/>
                    <a:moveTo>
                      <a:pt x="3" y="244"/>
                    </a:moveTo>
                    <a:cubicBezTo>
                      <a:pt x="3" y="244"/>
                      <a:pt x="3" y="245"/>
                      <a:pt x="2" y="245"/>
                    </a:cubicBezTo>
                    <a:cubicBezTo>
                      <a:pt x="2" y="245"/>
                      <a:pt x="2" y="245"/>
                      <a:pt x="2" y="245"/>
                    </a:cubicBezTo>
                    <a:cubicBezTo>
                      <a:pt x="2" y="246"/>
                      <a:pt x="1" y="246"/>
                      <a:pt x="0" y="245"/>
                    </a:cubicBezTo>
                    <a:cubicBezTo>
                      <a:pt x="0" y="245"/>
                      <a:pt x="0" y="245"/>
                      <a:pt x="0" y="245"/>
                    </a:cubicBezTo>
                    <a:cubicBezTo>
                      <a:pt x="0" y="244"/>
                      <a:pt x="0" y="244"/>
                      <a:pt x="1" y="243"/>
                    </a:cubicBezTo>
                    <a:cubicBezTo>
                      <a:pt x="1" y="243"/>
                      <a:pt x="1" y="243"/>
                      <a:pt x="1" y="243"/>
                    </a:cubicBezTo>
                    <a:cubicBezTo>
                      <a:pt x="1" y="243"/>
                      <a:pt x="1" y="243"/>
                      <a:pt x="2" y="243"/>
                    </a:cubicBezTo>
                    <a:cubicBezTo>
                      <a:pt x="2" y="243"/>
                      <a:pt x="2" y="243"/>
                      <a:pt x="2" y="243"/>
                    </a:cubicBezTo>
                    <a:cubicBezTo>
                      <a:pt x="2" y="243"/>
                      <a:pt x="2" y="243"/>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7" name="Google Shape;627;p13"/>
              <p:cNvSpPr/>
              <p:nvPr/>
            </p:nvSpPr>
            <p:spPr>
              <a:xfrm>
                <a:off x="18802986" y="2645018"/>
                <a:ext cx="11748" cy="11748"/>
              </a:xfrm>
              <a:custGeom>
                <a:avLst/>
                <a:gdLst/>
                <a:ahLst/>
                <a:cxnLst/>
                <a:rect l="l" t="t" r="r" b="b"/>
                <a:pathLst>
                  <a:path w="2" h="2" extrusionOk="0">
                    <a:moveTo>
                      <a:pt x="1" y="0"/>
                    </a:moveTo>
                    <a:cubicBezTo>
                      <a:pt x="1" y="0"/>
                      <a:pt x="2" y="0"/>
                      <a:pt x="2" y="0"/>
                    </a:cubicBezTo>
                    <a:cubicBezTo>
                      <a:pt x="2" y="0"/>
                      <a:pt x="2" y="1"/>
                      <a:pt x="2" y="1"/>
                    </a:cubicBezTo>
                    <a:cubicBezTo>
                      <a:pt x="2" y="1"/>
                      <a:pt x="2" y="1"/>
                      <a:pt x="2" y="1"/>
                    </a:cubicBezTo>
                    <a:cubicBezTo>
                      <a:pt x="2" y="2"/>
                      <a:pt x="2" y="2"/>
                      <a:pt x="2" y="2"/>
                    </a:cubicBezTo>
                    <a:cubicBezTo>
                      <a:pt x="2" y="2"/>
                      <a:pt x="2" y="2"/>
                      <a:pt x="1" y="2"/>
                    </a:cubicBezTo>
                    <a:cubicBezTo>
                      <a:pt x="1" y="2"/>
                      <a:pt x="1" y="2"/>
                      <a:pt x="0" y="2"/>
                    </a:cubicBezTo>
                    <a:cubicBezTo>
                      <a:pt x="0" y="2"/>
                      <a:pt x="0" y="2"/>
                      <a:pt x="0" y="2"/>
                    </a:cubicBezTo>
                    <a:cubicBezTo>
                      <a:pt x="0" y="2"/>
                      <a:pt x="0" y="1"/>
                      <a:pt x="0" y="1"/>
                    </a:cubicBezTo>
                    <a:cubicBezTo>
                      <a:pt x="0" y="1"/>
                      <a:pt x="0" y="0"/>
                      <a:pt x="0" y="0"/>
                    </a:cubicBezTo>
                    <a:cubicBezTo>
                      <a:pt x="0" y="0"/>
                      <a:pt x="0" y="0"/>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8" name="Google Shape;628;p13"/>
              <p:cNvSpPr/>
              <p:nvPr/>
            </p:nvSpPr>
            <p:spPr>
              <a:xfrm>
                <a:off x="16202688" y="4238870"/>
                <a:ext cx="15664" cy="15664"/>
              </a:xfrm>
              <a:custGeom>
                <a:avLst/>
                <a:gdLst/>
                <a:ahLst/>
                <a:cxnLst/>
                <a:rect l="l" t="t" r="r" b="b"/>
                <a:pathLst>
                  <a:path w="2" h="3" extrusionOk="0">
                    <a:moveTo>
                      <a:pt x="1" y="0"/>
                    </a:moveTo>
                    <a:cubicBezTo>
                      <a:pt x="1" y="0"/>
                      <a:pt x="1" y="0"/>
                      <a:pt x="1" y="0"/>
                    </a:cubicBezTo>
                    <a:cubicBezTo>
                      <a:pt x="2" y="1"/>
                      <a:pt x="2" y="1"/>
                      <a:pt x="2" y="1"/>
                    </a:cubicBezTo>
                    <a:cubicBezTo>
                      <a:pt x="2" y="1"/>
                      <a:pt x="2" y="1"/>
                      <a:pt x="2" y="2"/>
                    </a:cubicBezTo>
                    <a:cubicBezTo>
                      <a:pt x="2" y="2"/>
                      <a:pt x="2" y="2"/>
                      <a:pt x="2" y="3"/>
                    </a:cubicBezTo>
                    <a:cubicBezTo>
                      <a:pt x="1" y="3"/>
                      <a:pt x="0" y="3"/>
                      <a:pt x="0" y="3"/>
                    </a:cubicBezTo>
                    <a:cubicBezTo>
                      <a:pt x="0" y="2"/>
                      <a:pt x="0" y="2"/>
                      <a:pt x="0" y="2"/>
                    </a:cubicBezTo>
                    <a:cubicBezTo>
                      <a:pt x="0" y="2"/>
                      <a:pt x="0" y="1"/>
                      <a:pt x="0" y="1"/>
                    </a:cubicBezTo>
                    <a:cubicBezTo>
                      <a:pt x="0" y="1"/>
                      <a:pt x="0" y="1"/>
                      <a:pt x="0" y="1"/>
                    </a:cubicBezTo>
                    <a:cubicBezTo>
                      <a:pt x="0" y="1"/>
                      <a:pt x="0" y="1"/>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9" name="Google Shape;629;p13"/>
              <p:cNvSpPr/>
              <p:nvPr/>
            </p:nvSpPr>
            <p:spPr>
              <a:xfrm>
                <a:off x="16273178" y="2688095"/>
                <a:ext cx="2330087" cy="1523362"/>
              </a:xfrm>
              <a:custGeom>
                <a:avLst/>
                <a:gdLst/>
                <a:ahLst/>
                <a:cxnLst/>
                <a:rect l="l" t="t" r="r" b="b"/>
                <a:pathLst>
                  <a:path w="376" h="246" extrusionOk="0">
                    <a:moveTo>
                      <a:pt x="375" y="1"/>
                    </a:moveTo>
                    <a:cubicBezTo>
                      <a:pt x="376" y="1"/>
                      <a:pt x="376" y="2"/>
                      <a:pt x="375" y="2"/>
                    </a:cubicBezTo>
                    <a:cubicBezTo>
                      <a:pt x="375" y="2"/>
                      <a:pt x="375" y="2"/>
                      <a:pt x="375" y="2"/>
                    </a:cubicBezTo>
                    <a:cubicBezTo>
                      <a:pt x="374" y="3"/>
                      <a:pt x="374" y="3"/>
                      <a:pt x="373" y="2"/>
                    </a:cubicBezTo>
                    <a:cubicBezTo>
                      <a:pt x="373" y="2"/>
                      <a:pt x="373" y="2"/>
                      <a:pt x="373" y="2"/>
                    </a:cubicBezTo>
                    <a:cubicBezTo>
                      <a:pt x="373" y="1"/>
                      <a:pt x="373" y="1"/>
                      <a:pt x="374" y="0"/>
                    </a:cubicBezTo>
                    <a:cubicBezTo>
                      <a:pt x="374" y="0"/>
                      <a:pt x="374" y="0"/>
                      <a:pt x="374" y="0"/>
                    </a:cubicBezTo>
                    <a:cubicBezTo>
                      <a:pt x="374" y="0"/>
                      <a:pt x="374" y="0"/>
                      <a:pt x="374" y="0"/>
                    </a:cubicBezTo>
                    <a:cubicBezTo>
                      <a:pt x="374" y="0"/>
                      <a:pt x="374" y="0"/>
                      <a:pt x="374" y="0"/>
                    </a:cubicBezTo>
                    <a:cubicBezTo>
                      <a:pt x="375" y="0"/>
                      <a:pt x="375" y="0"/>
                      <a:pt x="375" y="1"/>
                    </a:cubicBezTo>
                    <a:close/>
                    <a:moveTo>
                      <a:pt x="364" y="8"/>
                    </a:moveTo>
                    <a:cubicBezTo>
                      <a:pt x="365" y="9"/>
                      <a:pt x="364" y="9"/>
                      <a:pt x="364" y="10"/>
                    </a:cubicBezTo>
                    <a:cubicBezTo>
                      <a:pt x="364" y="10"/>
                      <a:pt x="364" y="10"/>
                      <a:pt x="364" y="10"/>
                    </a:cubicBezTo>
                    <a:cubicBezTo>
                      <a:pt x="363" y="10"/>
                      <a:pt x="362" y="10"/>
                      <a:pt x="362" y="9"/>
                    </a:cubicBezTo>
                    <a:cubicBezTo>
                      <a:pt x="362" y="9"/>
                      <a:pt x="362" y="9"/>
                      <a:pt x="362" y="9"/>
                    </a:cubicBezTo>
                    <a:cubicBezTo>
                      <a:pt x="362" y="9"/>
                      <a:pt x="362" y="8"/>
                      <a:pt x="362" y="8"/>
                    </a:cubicBezTo>
                    <a:cubicBezTo>
                      <a:pt x="362" y="8"/>
                      <a:pt x="362" y="8"/>
                      <a:pt x="362" y="8"/>
                    </a:cubicBezTo>
                    <a:cubicBezTo>
                      <a:pt x="363" y="7"/>
                      <a:pt x="363" y="7"/>
                      <a:pt x="363" y="7"/>
                    </a:cubicBezTo>
                    <a:cubicBezTo>
                      <a:pt x="363" y="7"/>
                      <a:pt x="363" y="7"/>
                      <a:pt x="363" y="7"/>
                    </a:cubicBezTo>
                    <a:cubicBezTo>
                      <a:pt x="363" y="7"/>
                      <a:pt x="364" y="8"/>
                      <a:pt x="364" y="8"/>
                    </a:cubicBezTo>
                    <a:close/>
                    <a:moveTo>
                      <a:pt x="353" y="15"/>
                    </a:moveTo>
                    <a:cubicBezTo>
                      <a:pt x="353" y="16"/>
                      <a:pt x="353" y="17"/>
                      <a:pt x="352" y="17"/>
                    </a:cubicBezTo>
                    <a:cubicBezTo>
                      <a:pt x="352" y="17"/>
                      <a:pt x="352" y="17"/>
                      <a:pt x="352" y="17"/>
                    </a:cubicBezTo>
                    <a:cubicBezTo>
                      <a:pt x="352" y="18"/>
                      <a:pt x="351" y="17"/>
                      <a:pt x="351" y="17"/>
                    </a:cubicBezTo>
                    <a:cubicBezTo>
                      <a:pt x="351" y="17"/>
                      <a:pt x="351" y="17"/>
                      <a:pt x="351" y="17"/>
                    </a:cubicBezTo>
                    <a:cubicBezTo>
                      <a:pt x="350" y="16"/>
                      <a:pt x="350" y="15"/>
                      <a:pt x="351" y="15"/>
                    </a:cubicBezTo>
                    <a:cubicBezTo>
                      <a:pt x="351" y="15"/>
                      <a:pt x="351" y="15"/>
                      <a:pt x="351" y="15"/>
                    </a:cubicBezTo>
                    <a:cubicBezTo>
                      <a:pt x="351" y="15"/>
                      <a:pt x="351" y="15"/>
                      <a:pt x="352" y="15"/>
                    </a:cubicBezTo>
                    <a:cubicBezTo>
                      <a:pt x="352" y="15"/>
                      <a:pt x="352" y="15"/>
                      <a:pt x="352" y="15"/>
                    </a:cubicBezTo>
                    <a:cubicBezTo>
                      <a:pt x="352" y="15"/>
                      <a:pt x="353" y="15"/>
                      <a:pt x="353" y="15"/>
                    </a:cubicBezTo>
                    <a:close/>
                    <a:moveTo>
                      <a:pt x="342" y="23"/>
                    </a:moveTo>
                    <a:cubicBezTo>
                      <a:pt x="342" y="23"/>
                      <a:pt x="342" y="24"/>
                      <a:pt x="341" y="24"/>
                    </a:cubicBezTo>
                    <a:cubicBezTo>
                      <a:pt x="341" y="24"/>
                      <a:pt x="341" y="24"/>
                      <a:pt x="341" y="24"/>
                    </a:cubicBezTo>
                    <a:cubicBezTo>
                      <a:pt x="341" y="25"/>
                      <a:pt x="340" y="25"/>
                      <a:pt x="339" y="24"/>
                    </a:cubicBezTo>
                    <a:cubicBezTo>
                      <a:pt x="339" y="24"/>
                      <a:pt x="339" y="24"/>
                      <a:pt x="339" y="24"/>
                    </a:cubicBezTo>
                    <a:cubicBezTo>
                      <a:pt x="339" y="23"/>
                      <a:pt x="339" y="23"/>
                      <a:pt x="340" y="22"/>
                    </a:cubicBezTo>
                    <a:cubicBezTo>
                      <a:pt x="340" y="22"/>
                      <a:pt x="340" y="22"/>
                      <a:pt x="340" y="22"/>
                    </a:cubicBezTo>
                    <a:cubicBezTo>
                      <a:pt x="340" y="22"/>
                      <a:pt x="340" y="22"/>
                      <a:pt x="340" y="22"/>
                    </a:cubicBezTo>
                    <a:cubicBezTo>
                      <a:pt x="340" y="22"/>
                      <a:pt x="340" y="22"/>
                      <a:pt x="340" y="22"/>
                    </a:cubicBezTo>
                    <a:cubicBezTo>
                      <a:pt x="341" y="22"/>
                      <a:pt x="341" y="22"/>
                      <a:pt x="342" y="23"/>
                    </a:cubicBezTo>
                    <a:close/>
                    <a:moveTo>
                      <a:pt x="330" y="30"/>
                    </a:moveTo>
                    <a:cubicBezTo>
                      <a:pt x="331" y="31"/>
                      <a:pt x="330" y="31"/>
                      <a:pt x="330" y="32"/>
                    </a:cubicBezTo>
                    <a:cubicBezTo>
                      <a:pt x="330" y="32"/>
                      <a:pt x="330" y="32"/>
                      <a:pt x="330" y="32"/>
                    </a:cubicBezTo>
                    <a:cubicBezTo>
                      <a:pt x="329" y="32"/>
                      <a:pt x="328" y="32"/>
                      <a:pt x="328" y="31"/>
                    </a:cubicBezTo>
                    <a:cubicBezTo>
                      <a:pt x="328" y="31"/>
                      <a:pt x="328" y="31"/>
                      <a:pt x="328" y="31"/>
                    </a:cubicBezTo>
                    <a:cubicBezTo>
                      <a:pt x="328" y="31"/>
                      <a:pt x="328" y="30"/>
                      <a:pt x="328" y="30"/>
                    </a:cubicBezTo>
                    <a:cubicBezTo>
                      <a:pt x="328" y="30"/>
                      <a:pt x="328" y="30"/>
                      <a:pt x="328" y="30"/>
                    </a:cubicBezTo>
                    <a:cubicBezTo>
                      <a:pt x="329" y="29"/>
                      <a:pt x="329" y="29"/>
                      <a:pt x="329" y="29"/>
                    </a:cubicBezTo>
                    <a:cubicBezTo>
                      <a:pt x="329" y="29"/>
                      <a:pt x="329" y="29"/>
                      <a:pt x="329" y="29"/>
                    </a:cubicBezTo>
                    <a:cubicBezTo>
                      <a:pt x="330" y="29"/>
                      <a:pt x="330" y="30"/>
                      <a:pt x="330" y="30"/>
                    </a:cubicBezTo>
                    <a:close/>
                    <a:moveTo>
                      <a:pt x="319" y="37"/>
                    </a:moveTo>
                    <a:cubicBezTo>
                      <a:pt x="319" y="38"/>
                      <a:pt x="319" y="39"/>
                      <a:pt x="319" y="39"/>
                    </a:cubicBezTo>
                    <a:cubicBezTo>
                      <a:pt x="319" y="39"/>
                      <a:pt x="319" y="39"/>
                      <a:pt x="319" y="39"/>
                    </a:cubicBezTo>
                    <a:cubicBezTo>
                      <a:pt x="318" y="40"/>
                      <a:pt x="317" y="39"/>
                      <a:pt x="317" y="39"/>
                    </a:cubicBezTo>
                    <a:cubicBezTo>
                      <a:pt x="317" y="39"/>
                      <a:pt x="317" y="39"/>
                      <a:pt x="317" y="39"/>
                    </a:cubicBezTo>
                    <a:cubicBezTo>
                      <a:pt x="316" y="38"/>
                      <a:pt x="316" y="37"/>
                      <a:pt x="317" y="37"/>
                    </a:cubicBezTo>
                    <a:cubicBezTo>
                      <a:pt x="317" y="37"/>
                      <a:pt x="317" y="37"/>
                      <a:pt x="317" y="37"/>
                    </a:cubicBezTo>
                    <a:cubicBezTo>
                      <a:pt x="317" y="37"/>
                      <a:pt x="318" y="37"/>
                      <a:pt x="318" y="37"/>
                    </a:cubicBezTo>
                    <a:cubicBezTo>
                      <a:pt x="318" y="37"/>
                      <a:pt x="318" y="37"/>
                      <a:pt x="318" y="37"/>
                    </a:cubicBezTo>
                    <a:cubicBezTo>
                      <a:pt x="318" y="37"/>
                      <a:pt x="319" y="37"/>
                      <a:pt x="319" y="37"/>
                    </a:cubicBezTo>
                    <a:close/>
                    <a:moveTo>
                      <a:pt x="308" y="45"/>
                    </a:moveTo>
                    <a:cubicBezTo>
                      <a:pt x="308" y="45"/>
                      <a:pt x="308" y="46"/>
                      <a:pt x="307" y="47"/>
                    </a:cubicBezTo>
                    <a:cubicBezTo>
                      <a:pt x="307" y="47"/>
                      <a:pt x="307" y="47"/>
                      <a:pt x="307" y="47"/>
                    </a:cubicBezTo>
                    <a:cubicBezTo>
                      <a:pt x="307" y="47"/>
                      <a:pt x="306" y="47"/>
                      <a:pt x="305" y="46"/>
                    </a:cubicBezTo>
                    <a:cubicBezTo>
                      <a:pt x="305" y="46"/>
                      <a:pt x="305" y="46"/>
                      <a:pt x="305" y="46"/>
                    </a:cubicBezTo>
                    <a:cubicBezTo>
                      <a:pt x="305" y="46"/>
                      <a:pt x="305" y="45"/>
                      <a:pt x="306" y="44"/>
                    </a:cubicBezTo>
                    <a:cubicBezTo>
                      <a:pt x="306" y="44"/>
                      <a:pt x="306" y="44"/>
                      <a:pt x="306" y="44"/>
                    </a:cubicBezTo>
                    <a:cubicBezTo>
                      <a:pt x="306" y="44"/>
                      <a:pt x="306" y="44"/>
                      <a:pt x="306" y="44"/>
                    </a:cubicBezTo>
                    <a:cubicBezTo>
                      <a:pt x="306" y="44"/>
                      <a:pt x="306" y="44"/>
                      <a:pt x="306" y="44"/>
                    </a:cubicBezTo>
                    <a:cubicBezTo>
                      <a:pt x="307" y="44"/>
                      <a:pt x="307" y="44"/>
                      <a:pt x="308" y="45"/>
                    </a:cubicBezTo>
                    <a:close/>
                    <a:moveTo>
                      <a:pt x="296" y="52"/>
                    </a:moveTo>
                    <a:cubicBezTo>
                      <a:pt x="297" y="53"/>
                      <a:pt x="297" y="54"/>
                      <a:pt x="296" y="54"/>
                    </a:cubicBezTo>
                    <a:cubicBezTo>
                      <a:pt x="296" y="54"/>
                      <a:pt x="296" y="54"/>
                      <a:pt x="296" y="54"/>
                    </a:cubicBezTo>
                    <a:cubicBezTo>
                      <a:pt x="295" y="54"/>
                      <a:pt x="294" y="54"/>
                      <a:pt x="294" y="54"/>
                    </a:cubicBezTo>
                    <a:cubicBezTo>
                      <a:pt x="294" y="54"/>
                      <a:pt x="294" y="54"/>
                      <a:pt x="294" y="54"/>
                    </a:cubicBezTo>
                    <a:cubicBezTo>
                      <a:pt x="294" y="53"/>
                      <a:pt x="294" y="52"/>
                      <a:pt x="294" y="52"/>
                    </a:cubicBezTo>
                    <a:cubicBezTo>
                      <a:pt x="294" y="52"/>
                      <a:pt x="294" y="52"/>
                      <a:pt x="294" y="52"/>
                    </a:cubicBezTo>
                    <a:cubicBezTo>
                      <a:pt x="295" y="52"/>
                      <a:pt x="295" y="51"/>
                      <a:pt x="295" y="51"/>
                    </a:cubicBezTo>
                    <a:cubicBezTo>
                      <a:pt x="295" y="51"/>
                      <a:pt x="295" y="51"/>
                      <a:pt x="295" y="51"/>
                    </a:cubicBezTo>
                    <a:cubicBezTo>
                      <a:pt x="296" y="51"/>
                      <a:pt x="296" y="52"/>
                      <a:pt x="296" y="52"/>
                    </a:cubicBezTo>
                    <a:close/>
                    <a:moveTo>
                      <a:pt x="285" y="59"/>
                    </a:moveTo>
                    <a:cubicBezTo>
                      <a:pt x="285" y="60"/>
                      <a:pt x="285" y="61"/>
                      <a:pt x="285" y="61"/>
                    </a:cubicBezTo>
                    <a:cubicBezTo>
                      <a:pt x="285" y="61"/>
                      <a:pt x="285" y="61"/>
                      <a:pt x="285" y="61"/>
                    </a:cubicBezTo>
                    <a:cubicBezTo>
                      <a:pt x="284" y="62"/>
                      <a:pt x="283" y="62"/>
                      <a:pt x="283" y="61"/>
                    </a:cubicBezTo>
                    <a:cubicBezTo>
                      <a:pt x="283" y="61"/>
                      <a:pt x="283" y="61"/>
                      <a:pt x="283" y="61"/>
                    </a:cubicBezTo>
                    <a:cubicBezTo>
                      <a:pt x="282" y="60"/>
                      <a:pt x="283" y="59"/>
                      <a:pt x="283" y="59"/>
                    </a:cubicBezTo>
                    <a:cubicBezTo>
                      <a:pt x="283" y="59"/>
                      <a:pt x="283" y="59"/>
                      <a:pt x="283" y="59"/>
                    </a:cubicBezTo>
                    <a:cubicBezTo>
                      <a:pt x="283" y="59"/>
                      <a:pt x="284" y="59"/>
                      <a:pt x="284" y="59"/>
                    </a:cubicBezTo>
                    <a:cubicBezTo>
                      <a:pt x="284" y="59"/>
                      <a:pt x="284" y="59"/>
                      <a:pt x="284" y="59"/>
                    </a:cubicBezTo>
                    <a:cubicBezTo>
                      <a:pt x="284" y="59"/>
                      <a:pt x="285" y="59"/>
                      <a:pt x="285" y="59"/>
                    </a:cubicBezTo>
                    <a:close/>
                    <a:moveTo>
                      <a:pt x="274" y="67"/>
                    </a:moveTo>
                    <a:cubicBezTo>
                      <a:pt x="274" y="67"/>
                      <a:pt x="274" y="68"/>
                      <a:pt x="273" y="69"/>
                    </a:cubicBezTo>
                    <a:cubicBezTo>
                      <a:pt x="273" y="69"/>
                      <a:pt x="273" y="69"/>
                      <a:pt x="273" y="69"/>
                    </a:cubicBezTo>
                    <a:cubicBezTo>
                      <a:pt x="273" y="69"/>
                      <a:pt x="272" y="69"/>
                      <a:pt x="271" y="68"/>
                    </a:cubicBezTo>
                    <a:cubicBezTo>
                      <a:pt x="271" y="68"/>
                      <a:pt x="271" y="68"/>
                      <a:pt x="271" y="68"/>
                    </a:cubicBezTo>
                    <a:cubicBezTo>
                      <a:pt x="271" y="68"/>
                      <a:pt x="271" y="67"/>
                      <a:pt x="272" y="66"/>
                    </a:cubicBezTo>
                    <a:cubicBezTo>
                      <a:pt x="272" y="66"/>
                      <a:pt x="272" y="66"/>
                      <a:pt x="272" y="66"/>
                    </a:cubicBezTo>
                    <a:cubicBezTo>
                      <a:pt x="272" y="66"/>
                      <a:pt x="272" y="66"/>
                      <a:pt x="273" y="66"/>
                    </a:cubicBezTo>
                    <a:cubicBezTo>
                      <a:pt x="273" y="66"/>
                      <a:pt x="273" y="66"/>
                      <a:pt x="273" y="66"/>
                    </a:cubicBezTo>
                    <a:cubicBezTo>
                      <a:pt x="273" y="66"/>
                      <a:pt x="273" y="66"/>
                      <a:pt x="274" y="67"/>
                    </a:cubicBezTo>
                    <a:close/>
                    <a:moveTo>
                      <a:pt x="262" y="74"/>
                    </a:moveTo>
                    <a:cubicBezTo>
                      <a:pt x="263" y="75"/>
                      <a:pt x="263" y="76"/>
                      <a:pt x="262" y="76"/>
                    </a:cubicBezTo>
                    <a:cubicBezTo>
                      <a:pt x="262" y="76"/>
                      <a:pt x="262" y="76"/>
                      <a:pt x="262" y="76"/>
                    </a:cubicBezTo>
                    <a:cubicBezTo>
                      <a:pt x="261" y="76"/>
                      <a:pt x="261" y="76"/>
                      <a:pt x="260" y="76"/>
                    </a:cubicBezTo>
                    <a:cubicBezTo>
                      <a:pt x="260" y="76"/>
                      <a:pt x="260" y="76"/>
                      <a:pt x="260" y="76"/>
                    </a:cubicBezTo>
                    <a:cubicBezTo>
                      <a:pt x="260" y="75"/>
                      <a:pt x="260" y="74"/>
                      <a:pt x="261" y="74"/>
                    </a:cubicBezTo>
                    <a:cubicBezTo>
                      <a:pt x="261" y="74"/>
                      <a:pt x="261" y="74"/>
                      <a:pt x="261" y="74"/>
                    </a:cubicBezTo>
                    <a:cubicBezTo>
                      <a:pt x="261" y="74"/>
                      <a:pt x="261" y="74"/>
                      <a:pt x="261" y="74"/>
                    </a:cubicBezTo>
                    <a:cubicBezTo>
                      <a:pt x="261" y="74"/>
                      <a:pt x="261" y="74"/>
                      <a:pt x="261" y="74"/>
                    </a:cubicBezTo>
                    <a:cubicBezTo>
                      <a:pt x="262" y="74"/>
                      <a:pt x="262" y="74"/>
                      <a:pt x="262" y="74"/>
                    </a:cubicBezTo>
                    <a:close/>
                    <a:moveTo>
                      <a:pt x="251" y="82"/>
                    </a:moveTo>
                    <a:cubicBezTo>
                      <a:pt x="251" y="82"/>
                      <a:pt x="251" y="83"/>
                      <a:pt x="251" y="83"/>
                    </a:cubicBezTo>
                    <a:cubicBezTo>
                      <a:pt x="251" y="83"/>
                      <a:pt x="251" y="83"/>
                      <a:pt x="251" y="83"/>
                    </a:cubicBezTo>
                    <a:cubicBezTo>
                      <a:pt x="250" y="84"/>
                      <a:pt x="249" y="84"/>
                      <a:pt x="249" y="83"/>
                    </a:cubicBezTo>
                    <a:cubicBezTo>
                      <a:pt x="249" y="83"/>
                      <a:pt x="249" y="83"/>
                      <a:pt x="249" y="83"/>
                    </a:cubicBezTo>
                    <a:cubicBezTo>
                      <a:pt x="248" y="82"/>
                      <a:pt x="249" y="82"/>
                      <a:pt x="249" y="81"/>
                    </a:cubicBezTo>
                    <a:cubicBezTo>
                      <a:pt x="249" y="81"/>
                      <a:pt x="249" y="81"/>
                      <a:pt x="249" y="81"/>
                    </a:cubicBezTo>
                    <a:cubicBezTo>
                      <a:pt x="249" y="81"/>
                      <a:pt x="250" y="81"/>
                      <a:pt x="250" y="81"/>
                    </a:cubicBezTo>
                    <a:cubicBezTo>
                      <a:pt x="250" y="81"/>
                      <a:pt x="250" y="81"/>
                      <a:pt x="250" y="81"/>
                    </a:cubicBezTo>
                    <a:cubicBezTo>
                      <a:pt x="250" y="81"/>
                      <a:pt x="251" y="81"/>
                      <a:pt x="251" y="82"/>
                    </a:cubicBezTo>
                    <a:close/>
                    <a:moveTo>
                      <a:pt x="240" y="89"/>
                    </a:moveTo>
                    <a:cubicBezTo>
                      <a:pt x="240" y="90"/>
                      <a:pt x="240" y="90"/>
                      <a:pt x="239" y="91"/>
                    </a:cubicBezTo>
                    <a:cubicBezTo>
                      <a:pt x="239" y="91"/>
                      <a:pt x="239" y="91"/>
                      <a:pt x="239" y="91"/>
                    </a:cubicBezTo>
                    <a:cubicBezTo>
                      <a:pt x="239" y="91"/>
                      <a:pt x="238" y="91"/>
                      <a:pt x="238" y="90"/>
                    </a:cubicBezTo>
                    <a:cubicBezTo>
                      <a:pt x="238" y="90"/>
                      <a:pt x="238" y="90"/>
                      <a:pt x="238" y="90"/>
                    </a:cubicBezTo>
                    <a:cubicBezTo>
                      <a:pt x="237" y="90"/>
                      <a:pt x="237" y="89"/>
                      <a:pt x="238" y="89"/>
                    </a:cubicBezTo>
                    <a:cubicBezTo>
                      <a:pt x="238" y="89"/>
                      <a:pt x="238" y="89"/>
                      <a:pt x="238" y="89"/>
                    </a:cubicBezTo>
                    <a:cubicBezTo>
                      <a:pt x="238" y="88"/>
                      <a:pt x="238" y="88"/>
                      <a:pt x="239" y="88"/>
                    </a:cubicBezTo>
                    <a:cubicBezTo>
                      <a:pt x="239" y="88"/>
                      <a:pt x="239" y="88"/>
                      <a:pt x="239" y="88"/>
                    </a:cubicBezTo>
                    <a:cubicBezTo>
                      <a:pt x="239" y="88"/>
                      <a:pt x="240" y="89"/>
                      <a:pt x="240" y="89"/>
                    </a:cubicBezTo>
                    <a:close/>
                    <a:moveTo>
                      <a:pt x="228" y="96"/>
                    </a:moveTo>
                    <a:cubicBezTo>
                      <a:pt x="229" y="97"/>
                      <a:pt x="229" y="98"/>
                      <a:pt x="228" y="98"/>
                    </a:cubicBezTo>
                    <a:cubicBezTo>
                      <a:pt x="228" y="98"/>
                      <a:pt x="228" y="98"/>
                      <a:pt x="228" y="98"/>
                    </a:cubicBezTo>
                    <a:cubicBezTo>
                      <a:pt x="227" y="99"/>
                      <a:pt x="227" y="98"/>
                      <a:pt x="226" y="98"/>
                    </a:cubicBezTo>
                    <a:cubicBezTo>
                      <a:pt x="226" y="98"/>
                      <a:pt x="226" y="98"/>
                      <a:pt x="226" y="98"/>
                    </a:cubicBezTo>
                    <a:cubicBezTo>
                      <a:pt x="226" y="97"/>
                      <a:pt x="226" y="96"/>
                      <a:pt x="227" y="96"/>
                    </a:cubicBezTo>
                    <a:cubicBezTo>
                      <a:pt x="227" y="96"/>
                      <a:pt x="227" y="96"/>
                      <a:pt x="227" y="96"/>
                    </a:cubicBezTo>
                    <a:cubicBezTo>
                      <a:pt x="227" y="96"/>
                      <a:pt x="227" y="96"/>
                      <a:pt x="227" y="96"/>
                    </a:cubicBezTo>
                    <a:cubicBezTo>
                      <a:pt x="227" y="96"/>
                      <a:pt x="227" y="96"/>
                      <a:pt x="227" y="96"/>
                    </a:cubicBezTo>
                    <a:cubicBezTo>
                      <a:pt x="228" y="96"/>
                      <a:pt x="228" y="96"/>
                      <a:pt x="228" y="96"/>
                    </a:cubicBezTo>
                    <a:close/>
                    <a:moveTo>
                      <a:pt x="217" y="104"/>
                    </a:moveTo>
                    <a:cubicBezTo>
                      <a:pt x="218" y="104"/>
                      <a:pt x="217" y="105"/>
                      <a:pt x="217" y="105"/>
                    </a:cubicBezTo>
                    <a:cubicBezTo>
                      <a:pt x="217" y="105"/>
                      <a:pt x="217" y="105"/>
                      <a:pt x="217" y="105"/>
                    </a:cubicBezTo>
                    <a:cubicBezTo>
                      <a:pt x="216" y="106"/>
                      <a:pt x="215" y="106"/>
                      <a:pt x="215" y="105"/>
                    </a:cubicBezTo>
                    <a:cubicBezTo>
                      <a:pt x="215" y="105"/>
                      <a:pt x="215" y="105"/>
                      <a:pt x="215" y="105"/>
                    </a:cubicBezTo>
                    <a:cubicBezTo>
                      <a:pt x="214" y="105"/>
                      <a:pt x="215" y="104"/>
                      <a:pt x="215" y="103"/>
                    </a:cubicBezTo>
                    <a:cubicBezTo>
                      <a:pt x="215" y="103"/>
                      <a:pt x="215" y="103"/>
                      <a:pt x="215" y="103"/>
                    </a:cubicBezTo>
                    <a:cubicBezTo>
                      <a:pt x="216" y="103"/>
                      <a:pt x="216" y="103"/>
                      <a:pt x="216" y="103"/>
                    </a:cubicBezTo>
                    <a:cubicBezTo>
                      <a:pt x="216" y="103"/>
                      <a:pt x="216" y="103"/>
                      <a:pt x="216" y="103"/>
                    </a:cubicBezTo>
                    <a:cubicBezTo>
                      <a:pt x="216" y="103"/>
                      <a:pt x="217" y="103"/>
                      <a:pt x="217" y="104"/>
                    </a:cubicBezTo>
                    <a:close/>
                    <a:moveTo>
                      <a:pt x="206" y="111"/>
                    </a:moveTo>
                    <a:cubicBezTo>
                      <a:pt x="206" y="112"/>
                      <a:pt x="206" y="112"/>
                      <a:pt x="205" y="113"/>
                    </a:cubicBezTo>
                    <a:cubicBezTo>
                      <a:pt x="205" y="113"/>
                      <a:pt x="205" y="113"/>
                      <a:pt x="205" y="113"/>
                    </a:cubicBezTo>
                    <a:cubicBezTo>
                      <a:pt x="205" y="113"/>
                      <a:pt x="204" y="113"/>
                      <a:pt x="204" y="112"/>
                    </a:cubicBezTo>
                    <a:cubicBezTo>
                      <a:pt x="204" y="112"/>
                      <a:pt x="204" y="112"/>
                      <a:pt x="204" y="112"/>
                    </a:cubicBezTo>
                    <a:cubicBezTo>
                      <a:pt x="203" y="112"/>
                      <a:pt x="203" y="111"/>
                      <a:pt x="204" y="111"/>
                    </a:cubicBezTo>
                    <a:cubicBezTo>
                      <a:pt x="204" y="111"/>
                      <a:pt x="204" y="111"/>
                      <a:pt x="204" y="111"/>
                    </a:cubicBezTo>
                    <a:cubicBezTo>
                      <a:pt x="204" y="110"/>
                      <a:pt x="204" y="110"/>
                      <a:pt x="205" y="110"/>
                    </a:cubicBezTo>
                    <a:cubicBezTo>
                      <a:pt x="205" y="110"/>
                      <a:pt x="205" y="110"/>
                      <a:pt x="205" y="110"/>
                    </a:cubicBezTo>
                    <a:cubicBezTo>
                      <a:pt x="205" y="110"/>
                      <a:pt x="206" y="111"/>
                      <a:pt x="206" y="111"/>
                    </a:cubicBezTo>
                    <a:close/>
                    <a:moveTo>
                      <a:pt x="195" y="118"/>
                    </a:moveTo>
                    <a:cubicBezTo>
                      <a:pt x="195" y="119"/>
                      <a:pt x="195" y="120"/>
                      <a:pt x="194" y="120"/>
                    </a:cubicBezTo>
                    <a:cubicBezTo>
                      <a:pt x="194" y="120"/>
                      <a:pt x="194" y="120"/>
                      <a:pt x="194" y="120"/>
                    </a:cubicBezTo>
                    <a:cubicBezTo>
                      <a:pt x="194" y="121"/>
                      <a:pt x="193" y="120"/>
                      <a:pt x="192" y="120"/>
                    </a:cubicBezTo>
                    <a:cubicBezTo>
                      <a:pt x="192" y="120"/>
                      <a:pt x="192" y="120"/>
                      <a:pt x="192" y="120"/>
                    </a:cubicBezTo>
                    <a:cubicBezTo>
                      <a:pt x="192" y="119"/>
                      <a:pt x="192" y="118"/>
                      <a:pt x="193" y="118"/>
                    </a:cubicBezTo>
                    <a:cubicBezTo>
                      <a:pt x="193" y="118"/>
                      <a:pt x="193" y="118"/>
                      <a:pt x="193" y="118"/>
                    </a:cubicBezTo>
                    <a:cubicBezTo>
                      <a:pt x="193" y="118"/>
                      <a:pt x="193" y="118"/>
                      <a:pt x="193" y="118"/>
                    </a:cubicBezTo>
                    <a:cubicBezTo>
                      <a:pt x="193" y="118"/>
                      <a:pt x="193" y="118"/>
                      <a:pt x="193" y="118"/>
                    </a:cubicBezTo>
                    <a:cubicBezTo>
                      <a:pt x="194" y="118"/>
                      <a:pt x="194" y="118"/>
                      <a:pt x="195" y="118"/>
                    </a:cubicBezTo>
                    <a:close/>
                    <a:moveTo>
                      <a:pt x="183" y="126"/>
                    </a:moveTo>
                    <a:cubicBezTo>
                      <a:pt x="184" y="126"/>
                      <a:pt x="183" y="127"/>
                      <a:pt x="183" y="128"/>
                    </a:cubicBezTo>
                    <a:cubicBezTo>
                      <a:pt x="183" y="128"/>
                      <a:pt x="183" y="128"/>
                      <a:pt x="183" y="128"/>
                    </a:cubicBezTo>
                    <a:cubicBezTo>
                      <a:pt x="182" y="128"/>
                      <a:pt x="181" y="128"/>
                      <a:pt x="181" y="127"/>
                    </a:cubicBezTo>
                    <a:cubicBezTo>
                      <a:pt x="181" y="127"/>
                      <a:pt x="181" y="127"/>
                      <a:pt x="181" y="127"/>
                    </a:cubicBezTo>
                    <a:cubicBezTo>
                      <a:pt x="181" y="127"/>
                      <a:pt x="181" y="126"/>
                      <a:pt x="181" y="125"/>
                    </a:cubicBezTo>
                    <a:cubicBezTo>
                      <a:pt x="181" y="125"/>
                      <a:pt x="181" y="125"/>
                      <a:pt x="181" y="125"/>
                    </a:cubicBezTo>
                    <a:cubicBezTo>
                      <a:pt x="182" y="125"/>
                      <a:pt x="182" y="125"/>
                      <a:pt x="182" y="125"/>
                    </a:cubicBezTo>
                    <a:cubicBezTo>
                      <a:pt x="182" y="125"/>
                      <a:pt x="182" y="125"/>
                      <a:pt x="182" y="125"/>
                    </a:cubicBezTo>
                    <a:cubicBezTo>
                      <a:pt x="183" y="125"/>
                      <a:pt x="183" y="125"/>
                      <a:pt x="183" y="126"/>
                    </a:cubicBezTo>
                    <a:close/>
                    <a:moveTo>
                      <a:pt x="172" y="133"/>
                    </a:moveTo>
                    <a:cubicBezTo>
                      <a:pt x="172" y="134"/>
                      <a:pt x="172" y="135"/>
                      <a:pt x="172" y="135"/>
                    </a:cubicBezTo>
                    <a:cubicBezTo>
                      <a:pt x="172" y="135"/>
                      <a:pt x="172" y="135"/>
                      <a:pt x="172" y="135"/>
                    </a:cubicBezTo>
                    <a:cubicBezTo>
                      <a:pt x="171" y="135"/>
                      <a:pt x="170" y="135"/>
                      <a:pt x="170" y="135"/>
                    </a:cubicBezTo>
                    <a:cubicBezTo>
                      <a:pt x="170" y="135"/>
                      <a:pt x="170" y="135"/>
                      <a:pt x="170" y="135"/>
                    </a:cubicBezTo>
                    <a:cubicBezTo>
                      <a:pt x="169" y="134"/>
                      <a:pt x="169" y="133"/>
                      <a:pt x="170" y="133"/>
                    </a:cubicBezTo>
                    <a:cubicBezTo>
                      <a:pt x="170" y="133"/>
                      <a:pt x="170" y="133"/>
                      <a:pt x="170" y="133"/>
                    </a:cubicBezTo>
                    <a:cubicBezTo>
                      <a:pt x="170" y="133"/>
                      <a:pt x="171" y="133"/>
                      <a:pt x="171" y="133"/>
                    </a:cubicBezTo>
                    <a:cubicBezTo>
                      <a:pt x="171" y="133"/>
                      <a:pt x="171" y="133"/>
                      <a:pt x="171" y="133"/>
                    </a:cubicBezTo>
                    <a:cubicBezTo>
                      <a:pt x="171" y="133"/>
                      <a:pt x="172" y="133"/>
                      <a:pt x="172" y="133"/>
                    </a:cubicBezTo>
                    <a:close/>
                    <a:moveTo>
                      <a:pt x="161" y="140"/>
                    </a:moveTo>
                    <a:cubicBezTo>
                      <a:pt x="161" y="141"/>
                      <a:pt x="161" y="142"/>
                      <a:pt x="160" y="142"/>
                    </a:cubicBezTo>
                    <a:cubicBezTo>
                      <a:pt x="160" y="142"/>
                      <a:pt x="160" y="142"/>
                      <a:pt x="160" y="142"/>
                    </a:cubicBezTo>
                    <a:cubicBezTo>
                      <a:pt x="160" y="143"/>
                      <a:pt x="159" y="143"/>
                      <a:pt x="158" y="142"/>
                    </a:cubicBezTo>
                    <a:cubicBezTo>
                      <a:pt x="158" y="142"/>
                      <a:pt x="158" y="142"/>
                      <a:pt x="158" y="142"/>
                    </a:cubicBezTo>
                    <a:cubicBezTo>
                      <a:pt x="158" y="141"/>
                      <a:pt x="158" y="140"/>
                      <a:pt x="159" y="140"/>
                    </a:cubicBezTo>
                    <a:cubicBezTo>
                      <a:pt x="159" y="140"/>
                      <a:pt x="159" y="140"/>
                      <a:pt x="159" y="140"/>
                    </a:cubicBezTo>
                    <a:cubicBezTo>
                      <a:pt x="159" y="140"/>
                      <a:pt x="159" y="140"/>
                      <a:pt x="159" y="140"/>
                    </a:cubicBezTo>
                    <a:cubicBezTo>
                      <a:pt x="159" y="140"/>
                      <a:pt x="159" y="140"/>
                      <a:pt x="159" y="140"/>
                    </a:cubicBezTo>
                    <a:cubicBezTo>
                      <a:pt x="160" y="140"/>
                      <a:pt x="160" y="140"/>
                      <a:pt x="161" y="140"/>
                    </a:cubicBezTo>
                    <a:close/>
                    <a:moveTo>
                      <a:pt x="149" y="148"/>
                    </a:moveTo>
                    <a:cubicBezTo>
                      <a:pt x="150" y="148"/>
                      <a:pt x="150" y="149"/>
                      <a:pt x="149" y="150"/>
                    </a:cubicBezTo>
                    <a:cubicBezTo>
                      <a:pt x="149" y="150"/>
                      <a:pt x="149" y="150"/>
                      <a:pt x="149" y="150"/>
                    </a:cubicBezTo>
                    <a:cubicBezTo>
                      <a:pt x="148" y="150"/>
                      <a:pt x="147" y="150"/>
                      <a:pt x="147" y="149"/>
                    </a:cubicBezTo>
                    <a:cubicBezTo>
                      <a:pt x="147" y="149"/>
                      <a:pt x="147" y="149"/>
                      <a:pt x="147" y="149"/>
                    </a:cubicBezTo>
                    <a:cubicBezTo>
                      <a:pt x="147" y="149"/>
                      <a:pt x="147" y="148"/>
                      <a:pt x="147" y="147"/>
                    </a:cubicBezTo>
                    <a:cubicBezTo>
                      <a:pt x="147" y="147"/>
                      <a:pt x="147" y="147"/>
                      <a:pt x="147" y="147"/>
                    </a:cubicBezTo>
                    <a:cubicBezTo>
                      <a:pt x="148" y="147"/>
                      <a:pt x="148" y="147"/>
                      <a:pt x="148" y="147"/>
                    </a:cubicBezTo>
                    <a:cubicBezTo>
                      <a:pt x="148" y="147"/>
                      <a:pt x="148" y="147"/>
                      <a:pt x="148" y="147"/>
                    </a:cubicBezTo>
                    <a:cubicBezTo>
                      <a:pt x="149" y="147"/>
                      <a:pt x="149" y="147"/>
                      <a:pt x="149" y="148"/>
                    </a:cubicBezTo>
                    <a:close/>
                    <a:moveTo>
                      <a:pt x="138" y="155"/>
                    </a:moveTo>
                    <a:cubicBezTo>
                      <a:pt x="138" y="156"/>
                      <a:pt x="138" y="157"/>
                      <a:pt x="138" y="157"/>
                    </a:cubicBezTo>
                    <a:cubicBezTo>
                      <a:pt x="138" y="157"/>
                      <a:pt x="138" y="157"/>
                      <a:pt x="138" y="157"/>
                    </a:cubicBezTo>
                    <a:cubicBezTo>
                      <a:pt x="137" y="157"/>
                      <a:pt x="136" y="157"/>
                      <a:pt x="136" y="157"/>
                    </a:cubicBezTo>
                    <a:cubicBezTo>
                      <a:pt x="136" y="157"/>
                      <a:pt x="136" y="157"/>
                      <a:pt x="136" y="157"/>
                    </a:cubicBezTo>
                    <a:cubicBezTo>
                      <a:pt x="135" y="156"/>
                      <a:pt x="136" y="155"/>
                      <a:pt x="136" y="155"/>
                    </a:cubicBezTo>
                    <a:cubicBezTo>
                      <a:pt x="136" y="155"/>
                      <a:pt x="136" y="155"/>
                      <a:pt x="136" y="155"/>
                    </a:cubicBezTo>
                    <a:cubicBezTo>
                      <a:pt x="136" y="155"/>
                      <a:pt x="137" y="155"/>
                      <a:pt x="137" y="155"/>
                    </a:cubicBezTo>
                    <a:cubicBezTo>
                      <a:pt x="137" y="155"/>
                      <a:pt x="137" y="155"/>
                      <a:pt x="137" y="155"/>
                    </a:cubicBezTo>
                    <a:cubicBezTo>
                      <a:pt x="137" y="155"/>
                      <a:pt x="138" y="155"/>
                      <a:pt x="138" y="155"/>
                    </a:cubicBezTo>
                    <a:close/>
                    <a:moveTo>
                      <a:pt x="127" y="163"/>
                    </a:moveTo>
                    <a:cubicBezTo>
                      <a:pt x="127" y="163"/>
                      <a:pt x="127" y="164"/>
                      <a:pt x="126" y="164"/>
                    </a:cubicBezTo>
                    <a:cubicBezTo>
                      <a:pt x="126" y="164"/>
                      <a:pt x="126" y="164"/>
                      <a:pt x="126" y="164"/>
                    </a:cubicBezTo>
                    <a:cubicBezTo>
                      <a:pt x="126" y="165"/>
                      <a:pt x="125" y="165"/>
                      <a:pt x="124" y="164"/>
                    </a:cubicBezTo>
                    <a:cubicBezTo>
                      <a:pt x="124" y="164"/>
                      <a:pt x="124" y="164"/>
                      <a:pt x="124" y="164"/>
                    </a:cubicBezTo>
                    <a:cubicBezTo>
                      <a:pt x="124" y="163"/>
                      <a:pt x="124" y="163"/>
                      <a:pt x="125" y="162"/>
                    </a:cubicBezTo>
                    <a:cubicBezTo>
                      <a:pt x="125" y="162"/>
                      <a:pt x="125" y="162"/>
                      <a:pt x="125" y="162"/>
                    </a:cubicBezTo>
                    <a:cubicBezTo>
                      <a:pt x="125" y="162"/>
                      <a:pt x="125" y="162"/>
                      <a:pt x="126" y="162"/>
                    </a:cubicBezTo>
                    <a:cubicBezTo>
                      <a:pt x="126" y="162"/>
                      <a:pt x="126" y="162"/>
                      <a:pt x="126" y="162"/>
                    </a:cubicBezTo>
                    <a:cubicBezTo>
                      <a:pt x="126" y="162"/>
                      <a:pt x="126" y="162"/>
                      <a:pt x="127" y="163"/>
                    </a:cubicBezTo>
                    <a:close/>
                    <a:moveTo>
                      <a:pt x="115" y="170"/>
                    </a:moveTo>
                    <a:cubicBezTo>
                      <a:pt x="116" y="171"/>
                      <a:pt x="116" y="171"/>
                      <a:pt x="115" y="172"/>
                    </a:cubicBezTo>
                    <a:cubicBezTo>
                      <a:pt x="115" y="172"/>
                      <a:pt x="115" y="172"/>
                      <a:pt x="115" y="172"/>
                    </a:cubicBezTo>
                    <a:cubicBezTo>
                      <a:pt x="114" y="172"/>
                      <a:pt x="114" y="172"/>
                      <a:pt x="113" y="171"/>
                    </a:cubicBezTo>
                    <a:cubicBezTo>
                      <a:pt x="113" y="171"/>
                      <a:pt x="113" y="171"/>
                      <a:pt x="113" y="171"/>
                    </a:cubicBezTo>
                    <a:cubicBezTo>
                      <a:pt x="113" y="171"/>
                      <a:pt x="113" y="170"/>
                      <a:pt x="114" y="170"/>
                    </a:cubicBezTo>
                    <a:cubicBezTo>
                      <a:pt x="114" y="170"/>
                      <a:pt x="114" y="170"/>
                      <a:pt x="114" y="170"/>
                    </a:cubicBezTo>
                    <a:cubicBezTo>
                      <a:pt x="114" y="169"/>
                      <a:pt x="114" y="169"/>
                      <a:pt x="114" y="169"/>
                    </a:cubicBezTo>
                    <a:cubicBezTo>
                      <a:pt x="114" y="169"/>
                      <a:pt x="114" y="169"/>
                      <a:pt x="114" y="169"/>
                    </a:cubicBezTo>
                    <a:cubicBezTo>
                      <a:pt x="115" y="169"/>
                      <a:pt x="115" y="170"/>
                      <a:pt x="115" y="170"/>
                    </a:cubicBezTo>
                    <a:close/>
                    <a:moveTo>
                      <a:pt x="104" y="177"/>
                    </a:moveTo>
                    <a:cubicBezTo>
                      <a:pt x="104" y="178"/>
                      <a:pt x="104" y="179"/>
                      <a:pt x="104" y="179"/>
                    </a:cubicBezTo>
                    <a:cubicBezTo>
                      <a:pt x="104" y="179"/>
                      <a:pt x="104" y="179"/>
                      <a:pt x="104" y="179"/>
                    </a:cubicBezTo>
                    <a:cubicBezTo>
                      <a:pt x="103" y="180"/>
                      <a:pt x="102" y="179"/>
                      <a:pt x="102" y="179"/>
                    </a:cubicBezTo>
                    <a:cubicBezTo>
                      <a:pt x="102" y="179"/>
                      <a:pt x="102" y="179"/>
                      <a:pt x="102" y="179"/>
                    </a:cubicBezTo>
                    <a:cubicBezTo>
                      <a:pt x="101" y="178"/>
                      <a:pt x="102" y="177"/>
                      <a:pt x="102" y="177"/>
                    </a:cubicBezTo>
                    <a:cubicBezTo>
                      <a:pt x="102" y="177"/>
                      <a:pt x="102" y="177"/>
                      <a:pt x="102" y="177"/>
                    </a:cubicBezTo>
                    <a:cubicBezTo>
                      <a:pt x="102" y="177"/>
                      <a:pt x="103" y="177"/>
                      <a:pt x="103" y="177"/>
                    </a:cubicBezTo>
                    <a:cubicBezTo>
                      <a:pt x="103" y="177"/>
                      <a:pt x="103" y="177"/>
                      <a:pt x="103" y="177"/>
                    </a:cubicBezTo>
                    <a:cubicBezTo>
                      <a:pt x="103" y="177"/>
                      <a:pt x="104" y="177"/>
                      <a:pt x="104" y="177"/>
                    </a:cubicBezTo>
                    <a:close/>
                    <a:moveTo>
                      <a:pt x="93" y="185"/>
                    </a:moveTo>
                    <a:cubicBezTo>
                      <a:pt x="93" y="185"/>
                      <a:pt x="93" y="186"/>
                      <a:pt x="92" y="187"/>
                    </a:cubicBezTo>
                    <a:cubicBezTo>
                      <a:pt x="92" y="187"/>
                      <a:pt x="92" y="187"/>
                      <a:pt x="92" y="187"/>
                    </a:cubicBezTo>
                    <a:cubicBezTo>
                      <a:pt x="92" y="187"/>
                      <a:pt x="91" y="187"/>
                      <a:pt x="91" y="186"/>
                    </a:cubicBezTo>
                    <a:cubicBezTo>
                      <a:pt x="91" y="186"/>
                      <a:pt x="91" y="186"/>
                      <a:pt x="91" y="186"/>
                    </a:cubicBezTo>
                    <a:cubicBezTo>
                      <a:pt x="90" y="186"/>
                      <a:pt x="90" y="185"/>
                      <a:pt x="91" y="184"/>
                    </a:cubicBezTo>
                    <a:cubicBezTo>
                      <a:pt x="91" y="184"/>
                      <a:pt x="91" y="184"/>
                      <a:pt x="91" y="184"/>
                    </a:cubicBezTo>
                    <a:cubicBezTo>
                      <a:pt x="91" y="184"/>
                      <a:pt x="91" y="184"/>
                      <a:pt x="92" y="184"/>
                    </a:cubicBezTo>
                    <a:cubicBezTo>
                      <a:pt x="92" y="184"/>
                      <a:pt x="92" y="184"/>
                      <a:pt x="92" y="184"/>
                    </a:cubicBezTo>
                    <a:cubicBezTo>
                      <a:pt x="92" y="184"/>
                      <a:pt x="92" y="184"/>
                      <a:pt x="93" y="185"/>
                    </a:cubicBezTo>
                    <a:close/>
                    <a:moveTo>
                      <a:pt x="81" y="192"/>
                    </a:moveTo>
                    <a:cubicBezTo>
                      <a:pt x="82" y="193"/>
                      <a:pt x="82" y="193"/>
                      <a:pt x="81" y="194"/>
                    </a:cubicBezTo>
                    <a:cubicBezTo>
                      <a:pt x="81" y="194"/>
                      <a:pt x="81" y="194"/>
                      <a:pt x="81" y="194"/>
                    </a:cubicBezTo>
                    <a:cubicBezTo>
                      <a:pt x="80" y="194"/>
                      <a:pt x="80" y="194"/>
                      <a:pt x="79" y="194"/>
                    </a:cubicBezTo>
                    <a:cubicBezTo>
                      <a:pt x="79" y="194"/>
                      <a:pt x="79" y="194"/>
                      <a:pt x="79" y="194"/>
                    </a:cubicBezTo>
                    <a:cubicBezTo>
                      <a:pt x="79" y="193"/>
                      <a:pt x="79" y="192"/>
                      <a:pt x="80" y="192"/>
                    </a:cubicBezTo>
                    <a:cubicBezTo>
                      <a:pt x="80" y="192"/>
                      <a:pt x="80" y="192"/>
                      <a:pt x="80" y="192"/>
                    </a:cubicBezTo>
                    <a:cubicBezTo>
                      <a:pt x="80" y="192"/>
                      <a:pt x="80" y="191"/>
                      <a:pt x="80" y="191"/>
                    </a:cubicBezTo>
                    <a:cubicBezTo>
                      <a:pt x="80" y="191"/>
                      <a:pt x="80" y="191"/>
                      <a:pt x="80" y="191"/>
                    </a:cubicBezTo>
                    <a:cubicBezTo>
                      <a:pt x="81" y="191"/>
                      <a:pt x="81" y="192"/>
                      <a:pt x="81" y="192"/>
                    </a:cubicBezTo>
                    <a:close/>
                    <a:moveTo>
                      <a:pt x="70" y="199"/>
                    </a:moveTo>
                    <a:cubicBezTo>
                      <a:pt x="71" y="200"/>
                      <a:pt x="70" y="201"/>
                      <a:pt x="70" y="201"/>
                    </a:cubicBezTo>
                    <a:cubicBezTo>
                      <a:pt x="70" y="201"/>
                      <a:pt x="70" y="201"/>
                      <a:pt x="70" y="201"/>
                    </a:cubicBezTo>
                    <a:cubicBezTo>
                      <a:pt x="69" y="202"/>
                      <a:pt x="68" y="202"/>
                      <a:pt x="68" y="201"/>
                    </a:cubicBezTo>
                    <a:cubicBezTo>
                      <a:pt x="68" y="201"/>
                      <a:pt x="68" y="201"/>
                      <a:pt x="68" y="201"/>
                    </a:cubicBezTo>
                    <a:cubicBezTo>
                      <a:pt x="67" y="200"/>
                      <a:pt x="68" y="199"/>
                      <a:pt x="68" y="199"/>
                    </a:cubicBezTo>
                    <a:cubicBezTo>
                      <a:pt x="68" y="199"/>
                      <a:pt x="68" y="199"/>
                      <a:pt x="68" y="199"/>
                    </a:cubicBezTo>
                    <a:cubicBezTo>
                      <a:pt x="69" y="199"/>
                      <a:pt x="69" y="199"/>
                      <a:pt x="69" y="199"/>
                    </a:cubicBezTo>
                    <a:cubicBezTo>
                      <a:pt x="69" y="199"/>
                      <a:pt x="69" y="199"/>
                      <a:pt x="69" y="199"/>
                    </a:cubicBezTo>
                    <a:cubicBezTo>
                      <a:pt x="69" y="199"/>
                      <a:pt x="70" y="199"/>
                      <a:pt x="70" y="199"/>
                    </a:cubicBezTo>
                    <a:close/>
                    <a:moveTo>
                      <a:pt x="59" y="207"/>
                    </a:moveTo>
                    <a:cubicBezTo>
                      <a:pt x="59" y="207"/>
                      <a:pt x="59" y="208"/>
                      <a:pt x="58" y="209"/>
                    </a:cubicBezTo>
                    <a:cubicBezTo>
                      <a:pt x="58" y="209"/>
                      <a:pt x="58" y="209"/>
                      <a:pt x="58" y="209"/>
                    </a:cubicBezTo>
                    <a:cubicBezTo>
                      <a:pt x="58" y="209"/>
                      <a:pt x="57" y="209"/>
                      <a:pt x="57" y="208"/>
                    </a:cubicBezTo>
                    <a:cubicBezTo>
                      <a:pt x="57" y="208"/>
                      <a:pt x="57" y="208"/>
                      <a:pt x="57" y="208"/>
                    </a:cubicBezTo>
                    <a:cubicBezTo>
                      <a:pt x="56" y="208"/>
                      <a:pt x="56" y="207"/>
                      <a:pt x="57" y="206"/>
                    </a:cubicBezTo>
                    <a:cubicBezTo>
                      <a:pt x="57" y="206"/>
                      <a:pt x="57" y="206"/>
                      <a:pt x="57" y="206"/>
                    </a:cubicBezTo>
                    <a:cubicBezTo>
                      <a:pt x="57" y="206"/>
                      <a:pt x="57" y="206"/>
                      <a:pt x="58" y="206"/>
                    </a:cubicBezTo>
                    <a:cubicBezTo>
                      <a:pt x="58" y="206"/>
                      <a:pt x="58" y="206"/>
                      <a:pt x="58" y="206"/>
                    </a:cubicBezTo>
                    <a:cubicBezTo>
                      <a:pt x="58" y="206"/>
                      <a:pt x="59" y="206"/>
                      <a:pt x="59" y="207"/>
                    </a:cubicBezTo>
                    <a:close/>
                    <a:moveTo>
                      <a:pt x="48" y="214"/>
                    </a:moveTo>
                    <a:cubicBezTo>
                      <a:pt x="48" y="215"/>
                      <a:pt x="48" y="216"/>
                      <a:pt x="47" y="216"/>
                    </a:cubicBezTo>
                    <a:cubicBezTo>
                      <a:pt x="47" y="216"/>
                      <a:pt x="47" y="216"/>
                      <a:pt x="47" y="216"/>
                    </a:cubicBezTo>
                    <a:cubicBezTo>
                      <a:pt x="47" y="216"/>
                      <a:pt x="46" y="216"/>
                      <a:pt x="45" y="216"/>
                    </a:cubicBezTo>
                    <a:cubicBezTo>
                      <a:pt x="45" y="216"/>
                      <a:pt x="45" y="216"/>
                      <a:pt x="45" y="216"/>
                    </a:cubicBezTo>
                    <a:cubicBezTo>
                      <a:pt x="45" y="215"/>
                      <a:pt x="45" y="214"/>
                      <a:pt x="46" y="214"/>
                    </a:cubicBezTo>
                    <a:cubicBezTo>
                      <a:pt x="46" y="214"/>
                      <a:pt x="46" y="214"/>
                      <a:pt x="46" y="214"/>
                    </a:cubicBezTo>
                    <a:cubicBezTo>
                      <a:pt x="46" y="214"/>
                      <a:pt x="46" y="214"/>
                      <a:pt x="46" y="214"/>
                    </a:cubicBezTo>
                    <a:cubicBezTo>
                      <a:pt x="46" y="214"/>
                      <a:pt x="46" y="214"/>
                      <a:pt x="46" y="214"/>
                    </a:cubicBezTo>
                    <a:cubicBezTo>
                      <a:pt x="47" y="214"/>
                      <a:pt x="47" y="214"/>
                      <a:pt x="48" y="214"/>
                    </a:cubicBezTo>
                    <a:close/>
                    <a:moveTo>
                      <a:pt x="36" y="222"/>
                    </a:moveTo>
                    <a:cubicBezTo>
                      <a:pt x="37" y="222"/>
                      <a:pt x="36" y="223"/>
                      <a:pt x="36" y="223"/>
                    </a:cubicBezTo>
                    <a:cubicBezTo>
                      <a:pt x="36" y="223"/>
                      <a:pt x="36" y="223"/>
                      <a:pt x="36" y="223"/>
                    </a:cubicBezTo>
                    <a:cubicBezTo>
                      <a:pt x="35" y="224"/>
                      <a:pt x="34" y="224"/>
                      <a:pt x="34" y="223"/>
                    </a:cubicBezTo>
                    <a:cubicBezTo>
                      <a:pt x="34" y="223"/>
                      <a:pt x="34" y="223"/>
                      <a:pt x="34" y="223"/>
                    </a:cubicBezTo>
                    <a:cubicBezTo>
                      <a:pt x="34" y="222"/>
                      <a:pt x="34" y="222"/>
                      <a:pt x="34" y="221"/>
                    </a:cubicBezTo>
                    <a:cubicBezTo>
                      <a:pt x="34" y="221"/>
                      <a:pt x="34" y="221"/>
                      <a:pt x="34" y="221"/>
                    </a:cubicBezTo>
                    <a:cubicBezTo>
                      <a:pt x="35" y="221"/>
                      <a:pt x="35" y="221"/>
                      <a:pt x="35" y="221"/>
                    </a:cubicBezTo>
                    <a:cubicBezTo>
                      <a:pt x="35" y="221"/>
                      <a:pt x="35" y="221"/>
                      <a:pt x="35" y="221"/>
                    </a:cubicBezTo>
                    <a:cubicBezTo>
                      <a:pt x="36" y="221"/>
                      <a:pt x="36" y="221"/>
                      <a:pt x="36" y="222"/>
                    </a:cubicBezTo>
                    <a:close/>
                    <a:moveTo>
                      <a:pt x="25" y="229"/>
                    </a:moveTo>
                    <a:cubicBezTo>
                      <a:pt x="25" y="230"/>
                      <a:pt x="25" y="230"/>
                      <a:pt x="25" y="231"/>
                    </a:cubicBezTo>
                    <a:cubicBezTo>
                      <a:pt x="25" y="231"/>
                      <a:pt x="25" y="231"/>
                      <a:pt x="25" y="231"/>
                    </a:cubicBezTo>
                    <a:cubicBezTo>
                      <a:pt x="24" y="231"/>
                      <a:pt x="23" y="231"/>
                      <a:pt x="23" y="230"/>
                    </a:cubicBezTo>
                    <a:cubicBezTo>
                      <a:pt x="23" y="230"/>
                      <a:pt x="23" y="230"/>
                      <a:pt x="23" y="230"/>
                    </a:cubicBezTo>
                    <a:cubicBezTo>
                      <a:pt x="22" y="230"/>
                      <a:pt x="22" y="229"/>
                      <a:pt x="23" y="228"/>
                    </a:cubicBezTo>
                    <a:cubicBezTo>
                      <a:pt x="23" y="228"/>
                      <a:pt x="23" y="228"/>
                      <a:pt x="23" y="228"/>
                    </a:cubicBezTo>
                    <a:cubicBezTo>
                      <a:pt x="23" y="228"/>
                      <a:pt x="24" y="228"/>
                      <a:pt x="24" y="228"/>
                    </a:cubicBezTo>
                    <a:cubicBezTo>
                      <a:pt x="24" y="228"/>
                      <a:pt x="24" y="228"/>
                      <a:pt x="24" y="228"/>
                    </a:cubicBezTo>
                    <a:cubicBezTo>
                      <a:pt x="24" y="228"/>
                      <a:pt x="25" y="228"/>
                      <a:pt x="25" y="229"/>
                    </a:cubicBezTo>
                    <a:close/>
                    <a:moveTo>
                      <a:pt x="14" y="236"/>
                    </a:moveTo>
                    <a:cubicBezTo>
                      <a:pt x="14" y="237"/>
                      <a:pt x="14" y="238"/>
                      <a:pt x="13" y="238"/>
                    </a:cubicBezTo>
                    <a:cubicBezTo>
                      <a:pt x="13" y="238"/>
                      <a:pt x="13" y="238"/>
                      <a:pt x="13" y="238"/>
                    </a:cubicBezTo>
                    <a:cubicBezTo>
                      <a:pt x="13" y="239"/>
                      <a:pt x="12" y="238"/>
                      <a:pt x="11" y="238"/>
                    </a:cubicBezTo>
                    <a:cubicBezTo>
                      <a:pt x="11" y="238"/>
                      <a:pt x="11" y="238"/>
                      <a:pt x="11" y="238"/>
                    </a:cubicBezTo>
                    <a:cubicBezTo>
                      <a:pt x="11" y="237"/>
                      <a:pt x="11" y="236"/>
                      <a:pt x="12" y="236"/>
                    </a:cubicBezTo>
                    <a:cubicBezTo>
                      <a:pt x="12" y="236"/>
                      <a:pt x="12" y="236"/>
                      <a:pt x="12" y="236"/>
                    </a:cubicBezTo>
                    <a:cubicBezTo>
                      <a:pt x="12" y="236"/>
                      <a:pt x="12" y="236"/>
                      <a:pt x="12" y="236"/>
                    </a:cubicBezTo>
                    <a:cubicBezTo>
                      <a:pt x="12" y="236"/>
                      <a:pt x="12" y="236"/>
                      <a:pt x="12" y="236"/>
                    </a:cubicBezTo>
                    <a:cubicBezTo>
                      <a:pt x="13" y="236"/>
                      <a:pt x="13" y="236"/>
                      <a:pt x="14" y="236"/>
                    </a:cubicBezTo>
                    <a:close/>
                    <a:moveTo>
                      <a:pt x="2" y="244"/>
                    </a:moveTo>
                    <a:cubicBezTo>
                      <a:pt x="3" y="244"/>
                      <a:pt x="3" y="245"/>
                      <a:pt x="2" y="245"/>
                    </a:cubicBezTo>
                    <a:cubicBezTo>
                      <a:pt x="2" y="245"/>
                      <a:pt x="2" y="245"/>
                      <a:pt x="2" y="245"/>
                    </a:cubicBezTo>
                    <a:cubicBezTo>
                      <a:pt x="1" y="246"/>
                      <a:pt x="0" y="246"/>
                      <a:pt x="0" y="245"/>
                    </a:cubicBezTo>
                    <a:cubicBezTo>
                      <a:pt x="0" y="245"/>
                      <a:pt x="0" y="245"/>
                      <a:pt x="0" y="245"/>
                    </a:cubicBezTo>
                    <a:cubicBezTo>
                      <a:pt x="0" y="244"/>
                      <a:pt x="0" y="244"/>
                      <a:pt x="0" y="243"/>
                    </a:cubicBezTo>
                    <a:cubicBezTo>
                      <a:pt x="0" y="243"/>
                      <a:pt x="0" y="243"/>
                      <a:pt x="0" y="243"/>
                    </a:cubicBezTo>
                    <a:cubicBezTo>
                      <a:pt x="1" y="243"/>
                      <a:pt x="1" y="243"/>
                      <a:pt x="1" y="243"/>
                    </a:cubicBezTo>
                    <a:cubicBezTo>
                      <a:pt x="1" y="243"/>
                      <a:pt x="1" y="243"/>
                      <a:pt x="1" y="243"/>
                    </a:cubicBezTo>
                    <a:cubicBezTo>
                      <a:pt x="2" y="243"/>
                      <a:pt x="2" y="243"/>
                      <a:pt x="2"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0" name="Google Shape;630;p13"/>
              <p:cNvSpPr/>
              <p:nvPr/>
            </p:nvSpPr>
            <p:spPr>
              <a:xfrm>
                <a:off x="18654173" y="2645018"/>
                <a:ext cx="19581" cy="11748"/>
              </a:xfrm>
              <a:custGeom>
                <a:avLst/>
                <a:gdLst/>
                <a:ahLst/>
                <a:cxnLst/>
                <a:rect l="l" t="t" r="r" b="b"/>
                <a:pathLst>
                  <a:path w="3" h="2" extrusionOk="0">
                    <a:moveTo>
                      <a:pt x="2" y="0"/>
                    </a:moveTo>
                    <a:cubicBezTo>
                      <a:pt x="2" y="0"/>
                      <a:pt x="2" y="0"/>
                      <a:pt x="3" y="0"/>
                    </a:cubicBezTo>
                    <a:cubicBezTo>
                      <a:pt x="3" y="0"/>
                      <a:pt x="3" y="1"/>
                      <a:pt x="3" y="1"/>
                    </a:cubicBezTo>
                    <a:cubicBezTo>
                      <a:pt x="3" y="1"/>
                      <a:pt x="3" y="2"/>
                      <a:pt x="3" y="2"/>
                    </a:cubicBezTo>
                    <a:cubicBezTo>
                      <a:pt x="2" y="2"/>
                      <a:pt x="2" y="2"/>
                      <a:pt x="2" y="2"/>
                    </a:cubicBezTo>
                    <a:cubicBezTo>
                      <a:pt x="2" y="2"/>
                      <a:pt x="1" y="2"/>
                      <a:pt x="1" y="2"/>
                    </a:cubicBezTo>
                    <a:cubicBezTo>
                      <a:pt x="1" y="2"/>
                      <a:pt x="1" y="2"/>
                      <a:pt x="1" y="2"/>
                    </a:cubicBezTo>
                    <a:cubicBezTo>
                      <a:pt x="1" y="2"/>
                      <a:pt x="0" y="2"/>
                      <a:pt x="0" y="1"/>
                    </a:cubicBezTo>
                    <a:cubicBezTo>
                      <a:pt x="0" y="1"/>
                      <a:pt x="0" y="1"/>
                      <a:pt x="0" y="1"/>
                    </a:cubicBezTo>
                    <a:cubicBezTo>
                      <a:pt x="0" y="1"/>
                      <a:pt x="0" y="0"/>
                      <a:pt x="1" y="0"/>
                    </a:cubicBezTo>
                    <a:cubicBezTo>
                      <a:pt x="1" y="0"/>
                      <a:pt x="1"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1" name="Google Shape;631;p13"/>
              <p:cNvSpPr/>
              <p:nvPr/>
            </p:nvSpPr>
            <p:spPr>
              <a:xfrm>
                <a:off x="16053876" y="4238870"/>
                <a:ext cx="19581" cy="15664"/>
              </a:xfrm>
              <a:custGeom>
                <a:avLst/>
                <a:gdLst/>
                <a:ahLst/>
                <a:cxnLst/>
                <a:rect l="l" t="t" r="r" b="b"/>
                <a:pathLst>
                  <a:path w="3" h="3" extrusionOk="0">
                    <a:moveTo>
                      <a:pt x="2" y="0"/>
                    </a:moveTo>
                    <a:cubicBezTo>
                      <a:pt x="2" y="0"/>
                      <a:pt x="2" y="1"/>
                      <a:pt x="2" y="1"/>
                    </a:cubicBezTo>
                    <a:cubicBezTo>
                      <a:pt x="3" y="1"/>
                      <a:pt x="3" y="1"/>
                      <a:pt x="3" y="2"/>
                    </a:cubicBezTo>
                    <a:cubicBezTo>
                      <a:pt x="3" y="2"/>
                      <a:pt x="3" y="2"/>
                      <a:pt x="2" y="3"/>
                    </a:cubicBezTo>
                    <a:cubicBezTo>
                      <a:pt x="2" y="3"/>
                      <a:pt x="2" y="3"/>
                      <a:pt x="2" y="3"/>
                    </a:cubicBezTo>
                    <a:cubicBezTo>
                      <a:pt x="2" y="3"/>
                      <a:pt x="1" y="3"/>
                      <a:pt x="1" y="3"/>
                    </a:cubicBezTo>
                    <a:cubicBezTo>
                      <a:pt x="0" y="2"/>
                      <a:pt x="0" y="2"/>
                      <a:pt x="0" y="2"/>
                    </a:cubicBezTo>
                    <a:cubicBezTo>
                      <a:pt x="0" y="1"/>
                      <a:pt x="0" y="1"/>
                      <a:pt x="1" y="1"/>
                    </a:cubicBezTo>
                    <a:cubicBezTo>
                      <a:pt x="1" y="1"/>
                      <a:pt x="1" y="1"/>
                      <a:pt x="1" y="0"/>
                    </a:cubicBezTo>
                    <a:cubicBezTo>
                      <a:pt x="1" y="0"/>
                      <a:pt x="1"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2" name="Google Shape;632;p13"/>
              <p:cNvSpPr/>
              <p:nvPr/>
            </p:nvSpPr>
            <p:spPr>
              <a:xfrm>
                <a:off x="16124366" y="2688095"/>
                <a:ext cx="2337917" cy="1523362"/>
              </a:xfrm>
              <a:custGeom>
                <a:avLst/>
                <a:gdLst/>
                <a:ahLst/>
                <a:cxnLst/>
                <a:rect l="l" t="t" r="r" b="b"/>
                <a:pathLst>
                  <a:path w="377" h="246" extrusionOk="0">
                    <a:moveTo>
                      <a:pt x="376" y="1"/>
                    </a:moveTo>
                    <a:cubicBezTo>
                      <a:pt x="377" y="1"/>
                      <a:pt x="376" y="2"/>
                      <a:pt x="376" y="2"/>
                    </a:cubicBezTo>
                    <a:cubicBezTo>
                      <a:pt x="376" y="2"/>
                      <a:pt x="376" y="2"/>
                      <a:pt x="376" y="2"/>
                    </a:cubicBezTo>
                    <a:cubicBezTo>
                      <a:pt x="375" y="3"/>
                      <a:pt x="374" y="3"/>
                      <a:pt x="374" y="2"/>
                    </a:cubicBezTo>
                    <a:cubicBezTo>
                      <a:pt x="374" y="2"/>
                      <a:pt x="374" y="2"/>
                      <a:pt x="374" y="2"/>
                    </a:cubicBezTo>
                    <a:cubicBezTo>
                      <a:pt x="373" y="1"/>
                      <a:pt x="374" y="1"/>
                      <a:pt x="374" y="0"/>
                    </a:cubicBezTo>
                    <a:cubicBezTo>
                      <a:pt x="374" y="0"/>
                      <a:pt x="374" y="0"/>
                      <a:pt x="374" y="0"/>
                    </a:cubicBezTo>
                    <a:cubicBezTo>
                      <a:pt x="374" y="0"/>
                      <a:pt x="375" y="0"/>
                      <a:pt x="375" y="0"/>
                    </a:cubicBezTo>
                    <a:cubicBezTo>
                      <a:pt x="375" y="0"/>
                      <a:pt x="375" y="0"/>
                      <a:pt x="375" y="0"/>
                    </a:cubicBezTo>
                    <a:cubicBezTo>
                      <a:pt x="375" y="0"/>
                      <a:pt x="376" y="0"/>
                      <a:pt x="376" y="1"/>
                    </a:cubicBezTo>
                    <a:close/>
                    <a:moveTo>
                      <a:pt x="365" y="8"/>
                    </a:moveTo>
                    <a:cubicBezTo>
                      <a:pt x="365" y="9"/>
                      <a:pt x="365" y="9"/>
                      <a:pt x="364" y="10"/>
                    </a:cubicBezTo>
                    <a:cubicBezTo>
                      <a:pt x="364" y="10"/>
                      <a:pt x="364" y="10"/>
                      <a:pt x="364" y="10"/>
                    </a:cubicBezTo>
                    <a:cubicBezTo>
                      <a:pt x="364" y="10"/>
                      <a:pt x="363" y="10"/>
                      <a:pt x="363" y="9"/>
                    </a:cubicBezTo>
                    <a:cubicBezTo>
                      <a:pt x="363" y="9"/>
                      <a:pt x="363" y="9"/>
                      <a:pt x="363" y="9"/>
                    </a:cubicBezTo>
                    <a:cubicBezTo>
                      <a:pt x="362" y="9"/>
                      <a:pt x="362" y="8"/>
                      <a:pt x="363" y="8"/>
                    </a:cubicBezTo>
                    <a:cubicBezTo>
                      <a:pt x="363" y="8"/>
                      <a:pt x="363" y="8"/>
                      <a:pt x="363" y="8"/>
                    </a:cubicBezTo>
                    <a:cubicBezTo>
                      <a:pt x="363" y="7"/>
                      <a:pt x="363" y="7"/>
                      <a:pt x="364" y="7"/>
                    </a:cubicBezTo>
                    <a:cubicBezTo>
                      <a:pt x="364" y="7"/>
                      <a:pt x="364" y="7"/>
                      <a:pt x="364" y="7"/>
                    </a:cubicBezTo>
                    <a:cubicBezTo>
                      <a:pt x="364" y="7"/>
                      <a:pt x="365" y="8"/>
                      <a:pt x="365" y="8"/>
                    </a:cubicBezTo>
                    <a:close/>
                    <a:moveTo>
                      <a:pt x="353" y="15"/>
                    </a:moveTo>
                    <a:cubicBezTo>
                      <a:pt x="354" y="16"/>
                      <a:pt x="354" y="17"/>
                      <a:pt x="353" y="17"/>
                    </a:cubicBezTo>
                    <a:cubicBezTo>
                      <a:pt x="353" y="17"/>
                      <a:pt x="353" y="17"/>
                      <a:pt x="353" y="17"/>
                    </a:cubicBezTo>
                    <a:cubicBezTo>
                      <a:pt x="352" y="18"/>
                      <a:pt x="352" y="17"/>
                      <a:pt x="351" y="17"/>
                    </a:cubicBezTo>
                    <a:cubicBezTo>
                      <a:pt x="351" y="17"/>
                      <a:pt x="351" y="17"/>
                      <a:pt x="351" y="17"/>
                    </a:cubicBezTo>
                    <a:cubicBezTo>
                      <a:pt x="351" y="16"/>
                      <a:pt x="351" y="15"/>
                      <a:pt x="352" y="15"/>
                    </a:cubicBezTo>
                    <a:cubicBezTo>
                      <a:pt x="352" y="15"/>
                      <a:pt x="352" y="15"/>
                      <a:pt x="352" y="15"/>
                    </a:cubicBezTo>
                    <a:cubicBezTo>
                      <a:pt x="352" y="15"/>
                      <a:pt x="352" y="15"/>
                      <a:pt x="352" y="15"/>
                    </a:cubicBezTo>
                    <a:cubicBezTo>
                      <a:pt x="352" y="15"/>
                      <a:pt x="352" y="15"/>
                      <a:pt x="352" y="15"/>
                    </a:cubicBezTo>
                    <a:cubicBezTo>
                      <a:pt x="353" y="15"/>
                      <a:pt x="353" y="15"/>
                      <a:pt x="353" y="15"/>
                    </a:cubicBezTo>
                    <a:close/>
                    <a:moveTo>
                      <a:pt x="342" y="23"/>
                    </a:moveTo>
                    <a:cubicBezTo>
                      <a:pt x="343" y="23"/>
                      <a:pt x="342" y="24"/>
                      <a:pt x="342" y="24"/>
                    </a:cubicBezTo>
                    <a:cubicBezTo>
                      <a:pt x="342" y="24"/>
                      <a:pt x="342" y="24"/>
                      <a:pt x="342" y="24"/>
                    </a:cubicBezTo>
                    <a:cubicBezTo>
                      <a:pt x="341" y="25"/>
                      <a:pt x="340" y="25"/>
                      <a:pt x="340" y="24"/>
                    </a:cubicBezTo>
                    <a:cubicBezTo>
                      <a:pt x="340" y="24"/>
                      <a:pt x="340" y="24"/>
                      <a:pt x="340" y="24"/>
                    </a:cubicBezTo>
                    <a:cubicBezTo>
                      <a:pt x="340" y="23"/>
                      <a:pt x="340" y="23"/>
                      <a:pt x="340" y="22"/>
                    </a:cubicBezTo>
                    <a:cubicBezTo>
                      <a:pt x="340" y="22"/>
                      <a:pt x="340" y="22"/>
                      <a:pt x="340" y="22"/>
                    </a:cubicBezTo>
                    <a:cubicBezTo>
                      <a:pt x="341" y="22"/>
                      <a:pt x="341" y="22"/>
                      <a:pt x="341" y="22"/>
                    </a:cubicBezTo>
                    <a:cubicBezTo>
                      <a:pt x="341" y="22"/>
                      <a:pt x="341" y="22"/>
                      <a:pt x="341" y="22"/>
                    </a:cubicBezTo>
                    <a:cubicBezTo>
                      <a:pt x="341" y="22"/>
                      <a:pt x="342" y="22"/>
                      <a:pt x="342" y="23"/>
                    </a:cubicBezTo>
                    <a:close/>
                    <a:moveTo>
                      <a:pt x="331" y="30"/>
                    </a:moveTo>
                    <a:cubicBezTo>
                      <a:pt x="331" y="31"/>
                      <a:pt x="331" y="31"/>
                      <a:pt x="330" y="32"/>
                    </a:cubicBezTo>
                    <a:cubicBezTo>
                      <a:pt x="330" y="32"/>
                      <a:pt x="330" y="32"/>
                      <a:pt x="330" y="32"/>
                    </a:cubicBezTo>
                    <a:cubicBezTo>
                      <a:pt x="330" y="32"/>
                      <a:pt x="329" y="32"/>
                      <a:pt x="329" y="31"/>
                    </a:cubicBezTo>
                    <a:cubicBezTo>
                      <a:pt x="329" y="31"/>
                      <a:pt x="329" y="31"/>
                      <a:pt x="329" y="31"/>
                    </a:cubicBezTo>
                    <a:cubicBezTo>
                      <a:pt x="328" y="31"/>
                      <a:pt x="328" y="30"/>
                      <a:pt x="329" y="30"/>
                    </a:cubicBezTo>
                    <a:cubicBezTo>
                      <a:pt x="329" y="30"/>
                      <a:pt x="329" y="30"/>
                      <a:pt x="329" y="30"/>
                    </a:cubicBezTo>
                    <a:cubicBezTo>
                      <a:pt x="329" y="29"/>
                      <a:pt x="330" y="29"/>
                      <a:pt x="330" y="29"/>
                    </a:cubicBezTo>
                    <a:cubicBezTo>
                      <a:pt x="330" y="29"/>
                      <a:pt x="330" y="29"/>
                      <a:pt x="330" y="29"/>
                    </a:cubicBezTo>
                    <a:cubicBezTo>
                      <a:pt x="330" y="29"/>
                      <a:pt x="331" y="30"/>
                      <a:pt x="331" y="30"/>
                    </a:cubicBezTo>
                    <a:close/>
                    <a:moveTo>
                      <a:pt x="320" y="37"/>
                    </a:moveTo>
                    <a:cubicBezTo>
                      <a:pt x="320" y="38"/>
                      <a:pt x="320" y="39"/>
                      <a:pt x="319" y="39"/>
                    </a:cubicBezTo>
                    <a:cubicBezTo>
                      <a:pt x="319" y="39"/>
                      <a:pt x="319" y="39"/>
                      <a:pt x="319" y="39"/>
                    </a:cubicBezTo>
                    <a:cubicBezTo>
                      <a:pt x="319" y="40"/>
                      <a:pt x="318" y="39"/>
                      <a:pt x="317" y="39"/>
                    </a:cubicBezTo>
                    <a:cubicBezTo>
                      <a:pt x="317" y="39"/>
                      <a:pt x="317" y="39"/>
                      <a:pt x="317" y="39"/>
                    </a:cubicBezTo>
                    <a:cubicBezTo>
                      <a:pt x="317" y="38"/>
                      <a:pt x="317" y="37"/>
                      <a:pt x="318" y="37"/>
                    </a:cubicBezTo>
                    <a:cubicBezTo>
                      <a:pt x="318" y="37"/>
                      <a:pt x="318" y="37"/>
                      <a:pt x="318" y="37"/>
                    </a:cubicBezTo>
                    <a:cubicBezTo>
                      <a:pt x="318" y="37"/>
                      <a:pt x="318" y="37"/>
                      <a:pt x="318" y="37"/>
                    </a:cubicBezTo>
                    <a:cubicBezTo>
                      <a:pt x="318" y="37"/>
                      <a:pt x="318" y="37"/>
                      <a:pt x="318" y="37"/>
                    </a:cubicBezTo>
                    <a:cubicBezTo>
                      <a:pt x="319" y="37"/>
                      <a:pt x="319" y="37"/>
                      <a:pt x="320" y="37"/>
                    </a:cubicBezTo>
                    <a:close/>
                    <a:moveTo>
                      <a:pt x="308" y="45"/>
                    </a:moveTo>
                    <a:cubicBezTo>
                      <a:pt x="309" y="45"/>
                      <a:pt x="308" y="46"/>
                      <a:pt x="308" y="47"/>
                    </a:cubicBezTo>
                    <a:cubicBezTo>
                      <a:pt x="308" y="47"/>
                      <a:pt x="308" y="47"/>
                      <a:pt x="308" y="47"/>
                    </a:cubicBezTo>
                    <a:cubicBezTo>
                      <a:pt x="307" y="47"/>
                      <a:pt x="306" y="47"/>
                      <a:pt x="306" y="46"/>
                    </a:cubicBezTo>
                    <a:cubicBezTo>
                      <a:pt x="306" y="46"/>
                      <a:pt x="306" y="46"/>
                      <a:pt x="306" y="46"/>
                    </a:cubicBezTo>
                    <a:cubicBezTo>
                      <a:pt x="306" y="46"/>
                      <a:pt x="306" y="45"/>
                      <a:pt x="306" y="44"/>
                    </a:cubicBezTo>
                    <a:cubicBezTo>
                      <a:pt x="306" y="44"/>
                      <a:pt x="306" y="44"/>
                      <a:pt x="306" y="44"/>
                    </a:cubicBezTo>
                    <a:cubicBezTo>
                      <a:pt x="307" y="44"/>
                      <a:pt x="307" y="44"/>
                      <a:pt x="307" y="44"/>
                    </a:cubicBezTo>
                    <a:cubicBezTo>
                      <a:pt x="307" y="44"/>
                      <a:pt x="307" y="44"/>
                      <a:pt x="307" y="44"/>
                    </a:cubicBezTo>
                    <a:cubicBezTo>
                      <a:pt x="308" y="44"/>
                      <a:pt x="308" y="44"/>
                      <a:pt x="308" y="45"/>
                    </a:cubicBezTo>
                    <a:close/>
                    <a:moveTo>
                      <a:pt x="297" y="52"/>
                    </a:moveTo>
                    <a:cubicBezTo>
                      <a:pt x="297" y="53"/>
                      <a:pt x="297" y="54"/>
                      <a:pt x="297" y="54"/>
                    </a:cubicBezTo>
                    <a:cubicBezTo>
                      <a:pt x="297" y="54"/>
                      <a:pt x="297" y="54"/>
                      <a:pt x="297" y="54"/>
                    </a:cubicBezTo>
                    <a:cubicBezTo>
                      <a:pt x="296" y="54"/>
                      <a:pt x="295" y="54"/>
                      <a:pt x="295" y="54"/>
                    </a:cubicBezTo>
                    <a:cubicBezTo>
                      <a:pt x="295" y="54"/>
                      <a:pt x="295" y="54"/>
                      <a:pt x="295" y="54"/>
                    </a:cubicBezTo>
                    <a:cubicBezTo>
                      <a:pt x="294" y="53"/>
                      <a:pt x="294" y="52"/>
                      <a:pt x="295" y="52"/>
                    </a:cubicBezTo>
                    <a:cubicBezTo>
                      <a:pt x="295" y="52"/>
                      <a:pt x="295" y="52"/>
                      <a:pt x="295" y="52"/>
                    </a:cubicBezTo>
                    <a:cubicBezTo>
                      <a:pt x="295" y="52"/>
                      <a:pt x="296" y="51"/>
                      <a:pt x="296" y="51"/>
                    </a:cubicBezTo>
                    <a:cubicBezTo>
                      <a:pt x="296" y="51"/>
                      <a:pt x="296" y="51"/>
                      <a:pt x="296" y="51"/>
                    </a:cubicBezTo>
                    <a:cubicBezTo>
                      <a:pt x="296" y="51"/>
                      <a:pt x="297" y="52"/>
                      <a:pt x="297" y="52"/>
                    </a:cubicBezTo>
                    <a:close/>
                    <a:moveTo>
                      <a:pt x="286" y="59"/>
                    </a:moveTo>
                    <a:cubicBezTo>
                      <a:pt x="286" y="60"/>
                      <a:pt x="286" y="61"/>
                      <a:pt x="285" y="61"/>
                    </a:cubicBezTo>
                    <a:cubicBezTo>
                      <a:pt x="285" y="61"/>
                      <a:pt x="285" y="61"/>
                      <a:pt x="285" y="61"/>
                    </a:cubicBezTo>
                    <a:cubicBezTo>
                      <a:pt x="285" y="62"/>
                      <a:pt x="284" y="62"/>
                      <a:pt x="283" y="61"/>
                    </a:cubicBezTo>
                    <a:cubicBezTo>
                      <a:pt x="283" y="61"/>
                      <a:pt x="283" y="61"/>
                      <a:pt x="283" y="61"/>
                    </a:cubicBezTo>
                    <a:cubicBezTo>
                      <a:pt x="283" y="60"/>
                      <a:pt x="283" y="59"/>
                      <a:pt x="284" y="59"/>
                    </a:cubicBezTo>
                    <a:cubicBezTo>
                      <a:pt x="284" y="59"/>
                      <a:pt x="284" y="59"/>
                      <a:pt x="284" y="59"/>
                    </a:cubicBezTo>
                    <a:cubicBezTo>
                      <a:pt x="284" y="59"/>
                      <a:pt x="284" y="59"/>
                      <a:pt x="285" y="59"/>
                    </a:cubicBezTo>
                    <a:cubicBezTo>
                      <a:pt x="285" y="59"/>
                      <a:pt x="285" y="59"/>
                      <a:pt x="285" y="59"/>
                    </a:cubicBezTo>
                    <a:cubicBezTo>
                      <a:pt x="285" y="59"/>
                      <a:pt x="285" y="59"/>
                      <a:pt x="286" y="59"/>
                    </a:cubicBezTo>
                    <a:close/>
                    <a:moveTo>
                      <a:pt x="274" y="67"/>
                    </a:moveTo>
                    <a:cubicBezTo>
                      <a:pt x="275" y="67"/>
                      <a:pt x="275" y="68"/>
                      <a:pt x="274" y="69"/>
                    </a:cubicBezTo>
                    <a:cubicBezTo>
                      <a:pt x="274" y="69"/>
                      <a:pt x="274" y="69"/>
                      <a:pt x="274" y="69"/>
                    </a:cubicBezTo>
                    <a:cubicBezTo>
                      <a:pt x="273" y="69"/>
                      <a:pt x="273" y="69"/>
                      <a:pt x="272" y="68"/>
                    </a:cubicBezTo>
                    <a:cubicBezTo>
                      <a:pt x="272" y="68"/>
                      <a:pt x="272" y="68"/>
                      <a:pt x="272" y="68"/>
                    </a:cubicBezTo>
                    <a:cubicBezTo>
                      <a:pt x="272" y="68"/>
                      <a:pt x="272" y="67"/>
                      <a:pt x="272" y="66"/>
                    </a:cubicBezTo>
                    <a:cubicBezTo>
                      <a:pt x="272" y="66"/>
                      <a:pt x="272" y="66"/>
                      <a:pt x="272" y="66"/>
                    </a:cubicBezTo>
                    <a:cubicBezTo>
                      <a:pt x="273" y="66"/>
                      <a:pt x="273" y="66"/>
                      <a:pt x="273" y="66"/>
                    </a:cubicBezTo>
                    <a:cubicBezTo>
                      <a:pt x="273" y="66"/>
                      <a:pt x="273" y="66"/>
                      <a:pt x="273" y="66"/>
                    </a:cubicBezTo>
                    <a:cubicBezTo>
                      <a:pt x="274" y="66"/>
                      <a:pt x="274" y="66"/>
                      <a:pt x="274" y="67"/>
                    </a:cubicBezTo>
                    <a:close/>
                    <a:moveTo>
                      <a:pt x="263" y="74"/>
                    </a:moveTo>
                    <a:cubicBezTo>
                      <a:pt x="263" y="75"/>
                      <a:pt x="263" y="76"/>
                      <a:pt x="263" y="76"/>
                    </a:cubicBezTo>
                    <a:cubicBezTo>
                      <a:pt x="263" y="76"/>
                      <a:pt x="263" y="76"/>
                      <a:pt x="263" y="76"/>
                    </a:cubicBezTo>
                    <a:cubicBezTo>
                      <a:pt x="262" y="76"/>
                      <a:pt x="261" y="76"/>
                      <a:pt x="261" y="76"/>
                    </a:cubicBezTo>
                    <a:cubicBezTo>
                      <a:pt x="261" y="76"/>
                      <a:pt x="261" y="76"/>
                      <a:pt x="261" y="76"/>
                    </a:cubicBezTo>
                    <a:cubicBezTo>
                      <a:pt x="260" y="75"/>
                      <a:pt x="261" y="74"/>
                      <a:pt x="261" y="74"/>
                    </a:cubicBezTo>
                    <a:cubicBezTo>
                      <a:pt x="261" y="74"/>
                      <a:pt x="261" y="74"/>
                      <a:pt x="261" y="74"/>
                    </a:cubicBezTo>
                    <a:cubicBezTo>
                      <a:pt x="261" y="74"/>
                      <a:pt x="262" y="74"/>
                      <a:pt x="262" y="74"/>
                    </a:cubicBezTo>
                    <a:cubicBezTo>
                      <a:pt x="262" y="74"/>
                      <a:pt x="262" y="74"/>
                      <a:pt x="262" y="74"/>
                    </a:cubicBezTo>
                    <a:cubicBezTo>
                      <a:pt x="262" y="74"/>
                      <a:pt x="263" y="74"/>
                      <a:pt x="263" y="74"/>
                    </a:cubicBezTo>
                    <a:close/>
                    <a:moveTo>
                      <a:pt x="252" y="82"/>
                    </a:moveTo>
                    <a:cubicBezTo>
                      <a:pt x="252" y="82"/>
                      <a:pt x="252" y="83"/>
                      <a:pt x="251" y="83"/>
                    </a:cubicBezTo>
                    <a:cubicBezTo>
                      <a:pt x="251" y="83"/>
                      <a:pt x="251" y="83"/>
                      <a:pt x="251" y="83"/>
                    </a:cubicBezTo>
                    <a:cubicBezTo>
                      <a:pt x="251" y="84"/>
                      <a:pt x="250" y="84"/>
                      <a:pt x="249" y="83"/>
                    </a:cubicBezTo>
                    <a:cubicBezTo>
                      <a:pt x="249" y="83"/>
                      <a:pt x="249" y="83"/>
                      <a:pt x="249" y="83"/>
                    </a:cubicBezTo>
                    <a:cubicBezTo>
                      <a:pt x="249" y="82"/>
                      <a:pt x="249" y="82"/>
                      <a:pt x="250" y="81"/>
                    </a:cubicBezTo>
                    <a:cubicBezTo>
                      <a:pt x="250" y="81"/>
                      <a:pt x="250" y="81"/>
                      <a:pt x="250" y="81"/>
                    </a:cubicBezTo>
                    <a:cubicBezTo>
                      <a:pt x="250" y="81"/>
                      <a:pt x="250" y="81"/>
                      <a:pt x="251" y="81"/>
                    </a:cubicBezTo>
                    <a:cubicBezTo>
                      <a:pt x="251" y="81"/>
                      <a:pt x="251" y="81"/>
                      <a:pt x="251" y="81"/>
                    </a:cubicBezTo>
                    <a:cubicBezTo>
                      <a:pt x="251" y="81"/>
                      <a:pt x="251" y="81"/>
                      <a:pt x="252" y="82"/>
                    </a:cubicBezTo>
                    <a:close/>
                    <a:moveTo>
                      <a:pt x="240" y="89"/>
                    </a:moveTo>
                    <a:cubicBezTo>
                      <a:pt x="241" y="90"/>
                      <a:pt x="241" y="90"/>
                      <a:pt x="240" y="91"/>
                    </a:cubicBezTo>
                    <a:cubicBezTo>
                      <a:pt x="240" y="91"/>
                      <a:pt x="240" y="91"/>
                      <a:pt x="240" y="91"/>
                    </a:cubicBezTo>
                    <a:cubicBezTo>
                      <a:pt x="239" y="91"/>
                      <a:pt x="239" y="91"/>
                      <a:pt x="238" y="90"/>
                    </a:cubicBezTo>
                    <a:cubicBezTo>
                      <a:pt x="238" y="90"/>
                      <a:pt x="238" y="90"/>
                      <a:pt x="238" y="90"/>
                    </a:cubicBezTo>
                    <a:cubicBezTo>
                      <a:pt x="238" y="90"/>
                      <a:pt x="238" y="89"/>
                      <a:pt x="239" y="89"/>
                    </a:cubicBezTo>
                    <a:cubicBezTo>
                      <a:pt x="239" y="89"/>
                      <a:pt x="239" y="89"/>
                      <a:pt x="239" y="89"/>
                    </a:cubicBezTo>
                    <a:cubicBezTo>
                      <a:pt x="239" y="88"/>
                      <a:pt x="239" y="88"/>
                      <a:pt x="239" y="88"/>
                    </a:cubicBezTo>
                    <a:cubicBezTo>
                      <a:pt x="239" y="88"/>
                      <a:pt x="239" y="88"/>
                      <a:pt x="239" y="88"/>
                    </a:cubicBezTo>
                    <a:cubicBezTo>
                      <a:pt x="240" y="88"/>
                      <a:pt x="240" y="89"/>
                      <a:pt x="240" y="89"/>
                    </a:cubicBezTo>
                    <a:close/>
                    <a:moveTo>
                      <a:pt x="229" y="96"/>
                    </a:moveTo>
                    <a:cubicBezTo>
                      <a:pt x="229" y="97"/>
                      <a:pt x="229" y="98"/>
                      <a:pt x="229" y="98"/>
                    </a:cubicBezTo>
                    <a:cubicBezTo>
                      <a:pt x="229" y="98"/>
                      <a:pt x="229" y="98"/>
                      <a:pt x="229" y="98"/>
                    </a:cubicBezTo>
                    <a:cubicBezTo>
                      <a:pt x="228" y="99"/>
                      <a:pt x="227" y="98"/>
                      <a:pt x="227" y="98"/>
                    </a:cubicBezTo>
                    <a:cubicBezTo>
                      <a:pt x="227" y="98"/>
                      <a:pt x="227" y="98"/>
                      <a:pt x="227" y="98"/>
                    </a:cubicBezTo>
                    <a:cubicBezTo>
                      <a:pt x="226" y="97"/>
                      <a:pt x="227" y="96"/>
                      <a:pt x="227" y="96"/>
                    </a:cubicBezTo>
                    <a:cubicBezTo>
                      <a:pt x="227" y="96"/>
                      <a:pt x="227" y="96"/>
                      <a:pt x="227" y="96"/>
                    </a:cubicBezTo>
                    <a:cubicBezTo>
                      <a:pt x="227" y="96"/>
                      <a:pt x="228" y="96"/>
                      <a:pt x="228" y="96"/>
                    </a:cubicBezTo>
                    <a:cubicBezTo>
                      <a:pt x="228" y="96"/>
                      <a:pt x="228" y="96"/>
                      <a:pt x="228" y="96"/>
                    </a:cubicBezTo>
                    <a:cubicBezTo>
                      <a:pt x="228" y="96"/>
                      <a:pt x="229" y="96"/>
                      <a:pt x="229" y="96"/>
                    </a:cubicBezTo>
                    <a:close/>
                    <a:moveTo>
                      <a:pt x="218" y="104"/>
                    </a:moveTo>
                    <a:cubicBezTo>
                      <a:pt x="218" y="104"/>
                      <a:pt x="218" y="105"/>
                      <a:pt x="217" y="105"/>
                    </a:cubicBezTo>
                    <a:cubicBezTo>
                      <a:pt x="217" y="105"/>
                      <a:pt x="217" y="105"/>
                      <a:pt x="217" y="105"/>
                    </a:cubicBezTo>
                    <a:cubicBezTo>
                      <a:pt x="217" y="106"/>
                      <a:pt x="216" y="106"/>
                      <a:pt x="216" y="105"/>
                    </a:cubicBezTo>
                    <a:cubicBezTo>
                      <a:pt x="216" y="105"/>
                      <a:pt x="216" y="105"/>
                      <a:pt x="216" y="105"/>
                    </a:cubicBezTo>
                    <a:cubicBezTo>
                      <a:pt x="215" y="105"/>
                      <a:pt x="215" y="104"/>
                      <a:pt x="216" y="103"/>
                    </a:cubicBezTo>
                    <a:cubicBezTo>
                      <a:pt x="216" y="103"/>
                      <a:pt x="216" y="103"/>
                      <a:pt x="216" y="103"/>
                    </a:cubicBezTo>
                    <a:cubicBezTo>
                      <a:pt x="216" y="103"/>
                      <a:pt x="216" y="103"/>
                      <a:pt x="217" y="103"/>
                    </a:cubicBezTo>
                    <a:cubicBezTo>
                      <a:pt x="217" y="103"/>
                      <a:pt x="217" y="103"/>
                      <a:pt x="217" y="103"/>
                    </a:cubicBezTo>
                    <a:cubicBezTo>
                      <a:pt x="217" y="103"/>
                      <a:pt x="218" y="103"/>
                      <a:pt x="218" y="104"/>
                    </a:cubicBezTo>
                    <a:close/>
                    <a:moveTo>
                      <a:pt x="206" y="111"/>
                    </a:moveTo>
                    <a:cubicBezTo>
                      <a:pt x="207" y="112"/>
                      <a:pt x="207" y="112"/>
                      <a:pt x="206" y="113"/>
                    </a:cubicBezTo>
                    <a:cubicBezTo>
                      <a:pt x="206" y="113"/>
                      <a:pt x="206" y="113"/>
                      <a:pt x="206" y="113"/>
                    </a:cubicBezTo>
                    <a:cubicBezTo>
                      <a:pt x="205" y="113"/>
                      <a:pt x="205" y="113"/>
                      <a:pt x="204" y="112"/>
                    </a:cubicBezTo>
                    <a:cubicBezTo>
                      <a:pt x="204" y="112"/>
                      <a:pt x="204" y="112"/>
                      <a:pt x="204" y="112"/>
                    </a:cubicBezTo>
                    <a:cubicBezTo>
                      <a:pt x="204" y="112"/>
                      <a:pt x="204" y="111"/>
                      <a:pt x="205" y="111"/>
                    </a:cubicBezTo>
                    <a:cubicBezTo>
                      <a:pt x="205" y="111"/>
                      <a:pt x="205" y="111"/>
                      <a:pt x="205" y="111"/>
                    </a:cubicBezTo>
                    <a:cubicBezTo>
                      <a:pt x="205" y="110"/>
                      <a:pt x="205" y="110"/>
                      <a:pt x="205" y="110"/>
                    </a:cubicBezTo>
                    <a:cubicBezTo>
                      <a:pt x="205" y="110"/>
                      <a:pt x="205" y="110"/>
                      <a:pt x="205" y="110"/>
                    </a:cubicBezTo>
                    <a:cubicBezTo>
                      <a:pt x="206" y="110"/>
                      <a:pt x="206" y="111"/>
                      <a:pt x="206" y="111"/>
                    </a:cubicBezTo>
                    <a:close/>
                    <a:moveTo>
                      <a:pt x="195" y="118"/>
                    </a:moveTo>
                    <a:cubicBezTo>
                      <a:pt x="196" y="119"/>
                      <a:pt x="195" y="120"/>
                      <a:pt x="195" y="120"/>
                    </a:cubicBezTo>
                    <a:cubicBezTo>
                      <a:pt x="195" y="120"/>
                      <a:pt x="195" y="120"/>
                      <a:pt x="195" y="120"/>
                    </a:cubicBezTo>
                    <a:cubicBezTo>
                      <a:pt x="194" y="121"/>
                      <a:pt x="193" y="120"/>
                      <a:pt x="193" y="120"/>
                    </a:cubicBezTo>
                    <a:cubicBezTo>
                      <a:pt x="193" y="120"/>
                      <a:pt x="193" y="120"/>
                      <a:pt x="193" y="120"/>
                    </a:cubicBezTo>
                    <a:cubicBezTo>
                      <a:pt x="193" y="119"/>
                      <a:pt x="193" y="118"/>
                      <a:pt x="193" y="118"/>
                    </a:cubicBezTo>
                    <a:cubicBezTo>
                      <a:pt x="193" y="118"/>
                      <a:pt x="193" y="118"/>
                      <a:pt x="193" y="118"/>
                    </a:cubicBezTo>
                    <a:cubicBezTo>
                      <a:pt x="194" y="118"/>
                      <a:pt x="194" y="118"/>
                      <a:pt x="194" y="118"/>
                    </a:cubicBezTo>
                    <a:cubicBezTo>
                      <a:pt x="194" y="118"/>
                      <a:pt x="194" y="118"/>
                      <a:pt x="194" y="118"/>
                    </a:cubicBezTo>
                    <a:cubicBezTo>
                      <a:pt x="194" y="118"/>
                      <a:pt x="195" y="118"/>
                      <a:pt x="195" y="118"/>
                    </a:cubicBezTo>
                    <a:close/>
                    <a:moveTo>
                      <a:pt x="184" y="126"/>
                    </a:moveTo>
                    <a:cubicBezTo>
                      <a:pt x="184" y="126"/>
                      <a:pt x="184" y="127"/>
                      <a:pt x="183" y="128"/>
                    </a:cubicBezTo>
                    <a:cubicBezTo>
                      <a:pt x="183" y="128"/>
                      <a:pt x="183" y="128"/>
                      <a:pt x="183" y="128"/>
                    </a:cubicBezTo>
                    <a:cubicBezTo>
                      <a:pt x="183" y="128"/>
                      <a:pt x="182" y="128"/>
                      <a:pt x="182" y="127"/>
                    </a:cubicBezTo>
                    <a:cubicBezTo>
                      <a:pt x="182" y="127"/>
                      <a:pt x="182" y="127"/>
                      <a:pt x="182" y="127"/>
                    </a:cubicBezTo>
                    <a:cubicBezTo>
                      <a:pt x="181" y="127"/>
                      <a:pt x="181" y="126"/>
                      <a:pt x="182" y="125"/>
                    </a:cubicBezTo>
                    <a:cubicBezTo>
                      <a:pt x="182" y="125"/>
                      <a:pt x="182" y="125"/>
                      <a:pt x="182" y="125"/>
                    </a:cubicBezTo>
                    <a:cubicBezTo>
                      <a:pt x="182" y="125"/>
                      <a:pt x="183" y="125"/>
                      <a:pt x="183" y="125"/>
                    </a:cubicBezTo>
                    <a:cubicBezTo>
                      <a:pt x="183" y="125"/>
                      <a:pt x="183" y="125"/>
                      <a:pt x="183" y="125"/>
                    </a:cubicBezTo>
                    <a:cubicBezTo>
                      <a:pt x="183" y="125"/>
                      <a:pt x="184" y="125"/>
                      <a:pt x="184" y="126"/>
                    </a:cubicBezTo>
                    <a:close/>
                    <a:moveTo>
                      <a:pt x="173" y="133"/>
                    </a:moveTo>
                    <a:cubicBezTo>
                      <a:pt x="173" y="134"/>
                      <a:pt x="173" y="135"/>
                      <a:pt x="172" y="135"/>
                    </a:cubicBezTo>
                    <a:cubicBezTo>
                      <a:pt x="172" y="135"/>
                      <a:pt x="172" y="135"/>
                      <a:pt x="172" y="135"/>
                    </a:cubicBezTo>
                    <a:cubicBezTo>
                      <a:pt x="172" y="135"/>
                      <a:pt x="171" y="135"/>
                      <a:pt x="170" y="135"/>
                    </a:cubicBezTo>
                    <a:cubicBezTo>
                      <a:pt x="170" y="135"/>
                      <a:pt x="170" y="135"/>
                      <a:pt x="170" y="135"/>
                    </a:cubicBezTo>
                    <a:cubicBezTo>
                      <a:pt x="170" y="134"/>
                      <a:pt x="170" y="133"/>
                      <a:pt x="171" y="133"/>
                    </a:cubicBezTo>
                    <a:cubicBezTo>
                      <a:pt x="171" y="133"/>
                      <a:pt x="171" y="133"/>
                      <a:pt x="171" y="133"/>
                    </a:cubicBezTo>
                    <a:cubicBezTo>
                      <a:pt x="171" y="133"/>
                      <a:pt x="171" y="133"/>
                      <a:pt x="171" y="133"/>
                    </a:cubicBezTo>
                    <a:cubicBezTo>
                      <a:pt x="171" y="133"/>
                      <a:pt x="171" y="133"/>
                      <a:pt x="171" y="133"/>
                    </a:cubicBezTo>
                    <a:cubicBezTo>
                      <a:pt x="172" y="133"/>
                      <a:pt x="172" y="133"/>
                      <a:pt x="173" y="133"/>
                    </a:cubicBezTo>
                    <a:close/>
                    <a:moveTo>
                      <a:pt x="161" y="140"/>
                    </a:moveTo>
                    <a:cubicBezTo>
                      <a:pt x="162" y="141"/>
                      <a:pt x="161" y="142"/>
                      <a:pt x="161" y="142"/>
                    </a:cubicBezTo>
                    <a:cubicBezTo>
                      <a:pt x="161" y="142"/>
                      <a:pt x="161" y="142"/>
                      <a:pt x="161" y="142"/>
                    </a:cubicBezTo>
                    <a:cubicBezTo>
                      <a:pt x="160" y="143"/>
                      <a:pt x="159" y="143"/>
                      <a:pt x="159" y="142"/>
                    </a:cubicBezTo>
                    <a:cubicBezTo>
                      <a:pt x="159" y="142"/>
                      <a:pt x="159" y="142"/>
                      <a:pt x="159" y="142"/>
                    </a:cubicBezTo>
                    <a:cubicBezTo>
                      <a:pt x="159" y="141"/>
                      <a:pt x="159" y="140"/>
                      <a:pt x="159" y="140"/>
                    </a:cubicBezTo>
                    <a:cubicBezTo>
                      <a:pt x="159" y="140"/>
                      <a:pt x="159" y="140"/>
                      <a:pt x="159" y="140"/>
                    </a:cubicBezTo>
                    <a:cubicBezTo>
                      <a:pt x="160" y="140"/>
                      <a:pt x="160" y="140"/>
                      <a:pt x="160" y="140"/>
                    </a:cubicBezTo>
                    <a:cubicBezTo>
                      <a:pt x="160" y="140"/>
                      <a:pt x="160" y="140"/>
                      <a:pt x="160" y="140"/>
                    </a:cubicBezTo>
                    <a:cubicBezTo>
                      <a:pt x="161" y="140"/>
                      <a:pt x="161" y="140"/>
                      <a:pt x="161" y="140"/>
                    </a:cubicBezTo>
                    <a:close/>
                    <a:moveTo>
                      <a:pt x="150" y="148"/>
                    </a:moveTo>
                    <a:cubicBezTo>
                      <a:pt x="150" y="148"/>
                      <a:pt x="150" y="149"/>
                      <a:pt x="150" y="150"/>
                    </a:cubicBezTo>
                    <a:cubicBezTo>
                      <a:pt x="150" y="150"/>
                      <a:pt x="150" y="150"/>
                      <a:pt x="150" y="150"/>
                    </a:cubicBezTo>
                    <a:cubicBezTo>
                      <a:pt x="149" y="150"/>
                      <a:pt x="148" y="150"/>
                      <a:pt x="148" y="149"/>
                    </a:cubicBezTo>
                    <a:cubicBezTo>
                      <a:pt x="148" y="149"/>
                      <a:pt x="148" y="149"/>
                      <a:pt x="148" y="149"/>
                    </a:cubicBezTo>
                    <a:cubicBezTo>
                      <a:pt x="147" y="149"/>
                      <a:pt x="147" y="148"/>
                      <a:pt x="148" y="147"/>
                    </a:cubicBezTo>
                    <a:cubicBezTo>
                      <a:pt x="148" y="147"/>
                      <a:pt x="148" y="147"/>
                      <a:pt x="148" y="147"/>
                    </a:cubicBezTo>
                    <a:cubicBezTo>
                      <a:pt x="148" y="147"/>
                      <a:pt x="149" y="147"/>
                      <a:pt x="149" y="147"/>
                    </a:cubicBezTo>
                    <a:cubicBezTo>
                      <a:pt x="149" y="147"/>
                      <a:pt x="149" y="147"/>
                      <a:pt x="149" y="147"/>
                    </a:cubicBezTo>
                    <a:cubicBezTo>
                      <a:pt x="149" y="147"/>
                      <a:pt x="150" y="147"/>
                      <a:pt x="150" y="148"/>
                    </a:cubicBezTo>
                    <a:close/>
                    <a:moveTo>
                      <a:pt x="139" y="155"/>
                    </a:moveTo>
                    <a:cubicBezTo>
                      <a:pt x="139" y="156"/>
                      <a:pt x="139" y="157"/>
                      <a:pt x="138" y="157"/>
                    </a:cubicBezTo>
                    <a:cubicBezTo>
                      <a:pt x="138" y="157"/>
                      <a:pt x="138" y="157"/>
                      <a:pt x="138" y="157"/>
                    </a:cubicBezTo>
                    <a:cubicBezTo>
                      <a:pt x="138" y="157"/>
                      <a:pt x="137" y="157"/>
                      <a:pt x="136" y="157"/>
                    </a:cubicBezTo>
                    <a:cubicBezTo>
                      <a:pt x="136" y="157"/>
                      <a:pt x="136" y="157"/>
                      <a:pt x="136" y="157"/>
                    </a:cubicBezTo>
                    <a:cubicBezTo>
                      <a:pt x="136" y="156"/>
                      <a:pt x="136" y="155"/>
                      <a:pt x="137" y="155"/>
                    </a:cubicBezTo>
                    <a:cubicBezTo>
                      <a:pt x="137" y="155"/>
                      <a:pt x="137" y="155"/>
                      <a:pt x="137" y="155"/>
                    </a:cubicBezTo>
                    <a:cubicBezTo>
                      <a:pt x="137" y="155"/>
                      <a:pt x="137" y="155"/>
                      <a:pt x="138" y="155"/>
                    </a:cubicBezTo>
                    <a:cubicBezTo>
                      <a:pt x="138" y="155"/>
                      <a:pt x="138" y="155"/>
                      <a:pt x="138" y="155"/>
                    </a:cubicBezTo>
                    <a:cubicBezTo>
                      <a:pt x="138" y="155"/>
                      <a:pt x="138" y="155"/>
                      <a:pt x="139" y="155"/>
                    </a:cubicBezTo>
                    <a:close/>
                    <a:moveTo>
                      <a:pt x="127" y="163"/>
                    </a:moveTo>
                    <a:cubicBezTo>
                      <a:pt x="128" y="163"/>
                      <a:pt x="128" y="164"/>
                      <a:pt x="127" y="164"/>
                    </a:cubicBezTo>
                    <a:cubicBezTo>
                      <a:pt x="127" y="164"/>
                      <a:pt x="127" y="164"/>
                      <a:pt x="127" y="164"/>
                    </a:cubicBezTo>
                    <a:cubicBezTo>
                      <a:pt x="126" y="165"/>
                      <a:pt x="125" y="165"/>
                      <a:pt x="125" y="164"/>
                    </a:cubicBezTo>
                    <a:cubicBezTo>
                      <a:pt x="125" y="164"/>
                      <a:pt x="125" y="164"/>
                      <a:pt x="125" y="164"/>
                    </a:cubicBezTo>
                    <a:cubicBezTo>
                      <a:pt x="125" y="163"/>
                      <a:pt x="125" y="163"/>
                      <a:pt x="125" y="162"/>
                    </a:cubicBezTo>
                    <a:cubicBezTo>
                      <a:pt x="125" y="162"/>
                      <a:pt x="125" y="162"/>
                      <a:pt x="125" y="162"/>
                    </a:cubicBezTo>
                    <a:cubicBezTo>
                      <a:pt x="126" y="162"/>
                      <a:pt x="126" y="162"/>
                      <a:pt x="126" y="162"/>
                    </a:cubicBezTo>
                    <a:cubicBezTo>
                      <a:pt x="126" y="162"/>
                      <a:pt x="126" y="162"/>
                      <a:pt x="126" y="162"/>
                    </a:cubicBezTo>
                    <a:cubicBezTo>
                      <a:pt x="127" y="162"/>
                      <a:pt x="127" y="162"/>
                      <a:pt x="127" y="163"/>
                    </a:cubicBezTo>
                    <a:close/>
                    <a:moveTo>
                      <a:pt x="116" y="170"/>
                    </a:moveTo>
                    <a:cubicBezTo>
                      <a:pt x="116" y="171"/>
                      <a:pt x="116" y="171"/>
                      <a:pt x="116" y="172"/>
                    </a:cubicBezTo>
                    <a:cubicBezTo>
                      <a:pt x="116" y="172"/>
                      <a:pt x="116" y="172"/>
                      <a:pt x="116" y="172"/>
                    </a:cubicBezTo>
                    <a:cubicBezTo>
                      <a:pt x="115" y="172"/>
                      <a:pt x="114" y="172"/>
                      <a:pt x="114" y="171"/>
                    </a:cubicBezTo>
                    <a:cubicBezTo>
                      <a:pt x="114" y="171"/>
                      <a:pt x="114" y="171"/>
                      <a:pt x="114" y="171"/>
                    </a:cubicBezTo>
                    <a:cubicBezTo>
                      <a:pt x="113" y="171"/>
                      <a:pt x="114" y="170"/>
                      <a:pt x="114" y="170"/>
                    </a:cubicBezTo>
                    <a:cubicBezTo>
                      <a:pt x="114" y="170"/>
                      <a:pt x="114" y="170"/>
                      <a:pt x="114" y="170"/>
                    </a:cubicBezTo>
                    <a:cubicBezTo>
                      <a:pt x="114" y="169"/>
                      <a:pt x="115" y="169"/>
                      <a:pt x="115" y="169"/>
                    </a:cubicBezTo>
                    <a:cubicBezTo>
                      <a:pt x="115" y="169"/>
                      <a:pt x="115" y="169"/>
                      <a:pt x="115" y="169"/>
                    </a:cubicBezTo>
                    <a:cubicBezTo>
                      <a:pt x="115" y="169"/>
                      <a:pt x="116" y="170"/>
                      <a:pt x="116" y="170"/>
                    </a:cubicBezTo>
                    <a:close/>
                    <a:moveTo>
                      <a:pt x="105" y="177"/>
                    </a:moveTo>
                    <a:cubicBezTo>
                      <a:pt x="105" y="178"/>
                      <a:pt x="105" y="179"/>
                      <a:pt x="104" y="179"/>
                    </a:cubicBezTo>
                    <a:cubicBezTo>
                      <a:pt x="104" y="179"/>
                      <a:pt x="104" y="179"/>
                      <a:pt x="104" y="179"/>
                    </a:cubicBezTo>
                    <a:cubicBezTo>
                      <a:pt x="104" y="180"/>
                      <a:pt x="103" y="179"/>
                      <a:pt x="102" y="179"/>
                    </a:cubicBezTo>
                    <a:cubicBezTo>
                      <a:pt x="102" y="179"/>
                      <a:pt x="102" y="179"/>
                      <a:pt x="102" y="179"/>
                    </a:cubicBezTo>
                    <a:cubicBezTo>
                      <a:pt x="102" y="178"/>
                      <a:pt x="102" y="177"/>
                      <a:pt x="103" y="177"/>
                    </a:cubicBezTo>
                    <a:cubicBezTo>
                      <a:pt x="103" y="177"/>
                      <a:pt x="103" y="177"/>
                      <a:pt x="103" y="177"/>
                    </a:cubicBezTo>
                    <a:cubicBezTo>
                      <a:pt x="103" y="177"/>
                      <a:pt x="103" y="177"/>
                      <a:pt x="104" y="177"/>
                    </a:cubicBezTo>
                    <a:cubicBezTo>
                      <a:pt x="104" y="177"/>
                      <a:pt x="104" y="177"/>
                      <a:pt x="104" y="177"/>
                    </a:cubicBezTo>
                    <a:cubicBezTo>
                      <a:pt x="104" y="177"/>
                      <a:pt x="104" y="177"/>
                      <a:pt x="105" y="177"/>
                    </a:cubicBezTo>
                    <a:close/>
                    <a:moveTo>
                      <a:pt x="93" y="185"/>
                    </a:moveTo>
                    <a:cubicBezTo>
                      <a:pt x="94" y="185"/>
                      <a:pt x="94" y="186"/>
                      <a:pt x="93" y="187"/>
                    </a:cubicBezTo>
                    <a:cubicBezTo>
                      <a:pt x="93" y="187"/>
                      <a:pt x="93" y="187"/>
                      <a:pt x="93" y="187"/>
                    </a:cubicBezTo>
                    <a:cubicBezTo>
                      <a:pt x="92" y="187"/>
                      <a:pt x="92" y="187"/>
                      <a:pt x="91" y="186"/>
                    </a:cubicBezTo>
                    <a:cubicBezTo>
                      <a:pt x="91" y="186"/>
                      <a:pt x="91" y="186"/>
                      <a:pt x="91" y="186"/>
                    </a:cubicBezTo>
                    <a:cubicBezTo>
                      <a:pt x="91" y="186"/>
                      <a:pt x="91" y="185"/>
                      <a:pt x="92" y="184"/>
                    </a:cubicBezTo>
                    <a:cubicBezTo>
                      <a:pt x="92" y="184"/>
                      <a:pt x="92" y="184"/>
                      <a:pt x="92" y="184"/>
                    </a:cubicBezTo>
                    <a:cubicBezTo>
                      <a:pt x="92" y="184"/>
                      <a:pt x="92" y="184"/>
                      <a:pt x="92" y="184"/>
                    </a:cubicBezTo>
                    <a:cubicBezTo>
                      <a:pt x="92" y="184"/>
                      <a:pt x="92" y="184"/>
                      <a:pt x="92" y="184"/>
                    </a:cubicBezTo>
                    <a:cubicBezTo>
                      <a:pt x="93" y="184"/>
                      <a:pt x="93" y="184"/>
                      <a:pt x="93" y="185"/>
                    </a:cubicBezTo>
                    <a:close/>
                    <a:moveTo>
                      <a:pt x="82" y="192"/>
                    </a:moveTo>
                    <a:cubicBezTo>
                      <a:pt x="82" y="193"/>
                      <a:pt x="82" y="193"/>
                      <a:pt x="82" y="194"/>
                    </a:cubicBezTo>
                    <a:cubicBezTo>
                      <a:pt x="82" y="194"/>
                      <a:pt x="82" y="194"/>
                      <a:pt x="82" y="194"/>
                    </a:cubicBezTo>
                    <a:cubicBezTo>
                      <a:pt x="81" y="194"/>
                      <a:pt x="80" y="194"/>
                      <a:pt x="80" y="194"/>
                    </a:cubicBezTo>
                    <a:cubicBezTo>
                      <a:pt x="80" y="194"/>
                      <a:pt x="80" y="194"/>
                      <a:pt x="80" y="194"/>
                    </a:cubicBezTo>
                    <a:cubicBezTo>
                      <a:pt x="79" y="193"/>
                      <a:pt x="80" y="192"/>
                      <a:pt x="80" y="192"/>
                    </a:cubicBezTo>
                    <a:cubicBezTo>
                      <a:pt x="80" y="192"/>
                      <a:pt x="80" y="192"/>
                      <a:pt x="80" y="192"/>
                    </a:cubicBezTo>
                    <a:cubicBezTo>
                      <a:pt x="80" y="192"/>
                      <a:pt x="81" y="191"/>
                      <a:pt x="81" y="191"/>
                    </a:cubicBezTo>
                    <a:cubicBezTo>
                      <a:pt x="81" y="191"/>
                      <a:pt x="81" y="191"/>
                      <a:pt x="81" y="191"/>
                    </a:cubicBezTo>
                    <a:cubicBezTo>
                      <a:pt x="81" y="191"/>
                      <a:pt x="82" y="192"/>
                      <a:pt x="82" y="192"/>
                    </a:cubicBezTo>
                    <a:close/>
                    <a:moveTo>
                      <a:pt x="71" y="199"/>
                    </a:moveTo>
                    <a:cubicBezTo>
                      <a:pt x="71" y="200"/>
                      <a:pt x="71" y="201"/>
                      <a:pt x="70" y="201"/>
                    </a:cubicBezTo>
                    <a:cubicBezTo>
                      <a:pt x="70" y="201"/>
                      <a:pt x="70" y="201"/>
                      <a:pt x="70" y="201"/>
                    </a:cubicBezTo>
                    <a:cubicBezTo>
                      <a:pt x="70" y="202"/>
                      <a:pt x="69" y="202"/>
                      <a:pt x="69" y="201"/>
                    </a:cubicBezTo>
                    <a:cubicBezTo>
                      <a:pt x="69" y="201"/>
                      <a:pt x="69" y="201"/>
                      <a:pt x="69" y="201"/>
                    </a:cubicBezTo>
                    <a:cubicBezTo>
                      <a:pt x="68" y="200"/>
                      <a:pt x="68" y="199"/>
                      <a:pt x="69" y="199"/>
                    </a:cubicBezTo>
                    <a:cubicBezTo>
                      <a:pt x="69" y="199"/>
                      <a:pt x="69" y="199"/>
                      <a:pt x="69" y="199"/>
                    </a:cubicBezTo>
                    <a:cubicBezTo>
                      <a:pt x="69" y="199"/>
                      <a:pt x="69" y="199"/>
                      <a:pt x="70" y="199"/>
                    </a:cubicBezTo>
                    <a:cubicBezTo>
                      <a:pt x="70" y="199"/>
                      <a:pt x="70" y="199"/>
                      <a:pt x="70" y="199"/>
                    </a:cubicBezTo>
                    <a:cubicBezTo>
                      <a:pt x="70" y="199"/>
                      <a:pt x="71" y="199"/>
                      <a:pt x="71" y="199"/>
                    </a:cubicBezTo>
                    <a:close/>
                    <a:moveTo>
                      <a:pt x="59" y="207"/>
                    </a:moveTo>
                    <a:cubicBezTo>
                      <a:pt x="60" y="207"/>
                      <a:pt x="60" y="208"/>
                      <a:pt x="59" y="209"/>
                    </a:cubicBezTo>
                    <a:cubicBezTo>
                      <a:pt x="59" y="209"/>
                      <a:pt x="59" y="209"/>
                      <a:pt x="59" y="209"/>
                    </a:cubicBezTo>
                    <a:cubicBezTo>
                      <a:pt x="58" y="209"/>
                      <a:pt x="58" y="209"/>
                      <a:pt x="57" y="208"/>
                    </a:cubicBezTo>
                    <a:cubicBezTo>
                      <a:pt x="57" y="208"/>
                      <a:pt x="57" y="208"/>
                      <a:pt x="57" y="208"/>
                    </a:cubicBezTo>
                    <a:cubicBezTo>
                      <a:pt x="57" y="208"/>
                      <a:pt x="57" y="207"/>
                      <a:pt x="58" y="206"/>
                    </a:cubicBezTo>
                    <a:cubicBezTo>
                      <a:pt x="58" y="206"/>
                      <a:pt x="58" y="206"/>
                      <a:pt x="58" y="206"/>
                    </a:cubicBezTo>
                    <a:cubicBezTo>
                      <a:pt x="58" y="206"/>
                      <a:pt x="58" y="206"/>
                      <a:pt x="58" y="206"/>
                    </a:cubicBezTo>
                    <a:cubicBezTo>
                      <a:pt x="58" y="206"/>
                      <a:pt x="58" y="206"/>
                      <a:pt x="58" y="206"/>
                    </a:cubicBezTo>
                    <a:cubicBezTo>
                      <a:pt x="59" y="206"/>
                      <a:pt x="59" y="206"/>
                      <a:pt x="59" y="207"/>
                    </a:cubicBezTo>
                    <a:close/>
                    <a:moveTo>
                      <a:pt x="48" y="214"/>
                    </a:moveTo>
                    <a:cubicBezTo>
                      <a:pt x="49" y="215"/>
                      <a:pt x="48" y="216"/>
                      <a:pt x="48" y="216"/>
                    </a:cubicBezTo>
                    <a:cubicBezTo>
                      <a:pt x="48" y="216"/>
                      <a:pt x="48" y="216"/>
                      <a:pt x="48" y="216"/>
                    </a:cubicBezTo>
                    <a:cubicBezTo>
                      <a:pt x="47" y="216"/>
                      <a:pt x="46" y="216"/>
                      <a:pt x="46" y="216"/>
                    </a:cubicBezTo>
                    <a:cubicBezTo>
                      <a:pt x="46" y="216"/>
                      <a:pt x="46" y="216"/>
                      <a:pt x="46" y="216"/>
                    </a:cubicBezTo>
                    <a:cubicBezTo>
                      <a:pt x="46" y="215"/>
                      <a:pt x="46" y="214"/>
                      <a:pt x="46" y="214"/>
                    </a:cubicBezTo>
                    <a:cubicBezTo>
                      <a:pt x="46" y="214"/>
                      <a:pt x="46" y="214"/>
                      <a:pt x="46" y="214"/>
                    </a:cubicBezTo>
                    <a:cubicBezTo>
                      <a:pt x="47" y="214"/>
                      <a:pt x="47" y="214"/>
                      <a:pt x="47" y="214"/>
                    </a:cubicBezTo>
                    <a:cubicBezTo>
                      <a:pt x="47" y="214"/>
                      <a:pt x="47" y="214"/>
                      <a:pt x="47" y="214"/>
                    </a:cubicBezTo>
                    <a:cubicBezTo>
                      <a:pt x="47" y="214"/>
                      <a:pt x="48" y="214"/>
                      <a:pt x="48" y="214"/>
                    </a:cubicBezTo>
                    <a:close/>
                    <a:moveTo>
                      <a:pt x="37" y="222"/>
                    </a:moveTo>
                    <a:cubicBezTo>
                      <a:pt x="37" y="222"/>
                      <a:pt x="37" y="223"/>
                      <a:pt x="36" y="223"/>
                    </a:cubicBezTo>
                    <a:cubicBezTo>
                      <a:pt x="36" y="223"/>
                      <a:pt x="36" y="223"/>
                      <a:pt x="36" y="223"/>
                    </a:cubicBezTo>
                    <a:cubicBezTo>
                      <a:pt x="36" y="224"/>
                      <a:pt x="35" y="224"/>
                      <a:pt x="35" y="223"/>
                    </a:cubicBezTo>
                    <a:cubicBezTo>
                      <a:pt x="35" y="223"/>
                      <a:pt x="35" y="223"/>
                      <a:pt x="35" y="223"/>
                    </a:cubicBezTo>
                    <a:cubicBezTo>
                      <a:pt x="34" y="222"/>
                      <a:pt x="34" y="222"/>
                      <a:pt x="35" y="221"/>
                    </a:cubicBezTo>
                    <a:cubicBezTo>
                      <a:pt x="35" y="221"/>
                      <a:pt x="35" y="221"/>
                      <a:pt x="35" y="221"/>
                    </a:cubicBezTo>
                    <a:cubicBezTo>
                      <a:pt x="35" y="221"/>
                      <a:pt x="35" y="221"/>
                      <a:pt x="36" y="221"/>
                    </a:cubicBezTo>
                    <a:cubicBezTo>
                      <a:pt x="36" y="221"/>
                      <a:pt x="36" y="221"/>
                      <a:pt x="36" y="221"/>
                    </a:cubicBezTo>
                    <a:cubicBezTo>
                      <a:pt x="36" y="221"/>
                      <a:pt x="37" y="221"/>
                      <a:pt x="37" y="222"/>
                    </a:cubicBezTo>
                    <a:close/>
                    <a:moveTo>
                      <a:pt x="26" y="229"/>
                    </a:moveTo>
                    <a:cubicBezTo>
                      <a:pt x="26" y="230"/>
                      <a:pt x="26" y="230"/>
                      <a:pt x="25" y="231"/>
                    </a:cubicBezTo>
                    <a:cubicBezTo>
                      <a:pt x="25" y="231"/>
                      <a:pt x="25" y="231"/>
                      <a:pt x="25" y="231"/>
                    </a:cubicBezTo>
                    <a:cubicBezTo>
                      <a:pt x="25" y="231"/>
                      <a:pt x="24" y="231"/>
                      <a:pt x="23" y="230"/>
                    </a:cubicBezTo>
                    <a:cubicBezTo>
                      <a:pt x="23" y="230"/>
                      <a:pt x="23" y="230"/>
                      <a:pt x="23" y="230"/>
                    </a:cubicBezTo>
                    <a:cubicBezTo>
                      <a:pt x="23" y="230"/>
                      <a:pt x="23" y="229"/>
                      <a:pt x="24" y="228"/>
                    </a:cubicBezTo>
                    <a:cubicBezTo>
                      <a:pt x="24" y="228"/>
                      <a:pt x="24" y="228"/>
                      <a:pt x="24" y="228"/>
                    </a:cubicBezTo>
                    <a:cubicBezTo>
                      <a:pt x="24" y="228"/>
                      <a:pt x="24" y="228"/>
                      <a:pt x="24" y="228"/>
                    </a:cubicBezTo>
                    <a:cubicBezTo>
                      <a:pt x="24" y="228"/>
                      <a:pt x="24" y="228"/>
                      <a:pt x="24" y="228"/>
                    </a:cubicBezTo>
                    <a:cubicBezTo>
                      <a:pt x="25" y="228"/>
                      <a:pt x="25" y="228"/>
                      <a:pt x="26" y="229"/>
                    </a:cubicBezTo>
                    <a:close/>
                    <a:moveTo>
                      <a:pt x="14" y="236"/>
                    </a:moveTo>
                    <a:cubicBezTo>
                      <a:pt x="15" y="237"/>
                      <a:pt x="14" y="238"/>
                      <a:pt x="14" y="238"/>
                    </a:cubicBezTo>
                    <a:cubicBezTo>
                      <a:pt x="14" y="238"/>
                      <a:pt x="14" y="238"/>
                      <a:pt x="14" y="238"/>
                    </a:cubicBezTo>
                    <a:cubicBezTo>
                      <a:pt x="13" y="239"/>
                      <a:pt x="12" y="238"/>
                      <a:pt x="12" y="238"/>
                    </a:cubicBezTo>
                    <a:cubicBezTo>
                      <a:pt x="12" y="238"/>
                      <a:pt x="12" y="238"/>
                      <a:pt x="12" y="238"/>
                    </a:cubicBezTo>
                    <a:cubicBezTo>
                      <a:pt x="12" y="237"/>
                      <a:pt x="12" y="236"/>
                      <a:pt x="12" y="236"/>
                    </a:cubicBezTo>
                    <a:cubicBezTo>
                      <a:pt x="12" y="236"/>
                      <a:pt x="12" y="236"/>
                      <a:pt x="12" y="236"/>
                    </a:cubicBezTo>
                    <a:cubicBezTo>
                      <a:pt x="13" y="236"/>
                      <a:pt x="13" y="236"/>
                      <a:pt x="13" y="236"/>
                    </a:cubicBezTo>
                    <a:cubicBezTo>
                      <a:pt x="13" y="236"/>
                      <a:pt x="13" y="236"/>
                      <a:pt x="13" y="236"/>
                    </a:cubicBezTo>
                    <a:cubicBezTo>
                      <a:pt x="14" y="236"/>
                      <a:pt x="14" y="236"/>
                      <a:pt x="14" y="236"/>
                    </a:cubicBezTo>
                    <a:close/>
                    <a:moveTo>
                      <a:pt x="3" y="244"/>
                    </a:moveTo>
                    <a:cubicBezTo>
                      <a:pt x="3" y="244"/>
                      <a:pt x="3" y="245"/>
                      <a:pt x="3" y="245"/>
                    </a:cubicBezTo>
                    <a:cubicBezTo>
                      <a:pt x="3" y="245"/>
                      <a:pt x="3" y="245"/>
                      <a:pt x="3" y="245"/>
                    </a:cubicBezTo>
                    <a:cubicBezTo>
                      <a:pt x="2" y="246"/>
                      <a:pt x="1" y="246"/>
                      <a:pt x="1" y="245"/>
                    </a:cubicBezTo>
                    <a:cubicBezTo>
                      <a:pt x="1" y="245"/>
                      <a:pt x="1" y="245"/>
                      <a:pt x="1" y="245"/>
                    </a:cubicBezTo>
                    <a:cubicBezTo>
                      <a:pt x="0" y="244"/>
                      <a:pt x="0" y="244"/>
                      <a:pt x="1" y="243"/>
                    </a:cubicBezTo>
                    <a:cubicBezTo>
                      <a:pt x="1" y="243"/>
                      <a:pt x="1" y="243"/>
                      <a:pt x="1" y="243"/>
                    </a:cubicBezTo>
                    <a:cubicBezTo>
                      <a:pt x="1" y="243"/>
                      <a:pt x="2" y="243"/>
                      <a:pt x="2" y="243"/>
                    </a:cubicBezTo>
                    <a:cubicBezTo>
                      <a:pt x="2" y="243"/>
                      <a:pt x="2" y="243"/>
                      <a:pt x="2" y="243"/>
                    </a:cubicBezTo>
                    <a:cubicBezTo>
                      <a:pt x="2" y="243"/>
                      <a:pt x="3" y="243"/>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3" name="Google Shape;633;p13"/>
              <p:cNvSpPr/>
              <p:nvPr/>
            </p:nvSpPr>
            <p:spPr>
              <a:xfrm>
                <a:off x="18509277" y="2645018"/>
                <a:ext cx="19581" cy="11748"/>
              </a:xfrm>
              <a:custGeom>
                <a:avLst/>
                <a:gdLst/>
                <a:ahLst/>
                <a:cxnLst/>
                <a:rect l="l" t="t" r="r" b="b"/>
                <a:pathLst>
                  <a:path w="3" h="2" extrusionOk="0">
                    <a:moveTo>
                      <a:pt x="1" y="0"/>
                    </a:moveTo>
                    <a:cubicBezTo>
                      <a:pt x="1" y="0"/>
                      <a:pt x="2" y="0"/>
                      <a:pt x="2" y="0"/>
                    </a:cubicBezTo>
                    <a:cubicBezTo>
                      <a:pt x="2" y="0"/>
                      <a:pt x="2" y="0"/>
                      <a:pt x="2" y="0"/>
                    </a:cubicBezTo>
                    <a:cubicBezTo>
                      <a:pt x="2" y="0"/>
                      <a:pt x="3" y="1"/>
                      <a:pt x="3" y="1"/>
                    </a:cubicBezTo>
                    <a:cubicBezTo>
                      <a:pt x="3" y="1"/>
                      <a:pt x="3" y="1"/>
                      <a:pt x="3" y="1"/>
                    </a:cubicBezTo>
                    <a:cubicBezTo>
                      <a:pt x="2" y="2"/>
                      <a:pt x="2" y="2"/>
                      <a:pt x="2" y="2"/>
                    </a:cubicBezTo>
                    <a:cubicBezTo>
                      <a:pt x="2" y="2"/>
                      <a:pt x="1" y="2"/>
                      <a:pt x="1" y="2"/>
                    </a:cubicBezTo>
                    <a:cubicBezTo>
                      <a:pt x="1" y="2"/>
                      <a:pt x="0" y="2"/>
                      <a:pt x="0" y="2"/>
                    </a:cubicBezTo>
                    <a:cubicBezTo>
                      <a:pt x="0" y="2"/>
                      <a:pt x="0" y="2"/>
                      <a:pt x="0" y="1"/>
                    </a:cubicBezTo>
                    <a:cubicBezTo>
                      <a:pt x="0" y="1"/>
                      <a:pt x="0" y="1"/>
                      <a:pt x="0" y="1"/>
                    </a:cubicBezTo>
                    <a:cubicBezTo>
                      <a:pt x="0" y="1"/>
                      <a:pt x="0" y="0"/>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34" name="Google Shape;634;p13"/>
            <p:cNvGrpSpPr/>
            <p:nvPr/>
          </p:nvGrpSpPr>
          <p:grpSpPr>
            <a:xfrm>
              <a:off x="-1350568" y="4608490"/>
              <a:ext cx="4429121" cy="1617349"/>
              <a:chOff x="9431732" y="3526140"/>
              <a:chExt cx="4429121" cy="1617349"/>
            </a:xfrm>
          </p:grpSpPr>
          <p:sp>
            <p:nvSpPr>
              <p:cNvPr id="635" name="Google Shape;635;p13"/>
              <p:cNvSpPr/>
              <p:nvPr/>
            </p:nvSpPr>
            <p:spPr>
              <a:xfrm>
                <a:off x="11812728" y="3526140"/>
                <a:ext cx="19581" cy="15664"/>
              </a:xfrm>
              <a:custGeom>
                <a:avLst/>
                <a:gdLst/>
                <a:ahLst/>
                <a:cxnLst/>
                <a:rect l="l" t="t" r="r" b="b"/>
                <a:pathLst>
                  <a:path w="3" h="3" extrusionOk="0">
                    <a:moveTo>
                      <a:pt x="2" y="3"/>
                    </a:moveTo>
                    <a:cubicBezTo>
                      <a:pt x="1" y="3"/>
                      <a:pt x="1" y="3"/>
                      <a:pt x="1" y="3"/>
                    </a:cubicBezTo>
                    <a:cubicBezTo>
                      <a:pt x="1" y="3"/>
                      <a:pt x="0" y="2"/>
                      <a:pt x="0" y="2"/>
                    </a:cubicBezTo>
                    <a:cubicBezTo>
                      <a:pt x="0" y="1"/>
                      <a:pt x="1" y="1"/>
                      <a:pt x="1" y="1"/>
                    </a:cubicBezTo>
                    <a:cubicBezTo>
                      <a:pt x="1" y="1"/>
                      <a:pt x="1" y="1"/>
                      <a:pt x="1" y="1"/>
                    </a:cubicBezTo>
                    <a:cubicBezTo>
                      <a:pt x="2" y="0"/>
                      <a:pt x="2" y="0"/>
                      <a:pt x="3" y="1"/>
                    </a:cubicBezTo>
                    <a:cubicBezTo>
                      <a:pt x="3" y="1"/>
                      <a:pt x="3" y="1"/>
                      <a:pt x="3" y="2"/>
                    </a:cubicBezTo>
                    <a:cubicBezTo>
                      <a:pt x="3" y="2"/>
                      <a:pt x="3" y="3"/>
                      <a:pt x="3" y="3"/>
                    </a:cubicBezTo>
                    <a:cubicBezTo>
                      <a:pt x="3"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6" name="Google Shape;636;p13"/>
              <p:cNvSpPr/>
              <p:nvPr/>
            </p:nvSpPr>
            <p:spPr>
              <a:xfrm>
                <a:off x="9431732" y="3573133"/>
                <a:ext cx="2334003"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2" y="244"/>
                    </a:cubicBezTo>
                    <a:cubicBezTo>
                      <a:pt x="2" y="244"/>
                      <a:pt x="2" y="244"/>
                      <a:pt x="2"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0"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2" y="230"/>
                      <a:pt x="23" y="229"/>
                      <a:pt x="23" y="228"/>
                    </a:cubicBezTo>
                    <a:cubicBezTo>
                      <a:pt x="23" y="228"/>
                      <a:pt x="23" y="228"/>
                      <a:pt x="23" y="228"/>
                    </a:cubicBezTo>
                    <a:cubicBezTo>
                      <a:pt x="24" y="228"/>
                      <a:pt x="25" y="228"/>
                      <a:pt x="25" y="229"/>
                    </a:cubicBezTo>
                    <a:cubicBezTo>
                      <a:pt x="25" y="229"/>
                      <a:pt x="25" y="229"/>
                      <a:pt x="25" y="229"/>
                    </a:cubicBezTo>
                    <a:cubicBezTo>
                      <a:pt x="25" y="229"/>
                      <a:pt x="25" y="230"/>
                      <a:pt x="25" y="231"/>
                    </a:cubicBezTo>
                    <a:cubicBezTo>
                      <a:pt x="25" y="231"/>
                      <a:pt x="25" y="231"/>
                      <a:pt x="25" y="231"/>
                    </a:cubicBezTo>
                    <a:cubicBezTo>
                      <a:pt x="24"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5"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59" y="207"/>
                      <a:pt x="59" y="208"/>
                      <a:pt x="59" y="209"/>
                    </a:cubicBezTo>
                    <a:cubicBezTo>
                      <a:pt x="59" y="209"/>
                      <a:pt x="59" y="209"/>
                      <a:pt x="59" y="209"/>
                    </a:cubicBezTo>
                    <a:cubicBezTo>
                      <a:pt x="58" y="209"/>
                      <a:pt x="58" y="209"/>
                      <a:pt x="58" y="209"/>
                    </a:cubicBezTo>
                    <a:cubicBezTo>
                      <a:pt x="58" y="209"/>
                      <a:pt x="58" y="209"/>
                      <a:pt x="58" y="209"/>
                    </a:cubicBezTo>
                    <a:cubicBezTo>
                      <a:pt x="57" y="209"/>
                      <a:pt x="57" y="209"/>
                      <a:pt x="57" y="208"/>
                    </a:cubicBezTo>
                    <a:close/>
                    <a:moveTo>
                      <a:pt x="68" y="201"/>
                    </a:moveTo>
                    <a:cubicBezTo>
                      <a:pt x="68" y="200"/>
                      <a:pt x="68" y="199"/>
                      <a:pt x="68" y="199"/>
                    </a:cubicBezTo>
                    <a:cubicBezTo>
                      <a:pt x="68" y="199"/>
                      <a:pt x="68" y="199"/>
                      <a:pt x="68"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79" y="193"/>
                    </a:cubicBezTo>
                    <a:close/>
                    <a:moveTo>
                      <a:pt x="91" y="186"/>
                    </a:moveTo>
                    <a:cubicBezTo>
                      <a:pt x="90" y="185"/>
                      <a:pt x="90"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4"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4" y="172"/>
                    </a:cubicBezTo>
                    <a:cubicBezTo>
                      <a:pt x="114" y="172"/>
                      <a:pt x="114" y="172"/>
                      <a:pt x="114"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8"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49" y="148"/>
                    </a:cubicBezTo>
                    <a:cubicBezTo>
                      <a:pt x="149" y="148"/>
                      <a:pt x="149" y="148"/>
                      <a:pt x="149"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7"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60" y="142"/>
                    </a:cubicBezTo>
                    <a:cubicBezTo>
                      <a:pt x="160" y="142"/>
                      <a:pt x="160" y="142"/>
                      <a:pt x="160" y="142"/>
                    </a:cubicBezTo>
                    <a:cubicBezTo>
                      <a:pt x="159" y="142"/>
                      <a:pt x="159" y="142"/>
                      <a:pt x="159" y="142"/>
                    </a:cubicBezTo>
                    <a:close/>
                    <a:moveTo>
                      <a:pt x="170" y="134"/>
                    </a:moveTo>
                    <a:cubicBezTo>
                      <a:pt x="169" y="134"/>
                      <a:pt x="170" y="133"/>
                      <a:pt x="170" y="133"/>
                    </a:cubicBezTo>
                    <a:cubicBezTo>
                      <a:pt x="170" y="133"/>
                      <a:pt x="170" y="133"/>
                      <a:pt x="170" y="133"/>
                    </a:cubicBezTo>
                    <a:cubicBezTo>
                      <a:pt x="171" y="132"/>
                      <a:pt x="172" y="132"/>
                      <a:pt x="172" y="133"/>
                    </a:cubicBezTo>
                    <a:cubicBezTo>
                      <a:pt x="172" y="133"/>
                      <a:pt x="172" y="133"/>
                      <a:pt x="172" y="133"/>
                    </a:cubicBezTo>
                    <a:cubicBezTo>
                      <a:pt x="172" y="134"/>
                      <a:pt x="172" y="134"/>
                      <a:pt x="172" y="135"/>
                    </a:cubicBezTo>
                    <a:cubicBezTo>
                      <a:pt x="172" y="135"/>
                      <a:pt x="172" y="135"/>
                      <a:pt x="172" y="135"/>
                    </a:cubicBezTo>
                    <a:cubicBezTo>
                      <a:pt x="171"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2"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6" y="112"/>
                      <a:pt x="206" y="112"/>
                      <a:pt x="206" y="113"/>
                    </a:cubicBezTo>
                    <a:cubicBezTo>
                      <a:pt x="206" y="113"/>
                      <a:pt x="206" y="113"/>
                      <a:pt x="206" y="113"/>
                    </a:cubicBezTo>
                    <a:cubicBezTo>
                      <a:pt x="205" y="113"/>
                      <a:pt x="205" y="113"/>
                      <a:pt x="205" y="113"/>
                    </a:cubicBezTo>
                    <a:cubicBezTo>
                      <a:pt x="205" y="113"/>
                      <a:pt x="205" y="113"/>
                      <a:pt x="205" y="113"/>
                    </a:cubicBezTo>
                    <a:cubicBezTo>
                      <a:pt x="204" y="113"/>
                      <a:pt x="204" y="113"/>
                      <a:pt x="204" y="112"/>
                    </a:cubicBezTo>
                    <a:close/>
                    <a:moveTo>
                      <a:pt x="215" y="105"/>
                    </a:moveTo>
                    <a:cubicBezTo>
                      <a:pt x="215" y="104"/>
                      <a:pt x="215" y="104"/>
                      <a:pt x="215" y="103"/>
                    </a:cubicBezTo>
                    <a:cubicBezTo>
                      <a:pt x="215" y="103"/>
                      <a:pt x="215" y="103"/>
                      <a:pt x="215"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6" y="98"/>
                    </a:cubicBezTo>
                    <a:close/>
                    <a:moveTo>
                      <a:pt x="238" y="90"/>
                    </a:moveTo>
                    <a:cubicBezTo>
                      <a:pt x="237" y="90"/>
                      <a:pt x="237"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49" y="81"/>
                    </a:cubicBezTo>
                    <a:cubicBezTo>
                      <a:pt x="249" y="81"/>
                      <a:pt x="249" y="81"/>
                      <a:pt x="249" y="81"/>
                    </a:cubicBezTo>
                    <a:cubicBezTo>
                      <a:pt x="250" y="81"/>
                      <a:pt x="251" y="81"/>
                      <a:pt x="251" y="81"/>
                    </a:cubicBezTo>
                    <a:cubicBezTo>
                      <a:pt x="251" y="81"/>
                      <a:pt x="251" y="81"/>
                      <a:pt x="251" y="81"/>
                    </a:cubicBezTo>
                    <a:cubicBezTo>
                      <a:pt x="252" y="82"/>
                      <a:pt x="251"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1" y="76"/>
                    </a:cubicBezTo>
                    <a:cubicBezTo>
                      <a:pt x="261" y="76"/>
                      <a:pt x="261" y="76"/>
                      <a:pt x="261" y="76"/>
                    </a:cubicBezTo>
                    <a:cubicBezTo>
                      <a:pt x="261" y="76"/>
                      <a:pt x="261" y="76"/>
                      <a:pt x="260" y="76"/>
                    </a:cubicBezTo>
                    <a:close/>
                    <a:moveTo>
                      <a:pt x="272" y="68"/>
                    </a:moveTo>
                    <a:cubicBezTo>
                      <a:pt x="271" y="68"/>
                      <a:pt x="271" y="67"/>
                      <a:pt x="272" y="66"/>
                    </a:cubicBezTo>
                    <a:cubicBezTo>
                      <a:pt x="272" y="66"/>
                      <a:pt x="272" y="66"/>
                      <a:pt x="272" y="66"/>
                    </a:cubicBezTo>
                    <a:cubicBezTo>
                      <a:pt x="273"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5"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6" y="52"/>
                    </a:cubicBezTo>
                    <a:cubicBezTo>
                      <a:pt x="296" y="52"/>
                      <a:pt x="296" y="52"/>
                      <a:pt x="296"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4"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6" y="46"/>
                    </a:cubicBezTo>
                    <a:close/>
                    <a:moveTo>
                      <a:pt x="317" y="39"/>
                    </a:moveTo>
                    <a:cubicBezTo>
                      <a:pt x="316"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8"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0" y="30"/>
                    </a:cubicBezTo>
                    <a:cubicBezTo>
                      <a:pt x="330" y="30"/>
                      <a:pt x="330" y="30"/>
                      <a:pt x="330"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39"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3" y="16"/>
                      <a:pt x="353" y="17"/>
                      <a:pt x="353" y="17"/>
                    </a:cubicBezTo>
                    <a:cubicBezTo>
                      <a:pt x="353" y="17"/>
                      <a:pt x="353" y="17"/>
                      <a:pt x="353" y="17"/>
                    </a:cubicBezTo>
                    <a:cubicBezTo>
                      <a:pt x="352" y="17"/>
                      <a:pt x="352" y="17"/>
                      <a:pt x="352" y="17"/>
                    </a:cubicBezTo>
                    <a:cubicBezTo>
                      <a:pt x="352" y="17"/>
                      <a:pt x="352" y="17"/>
                      <a:pt x="352" y="17"/>
                    </a:cubicBezTo>
                    <a:cubicBezTo>
                      <a:pt x="351" y="17"/>
                      <a:pt x="351" y="17"/>
                      <a:pt x="351" y="17"/>
                    </a:cubicBezTo>
                    <a:close/>
                    <a:moveTo>
                      <a:pt x="362" y="9"/>
                    </a:moveTo>
                    <a:cubicBezTo>
                      <a:pt x="362" y="9"/>
                      <a:pt x="362" y="8"/>
                      <a:pt x="362" y="7"/>
                    </a:cubicBezTo>
                    <a:cubicBezTo>
                      <a:pt x="362" y="7"/>
                      <a:pt x="362" y="7"/>
                      <a:pt x="362"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7" name="Google Shape;637;p13"/>
              <p:cNvSpPr/>
              <p:nvPr/>
            </p:nvSpPr>
            <p:spPr>
              <a:xfrm>
                <a:off x="11961540" y="3526140"/>
                <a:ext cx="15664" cy="15664"/>
              </a:xfrm>
              <a:custGeom>
                <a:avLst/>
                <a:gdLst/>
                <a:ahLst/>
                <a:cxnLst/>
                <a:rect l="l" t="t" r="r" b="b"/>
                <a:pathLst>
                  <a:path w="2" h="3" extrusionOk="0">
                    <a:moveTo>
                      <a:pt x="1" y="3"/>
                    </a:moveTo>
                    <a:cubicBezTo>
                      <a:pt x="1" y="3"/>
                      <a:pt x="1" y="3"/>
                      <a:pt x="1" y="3"/>
                    </a:cubicBezTo>
                    <a:cubicBezTo>
                      <a:pt x="0" y="3"/>
                      <a:pt x="0" y="3"/>
                      <a:pt x="0" y="3"/>
                    </a:cubicBezTo>
                    <a:cubicBezTo>
                      <a:pt x="0" y="3"/>
                      <a:pt x="0" y="2"/>
                      <a:pt x="0" y="2"/>
                    </a:cubicBezTo>
                    <a:cubicBezTo>
                      <a:pt x="0" y="1"/>
                      <a:pt x="0" y="1"/>
                      <a:pt x="0" y="1"/>
                    </a:cubicBezTo>
                    <a:cubicBezTo>
                      <a:pt x="1" y="0"/>
                      <a:pt x="1" y="0"/>
                      <a:pt x="2" y="1"/>
                    </a:cubicBezTo>
                    <a:cubicBezTo>
                      <a:pt x="2" y="1"/>
                      <a:pt x="2" y="1"/>
                      <a:pt x="2" y="1"/>
                    </a:cubicBezTo>
                    <a:cubicBezTo>
                      <a:pt x="2" y="1"/>
                      <a:pt x="2" y="1"/>
                      <a:pt x="2"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8" name="Google Shape;638;p13"/>
              <p:cNvSpPr/>
              <p:nvPr/>
            </p:nvSpPr>
            <p:spPr>
              <a:xfrm>
                <a:off x="9576628" y="3573133"/>
                <a:ext cx="2330087"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2" y="243"/>
                      <a:pt x="3" y="244"/>
                    </a:cubicBezTo>
                    <a:cubicBezTo>
                      <a:pt x="3" y="244"/>
                      <a:pt x="3" y="244"/>
                      <a:pt x="3" y="244"/>
                    </a:cubicBezTo>
                    <a:cubicBezTo>
                      <a:pt x="3" y="244"/>
                      <a:pt x="3" y="245"/>
                      <a:pt x="2" y="245"/>
                    </a:cubicBezTo>
                    <a:cubicBezTo>
                      <a:pt x="2" y="245"/>
                      <a:pt x="2" y="245"/>
                      <a:pt x="2" y="245"/>
                    </a:cubicBezTo>
                    <a:cubicBezTo>
                      <a:pt x="2" y="246"/>
                      <a:pt x="2" y="246"/>
                      <a:pt x="2" y="246"/>
                    </a:cubicBezTo>
                    <a:cubicBezTo>
                      <a:pt x="2" y="246"/>
                      <a:pt x="2" y="246"/>
                      <a:pt x="2" y="246"/>
                    </a:cubicBezTo>
                    <a:cubicBezTo>
                      <a:pt x="1" y="246"/>
                      <a:pt x="1" y="245"/>
                      <a:pt x="1" y="245"/>
                    </a:cubicBezTo>
                    <a:close/>
                    <a:moveTo>
                      <a:pt x="12" y="238"/>
                    </a:moveTo>
                    <a:cubicBezTo>
                      <a:pt x="11"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5" y="229"/>
                    </a:cubicBezTo>
                    <a:cubicBezTo>
                      <a:pt x="25" y="229"/>
                      <a:pt x="25" y="229"/>
                      <a:pt x="25"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4" y="223"/>
                    </a:cubicBezTo>
                    <a:close/>
                    <a:moveTo>
                      <a:pt x="46" y="216"/>
                    </a:moveTo>
                    <a:cubicBezTo>
                      <a:pt x="45" y="215"/>
                      <a:pt x="46" y="214"/>
                      <a:pt x="46" y="214"/>
                    </a:cubicBezTo>
                    <a:cubicBezTo>
                      <a:pt x="46" y="214"/>
                      <a:pt x="46" y="214"/>
                      <a:pt x="46" y="214"/>
                    </a:cubicBezTo>
                    <a:cubicBezTo>
                      <a:pt x="47" y="213"/>
                      <a:pt x="48" y="213"/>
                      <a:pt x="48" y="214"/>
                    </a:cubicBezTo>
                    <a:cubicBezTo>
                      <a:pt x="48" y="214"/>
                      <a:pt x="48" y="214"/>
                      <a:pt x="48" y="214"/>
                    </a:cubicBezTo>
                    <a:cubicBezTo>
                      <a:pt x="48" y="215"/>
                      <a:pt x="48" y="215"/>
                      <a:pt x="48" y="216"/>
                    </a:cubicBezTo>
                    <a:cubicBezTo>
                      <a:pt x="48" y="216"/>
                      <a:pt x="48" y="216"/>
                      <a:pt x="48" y="216"/>
                    </a:cubicBezTo>
                    <a:cubicBezTo>
                      <a:pt x="47" y="216"/>
                      <a:pt x="47" y="216"/>
                      <a:pt x="47" y="216"/>
                    </a:cubicBezTo>
                    <a:cubicBezTo>
                      <a:pt x="47" y="216"/>
                      <a:pt x="47" y="216"/>
                      <a:pt x="47" y="216"/>
                    </a:cubicBezTo>
                    <a:cubicBezTo>
                      <a:pt x="46"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8"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0" y="194"/>
                      <a:pt x="80" y="194"/>
                      <a:pt x="80" y="193"/>
                    </a:cubicBezTo>
                    <a:close/>
                    <a:moveTo>
                      <a:pt x="91" y="186"/>
                    </a:moveTo>
                    <a:cubicBezTo>
                      <a:pt x="91" y="185"/>
                      <a:pt x="91" y="185"/>
                      <a:pt x="91" y="184"/>
                    </a:cubicBezTo>
                    <a:cubicBezTo>
                      <a:pt x="91" y="184"/>
                      <a:pt x="91" y="184"/>
                      <a:pt x="91" y="184"/>
                    </a:cubicBezTo>
                    <a:cubicBezTo>
                      <a:pt x="92" y="184"/>
                      <a:pt x="93" y="184"/>
                      <a:pt x="93" y="185"/>
                    </a:cubicBezTo>
                    <a:cubicBezTo>
                      <a:pt x="93" y="185"/>
                      <a:pt x="93" y="185"/>
                      <a:pt x="93" y="185"/>
                    </a:cubicBezTo>
                    <a:cubicBezTo>
                      <a:pt x="94" y="185"/>
                      <a:pt x="93" y="186"/>
                      <a:pt x="93" y="186"/>
                    </a:cubicBezTo>
                    <a:cubicBezTo>
                      <a:pt x="93" y="186"/>
                      <a:pt x="93" y="186"/>
                      <a:pt x="93" y="186"/>
                    </a:cubicBezTo>
                    <a:cubicBezTo>
                      <a:pt x="93"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3" y="179"/>
                    </a:cubicBezTo>
                    <a:cubicBezTo>
                      <a:pt x="103" y="179"/>
                      <a:pt x="103" y="179"/>
                      <a:pt x="103" y="179"/>
                    </a:cubicBezTo>
                    <a:cubicBezTo>
                      <a:pt x="103" y="179"/>
                      <a:pt x="103" y="179"/>
                      <a:pt x="102" y="179"/>
                    </a:cubicBezTo>
                    <a:close/>
                    <a:moveTo>
                      <a:pt x="114" y="171"/>
                    </a:moveTo>
                    <a:cubicBezTo>
                      <a:pt x="113" y="171"/>
                      <a:pt x="113" y="170"/>
                      <a:pt x="114" y="169"/>
                    </a:cubicBezTo>
                    <a:cubicBezTo>
                      <a:pt x="114" y="169"/>
                      <a:pt x="114" y="169"/>
                      <a:pt x="114" y="169"/>
                    </a:cubicBezTo>
                    <a:cubicBezTo>
                      <a:pt x="115"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7"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7" y="157"/>
                    </a:cubicBezTo>
                    <a:cubicBezTo>
                      <a:pt x="137" y="157"/>
                      <a:pt x="137" y="157"/>
                      <a:pt x="137"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9" y="150"/>
                    </a:cubicBezTo>
                    <a:cubicBezTo>
                      <a:pt x="149" y="150"/>
                      <a:pt x="149" y="150"/>
                      <a:pt x="149" y="150"/>
                    </a:cubicBezTo>
                    <a:cubicBezTo>
                      <a:pt x="148" y="150"/>
                      <a:pt x="148" y="150"/>
                      <a:pt x="148" y="149"/>
                    </a:cubicBezTo>
                    <a:close/>
                    <a:moveTo>
                      <a:pt x="159" y="142"/>
                    </a:moveTo>
                    <a:cubicBezTo>
                      <a:pt x="158"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2" y="133"/>
                    </a:cubicBezTo>
                    <a:cubicBezTo>
                      <a:pt x="172" y="133"/>
                      <a:pt x="172" y="133"/>
                      <a:pt x="172"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1" y="127"/>
                    </a:cubicBezTo>
                    <a:close/>
                    <a:moveTo>
                      <a:pt x="193" y="120"/>
                    </a:moveTo>
                    <a:cubicBezTo>
                      <a:pt x="192" y="119"/>
                      <a:pt x="193" y="118"/>
                      <a:pt x="193" y="118"/>
                    </a:cubicBezTo>
                    <a:cubicBezTo>
                      <a:pt x="193" y="118"/>
                      <a:pt x="193" y="118"/>
                      <a:pt x="193" y="118"/>
                    </a:cubicBezTo>
                    <a:cubicBezTo>
                      <a:pt x="194" y="118"/>
                      <a:pt x="195" y="118"/>
                      <a:pt x="195" y="118"/>
                    </a:cubicBezTo>
                    <a:cubicBezTo>
                      <a:pt x="195" y="118"/>
                      <a:pt x="195" y="118"/>
                      <a:pt x="195" y="118"/>
                    </a:cubicBezTo>
                    <a:cubicBezTo>
                      <a:pt x="195" y="119"/>
                      <a:pt x="195" y="120"/>
                      <a:pt x="195" y="120"/>
                    </a:cubicBezTo>
                    <a:cubicBezTo>
                      <a:pt x="195" y="120"/>
                      <a:pt x="195" y="120"/>
                      <a:pt x="195" y="120"/>
                    </a:cubicBezTo>
                    <a:cubicBezTo>
                      <a:pt x="194"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5"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7" y="98"/>
                      <a:pt x="227" y="98"/>
                      <a:pt x="227" y="98"/>
                    </a:cubicBezTo>
                    <a:close/>
                    <a:moveTo>
                      <a:pt x="238" y="90"/>
                    </a:moveTo>
                    <a:cubicBezTo>
                      <a:pt x="238" y="90"/>
                      <a:pt x="238" y="89"/>
                      <a:pt x="238" y="88"/>
                    </a:cubicBezTo>
                    <a:cubicBezTo>
                      <a:pt x="238" y="88"/>
                      <a:pt x="238" y="88"/>
                      <a:pt x="238"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0" y="84"/>
                    </a:cubicBezTo>
                    <a:cubicBezTo>
                      <a:pt x="250" y="84"/>
                      <a:pt x="250" y="84"/>
                      <a:pt x="250" y="84"/>
                    </a:cubicBezTo>
                    <a:cubicBezTo>
                      <a:pt x="250" y="84"/>
                      <a:pt x="250" y="83"/>
                      <a:pt x="249" y="83"/>
                    </a:cubicBezTo>
                    <a:close/>
                    <a:moveTo>
                      <a:pt x="261" y="76"/>
                    </a:moveTo>
                    <a:cubicBezTo>
                      <a:pt x="260" y="75"/>
                      <a:pt x="260" y="74"/>
                      <a:pt x="261" y="74"/>
                    </a:cubicBezTo>
                    <a:cubicBezTo>
                      <a:pt x="261" y="74"/>
                      <a:pt x="261" y="74"/>
                      <a:pt x="261" y="74"/>
                    </a:cubicBezTo>
                    <a:cubicBezTo>
                      <a:pt x="262" y="73"/>
                      <a:pt x="262"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4"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4" y="61"/>
                    </a:cubicBezTo>
                    <a:cubicBezTo>
                      <a:pt x="284" y="61"/>
                      <a:pt x="284" y="61"/>
                      <a:pt x="284" y="61"/>
                    </a:cubicBezTo>
                    <a:cubicBezTo>
                      <a:pt x="284" y="61"/>
                      <a:pt x="284" y="61"/>
                      <a:pt x="283" y="61"/>
                    </a:cubicBezTo>
                    <a:close/>
                    <a:moveTo>
                      <a:pt x="295" y="53"/>
                    </a:moveTo>
                    <a:cubicBezTo>
                      <a:pt x="294" y="53"/>
                      <a:pt x="294" y="52"/>
                      <a:pt x="295" y="52"/>
                    </a:cubicBezTo>
                    <a:cubicBezTo>
                      <a:pt x="295" y="52"/>
                      <a:pt x="295" y="52"/>
                      <a:pt x="295" y="52"/>
                    </a:cubicBezTo>
                    <a:cubicBezTo>
                      <a:pt x="296" y="51"/>
                      <a:pt x="296" y="51"/>
                      <a:pt x="297" y="52"/>
                    </a:cubicBezTo>
                    <a:cubicBezTo>
                      <a:pt x="297" y="52"/>
                      <a:pt x="297" y="52"/>
                      <a:pt x="297" y="52"/>
                    </a:cubicBezTo>
                    <a:cubicBezTo>
                      <a:pt x="297" y="53"/>
                      <a:pt x="297" y="53"/>
                      <a:pt x="296" y="54"/>
                    </a:cubicBezTo>
                    <a:cubicBezTo>
                      <a:pt x="296" y="54"/>
                      <a:pt x="296" y="54"/>
                      <a:pt x="296" y="54"/>
                    </a:cubicBezTo>
                    <a:cubicBezTo>
                      <a:pt x="296" y="54"/>
                      <a:pt x="296" y="54"/>
                      <a:pt x="296" y="54"/>
                    </a:cubicBezTo>
                    <a:cubicBezTo>
                      <a:pt x="296" y="54"/>
                      <a:pt x="296" y="54"/>
                      <a:pt x="296" y="54"/>
                    </a:cubicBezTo>
                    <a:cubicBezTo>
                      <a:pt x="295" y="54"/>
                      <a:pt x="295" y="54"/>
                      <a:pt x="295" y="53"/>
                    </a:cubicBezTo>
                    <a:close/>
                    <a:moveTo>
                      <a:pt x="306" y="46"/>
                    </a:moveTo>
                    <a:cubicBezTo>
                      <a:pt x="305"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19" y="37"/>
                    </a:cubicBezTo>
                    <a:cubicBezTo>
                      <a:pt x="319" y="37"/>
                      <a:pt x="319" y="37"/>
                      <a:pt x="319"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7"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39" y="23"/>
                      <a:pt x="340" y="23"/>
                      <a:pt x="340" y="22"/>
                    </a:cubicBezTo>
                    <a:cubicBezTo>
                      <a:pt x="340" y="22"/>
                      <a:pt x="340" y="22"/>
                      <a:pt x="340" y="22"/>
                    </a:cubicBezTo>
                    <a:cubicBezTo>
                      <a:pt x="341" y="22"/>
                      <a:pt x="342" y="22"/>
                      <a:pt x="342" y="23"/>
                    </a:cubicBezTo>
                    <a:cubicBezTo>
                      <a:pt x="342" y="23"/>
                      <a:pt x="342" y="23"/>
                      <a:pt x="342" y="23"/>
                    </a:cubicBezTo>
                    <a:cubicBezTo>
                      <a:pt x="342" y="23"/>
                      <a:pt x="342" y="24"/>
                      <a:pt x="342" y="24"/>
                    </a:cubicBezTo>
                    <a:cubicBezTo>
                      <a:pt x="342" y="24"/>
                      <a:pt x="342" y="24"/>
                      <a:pt x="342" y="24"/>
                    </a:cubicBezTo>
                    <a:cubicBezTo>
                      <a:pt x="341"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2"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9" name="Google Shape;639;p13"/>
              <p:cNvSpPr/>
              <p:nvPr/>
            </p:nvSpPr>
            <p:spPr>
              <a:xfrm>
                <a:off x="9506138" y="5123909"/>
                <a:ext cx="19581" cy="19580"/>
              </a:xfrm>
              <a:custGeom>
                <a:avLst/>
                <a:gdLst/>
                <a:ahLst/>
                <a:cxnLst/>
                <a:rect l="l" t="t" r="r" b="b"/>
                <a:pathLst>
                  <a:path w="3" h="3" extrusionOk="0">
                    <a:moveTo>
                      <a:pt x="1" y="3"/>
                    </a:moveTo>
                    <a:cubicBezTo>
                      <a:pt x="1" y="3"/>
                      <a:pt x="1" y="3"/>
                      <a:pt x="0" y="3"/>
                    </a:cubicBezTo>
                    <a:cubicBezTo>
                      <a:pt x="0" y="2"/>
                      <a:pt x="0" y="2"/>
                      <a:pt x="0" y="2"/>
                    </a:cubicBezTo>
                    <a:cubicBezTo>
                      <a:pt x="0" y="1"/>
                      <a:pt x="0" y="1"/>
                      <a:pt x="0" y="1"/>
                    </a:cubicBezTo>
                    <a:cubicBezTo>
                      <a:pt x="0" y="1"/>
                      <a:pt x="0" y="1"/>
                      <a:pt x="0" y="1"/>
                    </a:cubicBezTo>
                    <a:cubicBezTo>
                      <a:pt x="1" y="1"/>
                      <a:pt x="1" y="0"/>
                      <a:pt x="1" y="0"/>
                    </a:cubicBezTo>
                    <a:cubicBezTo>
                      <a:pt x="1" y="0"/>
                      <a:pt x="2" y="0"/>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0" name="Google Shape;640;p13"/>
              <p:cNvSpPr/>
              <p:nvPr/>
            </p:nvSpPr>
            <p:spPr>
              <a:xfrm>
                <a:off x="12106436" y="3526140"/>
                <a:ext cx="19581" cy="15664"/>
              </a:xfrm>
              <a:custGeom>
                <a:avLst/>
                <a:gdLst/>
                <a:ahLst/>
                <a:cxnLst/>
                <a:rect l="l" t="t" r="r" b="b"/>
                <a:pathLst>
                  <a:path w="3" h="3" extrusionOk="0">
                    <a:moveTo>
                      <a:pt x="2" y="3"/>
                    </a:moveTo>
                    <a:cubicBezTo>
                      <a:pt x="1" y="3"/>
                      <a:pt x="1" y="3"/>
                      <a:pt x="1" y="3"/>
                    </a:cubicBezTo>
                    <a:cubicBezTo>
                      <a:pt x="1" y="3"/>
                      <a:pt x="1" y="3"/>
                      <a:pt x="1" y="3"/>
                    </a:cubicBezTo>
                    <a:cubicBezTo>
                      <a:pt x="0" y="3"/>
                      <a:pt x="0" y="2"/>
                      <a:pt x="0" y="2"/>
                    </a:cubicBezTo>
                    <a:cubicBezTo>
                      <a:pt x="0" y="1"/>
                      <a:pt x="0" y="1"/>
                      <a:pt x="1" y="1"/>
                    </a:cubicBezTo>
                    <a:cubicBezTo>
                      <a:pt x="1" y="0"/>
                      <a:pt x="2" y="0"/>
                      <a:pt x="2" y="1"/>
                    </a:cubicBezTo>
                    <a:cubicBezTo>
                      <a:pt x="3" y="1"/>
                      <a:pt x="3" y="1"/>
                      <a:pt x="3" y="2"/>
                    </a:cubicBezTo>
                    <a:cubicBezTo>
                      <a:pt x="3" y="2"/>
                      <a:pt x="3" y="2"/>
                      <a:pt x="3" y="2"/>
                    </a:cubicBezTo>
                    <a:cubicBezTo>
                      <a:pt x="3" y="2"/>
                      <a:pt x="3" y="3"/>
                      <a:pt x="2"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1" name="Google Shape;641;p13"/>
              <p:cNvSpPr/>
              <p:nvPr/>
            </p:nvSpPr>
            <p:spPr>
              <a:xfrm>
                <a:off x="9725441" y="3573133"/>
                <a:ext cx="2330087"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3" y="236"/>
                    </a:cubicBezTo>
                    <a:cubicBezTo>
                      <a:pt x="13" y="236"/>
                      <a:pt x="13" y="236"/>
                      <a:pt x="13"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1"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3" y="222"/>
                      <a:pt x="34" y="221"/>
                      <a:pt x="34" y="221"/>
                    </a:cubicBezTo>
                    <a:cubicBezTo>
                      <a:pt x="34" y="221"/>
                      <a:pt x="34" y="221"/>
                      <a:pt x="34" y="221"/>
                    </a:cubicBezTo>
                    <a:cubicBezTo>
                      <a:pt x="35" y="221"/>
                      <a:pt x="36" y="221"/>
                      <a:pt x="36" y="221"/>
                    </a:cubicBezTo>
                    <a:cubicBezTo>
                      <a:pt x="36" y="221"/>
                      <a:pt x="36" y="221"/>
                      <a:pt x="36" y="221"/>
                    </a:cubicBezTo>
                    <a:cubicBezTo>
                      <a:pt x="36" y="222"/>
                      <a:pt x="36" y="223"/>
                      <a:pt x="36" y="223"/>
                    </a:cubicBezTo>
                    <a:cubicBezTo>
                      <a:pt x="36" y="223"/>
                      <a:pt x="36" y="223"/>
                      <a:pt x="36" y="223"/>
                    </a:cubicBezTo>
                    <a:cubicBezTo>
                      <a:pt x="35"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5" y="216"/>
                      <a:pt x="45" y="216"/>
                    </a:cubicBezTo>
                    <a:close/>
                    <a:moveTo>
                      <a:pt x="56" y="208"/>
                    </a:moveTo>
                    <a:cubicBezTo>
                      <a:pt x="56" y="208"/>
                      <a:pt x="56" y="207"/>
                      <a:pt x="57" y="206"/>
                    </a:cubicBezTo>
                    <a:cubicBezTo>
                      <a:pt x="57" y="206"/>
                      <a:pt x="57" y="206"/>
                      <a:pt x="57" y="206"/>
                    </a:cubicBezTo>
                    <a:cubicBezTo>
                      <a:pt x="57"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6"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8" y="201"/>
                      <a:pt x="68" y="201"/>
                      <a:pt x="68" y="201"/>
                    </a:cubicBezTo>
                    <a:close/>
                    <a:moveTo>
                      <a:pt x="79" y="193"/>
                    </a:moveTo>
                    <a:cubicBezTo>
                      <a:pt x="79" y="193"/>
                      <a:pt x="79" y="192"/>
                      <a:pt x="79" y="192"/>
                    </a:cubicBezTo>
                    <a:cubicBezTo>
                      <a:pt x="79" y="192"/>
                      <a:pt x="79" y="192"/>
                      <a:pt x="79"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0"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1" y="187"/>
                    </a:cubicBezTo>
                    <a:cubicBezTo>
                      <a:pt x="91" y="187"/>
                      <a:pt x="91" y="187"/>
                      <a:pt x="91" y="187"/>
                    </a:cubicBezTo>
                    <a:cubicBezTo>
                      <a:pt x="91" y="187"/>
                      <a:pt x="91" y="186"/>
                      <a:pt x="90" y="186"/>
                    </a:cubicBezTo>
                    <a:close/>
                    <a:moveTo>
                      <a:pt x="102" y="179"/>
                    </a:moveTo>
                    <a:cubicBezTo>
                      <a:pt x="101" y="178"/>
                      <a:pt x="101"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3" y="169"/>
                    </a:cubicBezTo>
                    <a:cubicBezTo>
                      <a:pt x="113" y="169"/>
                      <a:pt x="113" y="169"/>
                      <a:pt x="113" y="169"/>
                    </a:cubicBezTo>
                    <a:cubicBezTo>
                      <a:pt x="114" y="169"/>
                      <a:pt x="115" y="169"/>
                      <a:pt x="115" y="170"/>
                    </a:cubicBezTo>
                    <a:cubicBezTo>
                      <a:pt x="115" y="170"/>
                      <a:pt x="115" y="170"/>
                      <a:pt x="115" y="170"/>
                    </a:cubicBezTo>
                    <a:cubicBezTo>
                      <a:pt x="116" y="170"/>
                      <a:pt x="115"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5" y="165"/>
                    </a:cubicBezTo>
                    <a:cubicBezTo>
                      <a:pt x="125" y="165"/>
                      <a:pt x="125" y="165"/>
                      <a:pt x="125" y="165"/>
                    </a:cubicBezTo>
                    <a:cubicBezTo>
                      <a:pt x="125" y="165"/>
                      <a:pt x="125" y="164"/>
                      <a:pt x="124" y="164"/>
                    </a:cubicBezTo>
                    <a:close/>
                    <a:moveTo>
                      <a:pt x="136" y="157"/>
                    </a:moveTo>
                    <a:cubicBezTo>
                      <a:pt x="135" y="156"/>
                      <a:pt x="135" y="155"/>
                      <a:pt x="136" y="155"/>
                    </a:cubicBezTo>
                    <a:cubicBezTo>
                      <a:pt x="136" y="155"/>
                      <a:pt x="136" y="155"/>
                      <a:pt x="136" y="155"/>
                    </a:cubicBezTo>
                    <a:cubicBezTo>
                      <a:pt x="137" y="154"/>
                      <a:pt x="137" y="155"/>
                      <a:pt x="138" y="155"/>
                    </a:cubicBezTo>
                    <a:cubicBezTo>
                      <a:pt x="138" y="155"/>
                      <a:pt x="138" y="155"/>
                      <a:pt x="138" y="155"/>
                    </a:cubicBezTo>
                    <a:cubicBezTo>
                      <a:pt x="138" y="156"/>
                      <a:pt x="138" y="157"/>
                      <a:pt x="137" y="157"/>
                    </a:cubicBezTo>
                    <a:cubicBezTo>
                      <a:pt x="137" y="157"/>
                      <a:pt x="137" y="157"/>
                      <a:pt x="137"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0" y="140"/>
                    </a:cubicBezTo>
                    <a:cubicBezTo>
                      <a:pt x="160" y="140"/>
                      <a:pt x="160" y="140"/>
                      <a:pt x="160"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8"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0" y="127"/>
                      <a:pt x="181" y="126"/>
                      <a:pt x="181" y="125"/>
                    </a:cubicBezTo>
                    <a:cubicBezTo>
                      <a:pt x="181" y="125"/>
                      <a:pt x="181" y="125"/>
                      <a:pt x="181" y="125"/>
                    </a:cubicBezTo>
                    <a:cubicBezTo>
                      <a:pt x="182" y="125"/>
                      <a:pt x="183" y="125"/>
                      <a:pt x="183" y="126"/>
                    </a:cubicBezTo>
                    <a:cubicBezTo>
                      <a:pt x="183" y="126"/>
                      <a:pt x="183" y="126"/>
                      <a:pt x="183" y="126"/>
                    </a:cubicBezTo>
                    <a:cubicBezTo>
                      <a:pt x="183" y="126"/>
                      <a:pt x="183" y="127"/>
                      <a:pt x="183" y="128"/>
                    </a:cubicBezTo>
                    <a:cubicBezTo>
                      <a:pt x="183" y="128"/>
                      <a:pt x="183" y="128"/>
                      <a:pt x="183" y="128"/>
                    </a:cubicBezTo>
                    <a:cubicBezTo>
                      <a:pt x="182"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4" y="118"/>
                    </a:cubicBezTo>
                    <a:cubicBezTo>
                      <a:pt x="194" y="118"/>
                      <a:pt x="194" y="118"/>
                      <a:pt x="194"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2" y="120"/>
                      <a:pt x="192" y="120"/>
                    </a:cubicBezTo>
                    <a:close/>
                    <a:moveTo>
                      <a:pt x="203" y="112"/>
                    </a:moveTo>
                    <a:cubicBezTo>
                      <a:pt x="203" y="112"/>
                      <a:pt x="203" y="111"/>
                      <a:pt x="204" y="111"/>
                    </a:cubicBezTo>
                    <a:cubicBezTo>
                      <a:pt x="204" y="111"/>
                      <a:pt x="204" y="111"/>
                      <a:pt x="204" y="111"/>
                    </a:cubicBezTo>
                    <a:cubicBezTo>
                      <a:pt x="204"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3"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7" y="104"/>
                      <a:pt x="217" y="105"/>
                      <a:pt x="217" y="105"/>
                    </a:cubicBezTo>
                    <a:cubicBezTo>
                      <a:pt x="217" y="105"/>
                      <a:pt x="217" y="105"/>
                      <a:pt x="217" y="105"/>
                    </a:cubicBezTo>
                    <a:cubicBezTo>
                      <a:pt x="216" y="106"/>
                      <a:pt x="216" y="106"/>
                      <a:pt x="216" y="106"/>
                    </a:cubicBezTo>
                    <a:cubicBezTo>
                      <a:pt x="216" y="106"/>
                      <a:pt x="216" y="106"/>
                      <a:pt x="216" y="106"/>
                    </a:cubicBezTo>
                    <a:cubicBezTo>
                      <a:pt x="215" y="106"/>
                      <a:pt x="215" y="105"/>
                      <a:pt x="215" y="105"/>
                    </a:cubicBezTo>
                    <a:close/>
                    <a:moveTo>
                      <a:pt x="226" y="98"/>
                    </a:moveTo>
                    <a:cubicBezTo>
                      <a:pt x="226" y="97"/>
                      <a:pt x="226" y="96"/>
                      <a:pt x="226" y="96"/>
                    </a:cubicBezTo>
                    <a:cubicBezTo>
                      <a:pt x="226" y="96"/>
                      <a:pt x="226" y="96"/>
                      <a:pt x="226"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7"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8"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8"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0" y="74"/>
                    </a:cubicBezTo>
                    <a:cubicBezTo>
                      <a:pt x="260" y="74"/>
                      <a:pt x="260" y="74"/>
                      <a:pt x="260" y="74"/>
                    </a:cubicBezTo>
                    <a:cubicBezTo>
                      <a:pt x="261" y="73"/>
                      <a:pt x="262" y="73"/>
                      <a:pt x="262" y="74"/>
                    </a:cubicBezTo>
                    <a:cubicBezTo>
                      <a:pt x="262" y="74"/>
                      <a:pt x="262" y="74"/>
                      <a:pt x="262" y="74"/>
                    </a:cubicBezTo>
                    <a:cubicBezTo>
                      <a:pt x="263" y="75"/>
                      <a:pt x="262"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2" y="69"/>
                    </a:cubicBezTo>
                    <a:cubicBezTo>
                      <a:pt x="272" y="69"/>
                      <a:pt x="272" y="69"/>
                      <a:pt x="272" y="69"/>
                    </a:cubicBezTo>
                    <a:cubicBezTo>
                      <a:pt x="272" y="69"/>
                      <a:pt x="272" y="69"/>
                      <a:pt x="271" y="68"/>
                    </a:cubicBezTo>
                    <a:close/>
                    <a:moveTo>
                      <a:pt x="283" y="61"/>
                    </a:moveTo>
                    <a:cubicBezTo>
                      <a:pt x="282" y="60"/>
                      <a:pt x="282" y="59"/>
                      <a:pt x="283" y="59"/>
                    </a:cubicBezTo>
                    <a:cubicBezTo>
                      <a:pt x="283" y="59"/>
                      <a:pt x="283" y="59"/>
                      <a:pt x="283" y="59"/>
                    </a:cubicBezTo>
                    <a:cubicBezTo>
                      <a:pt x="284" y="59"/>
                      <a:pt x="284" y="59"/>
                      <a:pt x="285" y="59"/>
                    </a:cubicBezTo>
                    <a:cubicBezTo>
                      <a:pt x="285" y="59"/>
                      <a:pt x="285" y="59"/>
                      <a:pt x="285" y="59"/>
                    </a:cubicBezTo>
                    <a:cubicBezTo>
                      <a:pt x="285" y="60"/>
                      <a:pt x="285" y="61"/>
                      <a:pt x="284" y="61"/>
                    </a:cubicBezTo>
                    <a:cubicBezTo>
                      <a:pt x="284" y="61"/>
                      <a:pt x="284" y="61"/>
                      <a:pt x="284"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7" y="45"/>
                    </a:cubicBezTo>
                    <a:cubicBezTo>
                      <a:pt x="307" y="45"/>
                      <a:pt x="307" y="45"/>
                      <a:pt x="307"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7"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29"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1" y="23"/>
                    </a:cubicBezTo>
                    <a:cubicBezTo>
                      <a:pt x="341" y="23"/>
                      <a:pt x="341" y="23"/>
                      <a:pt x="341"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39" y="24"/>
                      <a:pt x="339" y="24"/>
                    </a:cubicBezTo>
                    <a:close/>
                    <a:moveTo>
                      <a:pt x="350" y="17"/>
                    </a:moveTo>
                    <a:cubicBezTo>
                      <a:pt x="350" y="16"/>
                      <a:pt x="350" y="15"/>
                      <a:pt x="351" y="15"/>
                    </a:cubicBezTo>
                    <a:cubicBezTo>
                      <a:pt x="351" y="15"/>
                      <a:pt x="351" y="15"/>
                      <a:pt x="351" y="15"/>
                    </a:cubicBezTo>
                    <a:cubicBezTo>
                      <a:pt x="351"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0"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4" y="8"/>
                      <a:pt x="364" y="9"/>
                      <a:pt x="364" y="10"/>
                    </a:cubicBezTo>
                    <a:cubicBezTo>
                      <a:pt x="364" y="10"/>
                      <a:pt x="364" y="10"/>
                      <a:pt x="364" y="10"/>
                    </a:cubicBezTo>
                    <a:cubicBezTo>
                      <a:pt x="363" y="10"/>
                      <a:pt x="363" y="10"/>
                      <a:pt x="363" y="10"/>
                    </a:cubicBezTo>
                    <a:cubicBezTo>
                      <a:pt x="363" y="10"/>
                      <a:pt x="363" y="10"/>
                      <a:pt x="363" y="10"/>
                    </a:cubicBezTo>
                    <a:cubicBezTo>
                      <a:pt x="362" y="10"/>
                      <a:pt x="362" y="10"/>
                      <a:pt x="362" y="9"/>
                    </a:cubicBezTo>
                    <a:close/>
                    <a:moveTo>
                      <a:pt x="373" y="2"/>
                    </a:moveTo>
                    <a:cubicBezTo>
                      <a:pt x="373" y="1"/>
                      <a:pt x="373" y="0"/>
                      <a:pt x="373" y="0"/>
                    </a:cubicBezTo>
                    <a:cubicBezTo>
                      <a:pt x="373" y="0"/>
                      <a:pt x="373" y="0"/>
                      <a:pt x="373"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4"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2" name="Google Shape;642;p13"/>
              <p:cNvSpPr/>
              <p:nvPr/>
            </p:nvSpPr>
            <p:spPr>
              <a:xfrm>
                <a:off x="9651034" y="5123909"/>
                <a:ext cx="19581" cy="19580"/>
              </a:xfrm>
              <a:custGeom>
                <a:avLst/>
                <a:gdLst/>
                <a:ahLst/>
                <a:cxnLst/>
                <a:rect l="l" t="t" r="r" b="b"/>
                <a:pathLst>
                  <a:path w="3" h="3" extrusionOk="0">
                    <a:moveTo>
                      <a:pt x="2" y="3"/>
                    </a:moveTo>
                    <a:cubicBezTo>
                      <a:pt x="2" y="3"/>
                      <a:pt x="1" y="3"/>
                      <a:pt x="1" y="3"/>
                    </a:cubicBezTo>
                    <a:cubicBezTo>
                      <a:pt x="1" y="3"/>
                      <a:pt x="1" y="3"/>
                      <a:pt x="1" y="3"/>
                    </a:cubicBezTo>
                    <a:cubicBezTo>
                      <a:pt x="1" y="2"/>
                      <a:pt x="0" y="2"/>
                      <a:pt x="0" y="2"/>
                    </a:cubicBezTo>
                    <a:cubicBezTo>
                      <a:pt x="0" y="1"/>
                      <a:pt x="1" y="1"/>
                      <a:pt x="1" y="1"/>
                    </a:cubicBezTo>
                    <a:cubicBezTo>
                      <a:pt x="1" y="1"/>
                      <a:pt x="1" y="0"/>
                      <a:pt x="1" y="0"/>
                    </a:cubicBezTo>
                    <a:cubicBezTo>
                      <a:pt x="2" y="0"/>
                      <a:pt x="2" y="0"/>
                      <a:pt x="2" y="0"/>
                    </a:cubicBezTo>
                    <a:cubicBezTo>
                      <a:pt x="2" y="0"/>
                      <a:pt x="3" y="1"/>
                      <a:pt x="3" y="1"/>
                    </a:cubicBezTo>
                    <a:cubicBezTo>
                      <a:pt x="3" y="1"/>
                      <a:pt x="3" y="1"/>
                      <a:pt x="3" y="1"/>
                    </a:cubicBezTo>
                    <a:cubicBezTo>
                      <a:pt x="3" y="1"/>
                      <a:pt x="3" y="1"/>
                      <a:pt x="3" y="2"/>
                    </a:cubicBezTo>
                    <a:cubicBezTo>
                      <a:pt x="3" y="2"/>
                      <a:pt x="3" y="2"/>
                      <a:pt x="3"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3" name="Google Shape;643;p13"/>
              <p:cNvSpPr/>
              <p:nvPr/>
            </p:nvSpPr>
            <p:spPr>
              <a:xfrm>
                <a:off x="12255248" y="3526140"/>
                <a:ext cx="11748" cy="15664"/>
              </a:xfrm>
              <a:custGeom>
                <a:avLst/>
                <a:gdLst/>
                <a:ahLst/>
                <a:cxnLst/>
                <a:rect l="l" t="t" r="r" b="b"/>
                <a:pathLst>
                  <a:path w="2" h="3" extrusionOk="0">
                    <a:moveTo>
                      <a:pt x="1" y="3"/>
                    </a:moveTo>
                    <a:cubicBezTo>
                      <a:pt x="1"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1"/>
                    </a:cubicBezTo>
                    <a:cubicBezTo>
                      <a:pt x="2" y="1"/>
                      <a:pt x="2" y="2"/>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4" name="Google Shape;644;p13"/>
              <p:cNvSpPr/>
              <p:nvPr/>
            </p:nvSpPr>
            <p:spPr>
              <a:xfrm>
                <a:off x="9866420" y="3573133"/>
                <a:ext cx="2334003"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2" y="244"/>
                    </a:cubicBezTo>
                    <a:cubicBezTo>
                      <a:pt x="2" y="244"/>
                      <a:pt x="2" y="244"/>
                      <a:pt x="2"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2"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4"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4" y="223"/>
                      <a:pt x="34" y="223"/>
                    </a:cubicBezTo>
                    <a:close/>
                    <a:moveTo>
                      <a:pt x="46" y="216"/>
                    </a:moveTo>
                    <a:cubicBezTo>
                      <a:pt x="45" y="215"/>
                      <a:pt x="45" y="214"/>
                      <a:pt x="46" y="214"/>
                    </a:cubicBezTo>
                    <a:cubicBezTo>
                      <a:pt x="46" y="214"/>
                      <a:pt x="46" y="214"/>
                      <a:pt x="46" y="214"/>
                    </a:cubicBezTo>
                    <a:cubicBezTo>
                      <a:pt x="46"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59" y="207"/>
                      <a:pt x="59" y="208"/>
                      <a:pt x="59" y="209"/>
                    </a:cubicBezTo>
                    <a:cubicBezTo>
                      <a:pt x="59" y="209"/>
                      <a:pt x="59" y="209"/>
                      <a:pt x="59" y="209"/>
                    </a:cubicBezTo>
                    <a:cubicBezTo>
                      <a:pt x="58" y="209"/>
                      <a:pt x="58" y="209"/>
                      <a:pt x="58" y="209"/>
                    </a:cubicBezTo>
                    <a:cubicBezTo>
                      <a:pt x="58" y="209"/>
                      <a:pt x="58" y="209"/>
                      <a:pt x="58" y="209"/>
                    </a:cubicBezTo>
                    <a:cubicBezTo>
                      <a:pt x="57" y="209"/>
                      <a:pt x="57" y="209"/>
                      <a:pt x="57" y="208"/>
                    </a:cubicBezTo>
                    <a:close/>
                    <a:moveTo>
                      <a:pt x="68" y="201"/>
                    </a:moveTo>
                    <a:cubicBezTo>
                      <a:pt x="68" y="200"/>
                      <a:pt x="68" y="199"/>
                      <a:pt x="68" y="199"/>
                    </a:cubicBezTo>
                    <a:cubicBezTo>
                      <a:pt x="68" y="199"/>
                      <a:pt x="68" y="199"/>
                      <a:pt x="68"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79" y="193"/>
                    </a:cubicBezTo>
                    <a:close/>
                    <a:moveTo>
                      <a:pt x="91" y="186"/>
                    </a:moveTo>
                    <a:cubicBezTo>
                      <a:pt x="90" y="185"/>
                      <a:pt x="90"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4" y="172"/>
                    </a:cubicBezTo>
                    <a:cubicBezTo>
                      <a:pt x="114" y="172"/>
                      <a:pt x="114" y="172"/>
                      <a:pt x="114"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6"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8"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49" y="148"/>
                    </a:cubicBezTo>
                    <a:cubicBezTo>
                      <a:pt x="149" y="148"/>
                      <a:pt x="149" y="148"/>
                      <a:pt x="149"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60" y="142"/>
                    </a:cubicBezTo>
                    <a:cubicBezTo>
                      <a:pt x="160" y="142"/>
                      <a:pt x="160" y="142"/>
                      <a:pt x="160" y="142"/>
                    </a:cubicBezTo>
                    <a:cubicBezTo>
                      <a:pt x="159" y="142"/>
                      <a:pt x="159" y="142"/>
                      <a:pt x="159" y="142"/>
                    </a:cubicBezTo>
                    <a:close/>
                    <a:moveTo>
                      <a:pt x="170" y="134"/>
                    </a:moveTo>
                    <a:cubicBezTo>
                      <a:pt x="169"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1"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1"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6" y="112"/>
                      <a:pt x="206" y="112"/>
                      <a:pt x="206" y="113"/>
                    </a:cubicBezTo>
                    <a:cubicBezTo>
                      <a:pt x="206" y="113"/>
                      <a:pt x="206" y="113"/>
                      <a:pt x="206" y="113"/>
                    </a:cubicBezTo>
                    <a:cubicBezTo>
                      <a:pt x="205" y="113"/>
                      <a:pt x="205" y="113"/>
                      <a:pt x="205" y="113"/>
                    </a:cubicBezTo>
                    <a:cubicBezTo>
                      <a:pt x="205" y="113"/>
                      <a:pt x="205" y="113"/>
                      <a:pt x="205" y="113"/>
                    </a:cubicBezTo>
                    <a:cubicBezTo>
                      <a:pt x="204"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6" y="98"/>
                    </a:cubicBezTo>
                    <a:close/>
                    <a:moveTo>
                      <a:pt x="238" y="90"/>
                    </a:moveTo>
                    <a:cubicBezTo>
                      <a:pt x="237" y="90"/>
                      <a:pt x="237"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49" y="81"/>
                    </a:cubicBezTo>
                    <a:cubicBezTo>
                      <a:pt x="249" y="81"/>
                      <a:pt x="249" y="81"/>
                      <a:pt x="249"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1" y="76"/>
                    </a:cubicBezTo>
                    <a:cubicBezTo>
                      <a:pt x="261" y="76"/>
                      <a:pt x="261" y="76"/>
                      <a:pt x="261" y="76"/>
                    </a:cubicBezTo>
                    <a:cubicBezTo>
                      <a:pt x="261" y="76"/>
                      <a:pt x="261" y="76"/>
                      <a:pt x="260" y="76"/>
                    </a:cubicBezTo>
                    <a:close/>
                    <a:moveTo>
                      <a:pt x="272" y="68"/>
                    </a:moveTo>
                    <a:cubicBezTo>
                      <a:pt x="271" y="68"/>
                      <a:pt x="271"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5"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6" y="46"/>
                    </a:cubicBezTo>
                    <a:close/>
                    <a:moveTo>
                      <a:pt x="317" y="39"/>
                    </a:moveTo>
                    <a:cubicBezTo>
                      <a:pt x="316"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0" y="30"/>
                    </a:cubicBezTo>
                    <a:cubicBezTo>
                      <a:pt x="330" y="30"/>
                      <a:pt x="330" y="30"/>
                      <a:pt x="330"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8"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3" y="16"/>
                      <a:pt x="353" y="17"/>
                      <a:pt x="353" y="17"/>
                    </a:cubicBezTo>
                    <a:cubicBezTo>
                      <a:pt x="353" y="17"/>
                      <a:pt x="353" y="17"/>
                      <a:pt x="353" y="17"/>
                    </a:cubicBezTo>
                    <a:cubicBezTo>
                      <a:pt x="352" y="17"/>
                      <a:pt x="352" y="17"/>
                      <a:pt x="352" y="17"/>
                    </a:cubicBezTo>
                    <a:cubicBezTo>
                      <a:pt x="352" y="17"/>
                      <a:pt x="352" y="17"/>
                      <a:pt x="352" y="17"/>
                    </a:cubicBezTo>
                    <a:cubicBezTo>
                      <a:pt x="351"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5" name="Google Shape;645;p13"/>
              <p:cNvSpPr/>
              <p:nvPr/>
            </p:nvSpPr>
            <p:spPr>
              <a:xfrm>
                <a:off x="9799847" y="5123909"/>
                <a:ext cx="11748" cy="19580"/>
              </a:xfrm>
              <a:custGeom>
                <a:avLst/>
                <a:gdLst/>
                <a:ahLst/>
                <a:cxnLst/>
                <a:rect l="l" t="t" r="r" b="b"/>
                <a:pathLst>
                  <a:path w="2"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0" y="0"/>
                      <a:pt x="1" y="0"/>
                    </a:cubicBezTo>
                    <a:cubicBezTo>
                      <a:pt x="1" y="0"/>
                      <a:pt x="2" y="0"/>
                      <a:pt x="2" y="1"/>
                    </a:cubicBezTo>
                    <a:cubicBezTo>
                      <a:pt x="2" y="1"/>
                      <a:pt x="2" y="1"/>
                      <a:pt x="2" y="2"/>
                    </a:cubicBezTo>
                    <a:cubicBezTo>
                      <a:pt x="2" y="2"/>
                      <a:pt x="2" y="2"/>
                      <a:pt x="2" y="3"/>
                    </a:cubicBezTo>
                    <a:cubicBezTo>
                      <a:pt x="2" y="3"/>
                      <a:pt x="2" y="3"/>
                      <a:pt x="2" y="3"/>
                    </a:cubicBezTo>
                    <a:cubicBezTo>
                      <a:pt x="1"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6" name="Google Shape;646;p13"/>
              <p:cNvSpPr/>
              <p:nvPr/>
            </p:nvSpPr>
            <p:spPr>
              <a:xfrm>
                <a:off x="12396228"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1" y="0"/>
                      <a:pt x="2" y="1"/>
                    </a:cubicBezTo>
                    <a:cubicBezTo>
                      <a:pt x="2" y="1"/>
                      <a:pt x="2" y="1"/>
                      <a:pt x="2" y="1"/>
                    </a:cubicBezTo>
                    <a:cubicBezTo>
                      <a:pt x="2" y="1"/>
                      <a:pt x="3" y="1"/>
                      <a:pt x="3" y="2"/>
                    </a:cubicBezTo>
                    <a:cubicBezTo>
                      <a:pt x="3" y="2"/>
                      <a:pt x="3" y="2"/>
                      <a:pt x="2"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7" name="Google Shape;647;p13"/>
              <p:cNvSpPr/>
              <p:nvPr/>
            </p:nvSpPr>
            <p:spPr>
              <a:xfrm>
                <a:off x="10011317" y="3573133"/>
                <a:ext cx="2330087"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2" y="243"/>
                      <a:pt x="3" y="244"/>
                    </a:cubicBezTo>
                    <a:cubicBezTo>
                      <a:pt x="3" y="244"/>
                      <a:pt x="3" y="244"/>
                      <a:pt x="3" y="244"/>
                    </a:cubicBezTo>
                    <a:cubicBezTo>
                      <a:pt x="3" y="244"/>
                      <a:pt x="3" y="245"/>
                      <a:pt x="2" y="245"/>
                    </a:cubicBezTo>
                    <a:cubicBezTo>
                      <a:pt x="2" y="245"/>
                      <a:pt x="2" y="245"/>
                      <a:pt x="2"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5" y="229"/>
                    </a:cubicBezTo>
                    <a:cubicBezTo>
                      <a:pt x="25" y="229"/>
                      <a:pt x="25" y="229"/>
                      <a:pt x="25"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3"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5" y="215"/>
                      <a:pt x="46" y="214"/>
                      <a:pt x="46" y="214"/>
                    </a:cubicBezTo>
                    <a:cubicBezTo>
                      <a:pt x="46" y="214"/>
                      <a:pt x="46" y="214"/>
                      <a:pt x="46" y="214"/>
                    </a:cubicBezTo>
                    <a:cubicBezTo>
                      <a:pt x="47" y="213"/>
                      <a:pt x="48" y="213"/>
                      <a:pt x="48" y="214"/>
                    </a:cubicBezTo>
                    <a:cubicBezTo>
                      <a:pt x="48" y="214"/>
                      <a:pt x="48" y="214"/>
                      <a:pt x="48" y="214"/>
                    </a:cubicBezTo>
                    <a:cubicBezTo>
                      <a:pt x="48" y="215"/>
                      <a:pt x="48" y="215"/>
                      <a:pt x="48" y="216"/>
                    </a:cubicBezTo>
                    <a:cubicBezTo>
                      <a:pt x="48" y="216"/>
                      <a:pt x="48" y="216"/>
                      <a:pt x="48" y="216"/>
                    </a:cubicBezTo>
                    <a:cubicBezTo>
                      <a:pt x="47"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8"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0" y="194"/>
                      <a:pt x="80" y="194"/>
                      <a:pt x="80" y="193"/>
                    </a:cubicBezTo>
                    <a:close/>
                    <a:moveTo>
                      <a:pt x="91" y="186"/>
                    </a:moveTo>
                    <a:cubicBezTo>
                      <a:pt x="91" y="185"/>
                      <a:pt x="91" y="185"/>
                      <a:pt x="91" y="184"/>
                    </a:cubicBezTo>
                    <a:cubicBezTo>
                      <a:pt x="91" y="184"/>
                      <a:pt x="91" y="184"/>
                      <a:pt x="91"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3"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7"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7" y="157"/>
                    </a:cubicBezTo>
                    <a:cubicBezTo>
                      <a:pt x="137" y="157"/>
                      <a:pt x="137" y="157"/>
                      <a:pt x="137"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2" y="133"/>
                    </a:cubicBezTo>
                    <a:cubicBezTo>
                      <a:pt x="172" y="133"/>
                      <a:pt x="172" y="133"/>
                      <a:pt x="172"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0"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2" y="119"/>
                      <a:pt x="193" y="118"/>
                      <a:pt x="193" y="118"/>
                    </a:cubicBezTo>
                    <a:cubicBezTo>
                      <a:pt x="193" y="118"/>
                      <a:pt x="193" y="118"/>
                      <a:pt x="193" y="118"/>
                    </a:cubicBezTo>
                    <a:cubicBezTo>
                      <a:pt x="194" y="118"/>
                      <a:pt x="195" y="118"/>
                      <a:pt x="195" y="118"/>
                    </a:cubicBezTo>
                    <a:cubicBezTo>
                      <a:pt x="195" y="118"/>
                      <a:pt x="195" y="118"/>
                      <a:pt x="195" y="118"/>
                    </a:cubicBezTo>
                    <a:cubicBezTo>
                      <a:pt x="195" y="119"/>
                      <a:pt x="195" y="120"/>
                      <a:pt x="195" y="120"/>
                    </a:cubicBezTo>
                    <a:cubicBezTo>
                      <a:pt x="195" y="120"/>
                      <a:pt x="195" y="120"/>
                      <a:pt x="195" y="120"/>
                    </a:cubicBezTo>
                    <a:cubicBezTo>
                      <a:pt x="194"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5"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7" y="98"/>
                      <a:pt x="227" y="98"/>
                      <a:pt x="227" y="98"/>
                    </a:cubicBezTo>
                    <a:close/>
                    <a:moveTo>
                      <a:pt x="238" y="90"/>
                    </a:moveTo>
                    <a:cubicBezTo>
                      <a:pt x="238" y="90"/>
                      <a:pt x="238" y="89"/>
                      <a:pt x="238" y="88"/>
                    </a:cubicBezTo>
                    <a:cubicBezTo>
                      <a:pt x="238" y="88"/>
                      <a:pt x="238" y="88"/>
                      <a:pt x="238"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49" y="83"/>
                    </a:cubicBezTo>
                    <a:close/>
                    <a:moveTo>
                      <a:pt x="261" y="76"/>
                    </a:moveTo>
                    <a:cubicBezTo>
                      <a:pt x="260" y="75"/>
                      <a:pt x="260"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4"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4" y="61"/>
                    </a:cubicBezTo>
                    <a:cubicBezTo>
                      <a:pt x="284" y="61"/>
                      <a:pt x="284" y="61"/>
                      <a:pt x="284" y="61"/>
                    </a:cubicBezTo>
                    <a:cubicBezTo>
                      <a:pt x="284" y="61"/>
                      <a:pt x="284" y="61"/>
                      <a:pt x="283" y="61"/>
                    </a:cubicBezTo>
                    <a:close/>
                    <a:moveTo>
                      <a:pt x="295" y="53"/>
                    </a:moveTo>
                    <a:cubicBezTo>
                      <a:pt x="294" y="53"/>
                      <a:pt x="294" y="52"/>
                      <a:pt x="295" y="52"/>
                    </a:cubicBezTo>
                    <a:cubicBezTo>
                      <a:pt x="295" y="52"/>
                      <a:pt x="295" y="52"/>
                      <a:pt x="295" y="52"/>
                    </a:cubicBezTo>
                    <a:cubicBezTo>
                      <a:pt x="296" y="51"/>
                      <a:pt x="296" y="51"/>
                      <a:pt x="297" y="52"/>
                    </a:cubicBezTo>
                    <a:cubicBezTo>
                      <a:pt x="297" y="52"/>
                      <a:pt x="297" y="52"/>
                      <a:pt x="297" y="52"/>
                    </a:cubicBezTo>
                    <a:cubicBezTo>
                      <a:pt x="297" y="53"/>
                      <a:pt x="297" y="53"/>
                      <a:pt x="296" y="54"/>
                    </a:cubicBezTo>
                    <a:cubicBezTo>
                      <a:pt x="296" y="54"/>
                      <a:pt x="296" y="54"/>
                      <a:pt x="296"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19" y="37"/>
                    </a:cubicBezTo>
                    <a:cubicBezTo>
                      <a:pt x="319" y="37"/>
                      <a:pt x="319" y="37"/>
                      <a:pt x="319"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7"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39" y="23"/>
                      <a:pt x="340" y="23"/>
                      <a:pt x="340" y="22"/>
                    </a:cubicBezTo>
                    <a:cubicBezTo>
                      <a:pt x="340" y="22"/>
                      <a:pt x="340" y="22"/>
                      <a:pt x="340" y="22"/>
                    </a:cubicBezTo>
                    <a:cubicBezTo>
                      <a:pt x="341" y="22"/>
                      <a:pt x="342" y="22"/>
                      <a:pt x="342" y="23"/>
                    </a:cubicBezTo>
                    <a:cubicBezTo>
                      <a:pt x="342" y="23"/>
                      <a:pt x="342" y="23"/>
                      <a:pt x="342" y="23"/>
                    </a:cubicBezTo>
                    <a:cubicBezTo>
                      <a:pt x="342" y="23"/>
                      <a:pt x="342" y="24"/>
                      <a:pt x="342" y="24"/>
                    </a:cubicBezTo>
                    <a:cubicBezTo>
                      <a:pt x="342" y="24"/>
                      <a:pt x="342" y="24"/>
                      <a:pt x="342" y="24"/>
                    </a:cubicBezTo>
                    <a:cubicBezTo>
                      <a:pt x="341"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2"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8" name="Google Shape;648;p13"/>
              <p:cNvSpPr/>
              <p:nvPr/>
            </p:nvSpPr>
            <p:spPr>
              <a:xfrm>
                <a:off x="9940827" y="5123909"/>
                <a:ext cx="19581" cy="19580"/>
              </a:xfrm>
              <a:custGeom>
                <a:avLst/>
                <a:gdLst/>
                <a:ahLst/>
                <a:cxnLst/>
                <a:rect l="l" t="t" r="r" b="b"/>
                <a:pathLst>
                  <a:path w="3" h="3" extrusionOk="0">
                    <a:moveTo>
                      <a:pt x="1" y="3"/>
                    </a:moveTo>
                    <a:cubicBezTo>
                      <a:pt x="1" y="3"/>
                      <a:pt x="1" y="3"/>
                      <a:pt x="0" y="3"/>
                    </a:cubicBezTo>
                    <a:cubicBezTo>
                      <a:pt x="0" y="2"/>
                      <a:pt x="0" y="2"/>
                      <a:pt x="0" y="2"/>
                    </a:cubicBezTo>
                    <a:cubicBezTo>
                      <a:pt x="0" y="1"/>
                      <a:pt x="0" y="1"/>
                      <a:pt x="0" y="1"/>
                    </a:cubicBezTo>
                    <a:cubicBezTo>
                      <a:pt x="0" y="1"/>
                      <a:pt x="0" y="1"/>
                      <a:pt x="0" y="1"/>
                    </a:cubicBezTo>
                    <a:cubicBezTo>
                      <a:pt x="1" y="1"/>
                      <a:pt x="1" y="0"/>
                      <a:pt x="1" y="0"/>
                    </a:cubicBezTo>
                    <a:cubicBezTo>
                      <a:pt x="1" y="0"/>
                      <a:pt x="2" y="0"/>
                      <a:pt x="2" y="0"/>
                    </a:cubicBezTo>
                    <a:cubicBezTo>
                      <a:pt x="2" y="0"/>
                      <a:pt x="2" y="1"/>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9" name="Google Shape;649;p13"/>
              <p:cNvSpPr/>
              <p:nvPr/>
            </p:nvSpPr>
            <p:spPr>
              <a:xfrm>
                <a:off x="12541124" y="3526140"/>
                <a:ext cx="15664" cy="15664"/>
              </a:xfrm>
              <a:custGeom>
                <a:avLst/>
                <a:gdLst/>
                <a:ahLst/>
                <a:cxnLst/>
                <a:rect l="l" t="t" r="r" b="b"/>
                <a:pathLst>
                  <a:path w="3" h="3" extrusionOk="0">
                    <a:moveTo>
                      <a:pt x="2" y="3"/>
                    </a:moveTo>
                    <a:cubicBezTo>
                      <a:pt x="1" y="3"/>
                      <a:pt x="1" y="3"/>
                      <a:pt x="1" y="3"/>
                    </a:cubicBezTo>
                    <a:cubicBezTo>
                      <a:pt x="1" y="3"/>
                      <a:pt x="1" y="3"/>
                      <a:pt x="1" y="3"/>
                    </a:cubicBezTo>
                    <a:cubicBezTo>
                      <a:pt x="0" y="3"/>
                      <a:pt x="0" y="2"/>
                      <a:pt x="0" y="2"/>
                    </a:cubicBezTo>
                    <a:cubicBezTo>
                      <a:pt x="0" y="1"/>
                      <a:pt x="0" y="1"/>
                      <a:pt x="1" y="1"/>
                    </a:cubicBezTo>
                    <a:cubicBezTo>
                      <a:pt x="1" y="0"/>
                      <a:pt x="2" y="0"/>
                      <a:pt x="2" y="1"/>
                    </a:cubicBezTo>
                    <a:cubicBezTo>
                      <a:pt x="3" y="1"/>
                      <a:pt x="3" y="1"/>
                      <a:pt x="3" y="2"/>
                    </a:cubicBezTo>
                    <a:cubicBezTo>
                      <a:pt x="3" y="2"/>
                      <a:pt x="3" y="3"/>
                      <a:pt x="2"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0" name="Google Shape;650;p13"/>
              <p:cNvSpPr/>
              <p:nvPr/>
            </p:nvSpPr>
            <p:spPr>
              <a:xfrm>
                <a:off x="10160129" y="3573133"/>
                <a:ext cx="2330087"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3" y="236"/>
                    </a:cubicBezTo>
                    <a:cubicBezTo>
                      <a:pt x="13" y="236"/>
                      <a:pt x="13" y="236"/>
                      <a:pt x="13"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3"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5"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5" y="216"/>
                      <a:pt x="45" y="216"/>
                    </a:cubicBezTo>
                    <a:close/>
                    <a:moveTo>
                      <a:pt x="56"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6"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8"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0"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0"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3" y="169"/>
                    </a:cubicBezTo>
                    <a:cubicBezTo>
                      <a:pt x="113" y="169"/>
                      <a:pt x="113" y="169"/>
                      <a:pt x="113"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5" y="165"/>
                    </a:cubicBezTo>
                    <a:cubicBezTo>
                      <a:pt x="125" y="165"/>
                      <a:pt x="125" y="165"/>
                      <a:pt x="125" y="165"/>
                    </a:cubicBezTo>
                    <a:cubicBezTo>
                      <a:pt x="125" y="165"/>
                      <a:pt x="125" y="164"/>
                      <a:pt x="124" y="164"/>
                    </a:cubicBezTo>
                    <a:close/>
                    <a:moveTo>
                      <a:pt x="136" y="157"/>
                    </a:moveTo>
                    <a:cubicBezTo>
                      <a:pt x="135" y="156"/>
                      <a:pt x="135" y="155"/>
                      <a:pt x="136" y="155"/>
                    </a:cubicBezTo>
                    <a:cubicBezTo>
                      <a:pt x="136" y="155"/>
                      <a:pt x="136" y="155"/>
                      <a:pt x="136" y="155"/>
                    </a:cubicBezTo>
                    <a:cubicBezTo>
                      <a:pt x="137" y="154"/>
                      <a:pt x="137"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0"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4" y="118"/>
                    </a:cubicBezTo>
                    <a:cubicBezTo>
                      <a:pt x="194" y="118"/>
                      <a:pt x="194" y="118"/>
                      <a:pt x="194"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2" y="120"/>
                      <a:pt x="192" y="120"/>
                    </a:cubicBezTo>
                    <a:close/>
                    <a:moveTo>
                      <a:pt x="203"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3"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7" y="104"/>
                      <a:pt x="217" y="105"/>
                      <a:pt x="217" y="105"/>
                    </a:cubicBezTo>
                    <a:cubicBezTo>
                      <a:pt x="217" y="105"/>
                      <a:pt x="217" y="105"/>
                      <a:pt x="217" y="105"/>
                    </a:cubicBezTo>
                    <a:cubicBezTo>
                      <a:pt x="216" y="106"/>
                      <a:pt x="216" y="106"/>
                      <a:pt x="216" y="106"/>
                    </a:cubicBezTo>
                    <a:cubicBezTo>
                      <a:pt x="216" y="106"/>
                      <a:pt x="216" y="106"/>
                      <a:pt x="216" y="106"/>
                    </a:cubicBezTo>
                    <a:cubicBezTo>
                      <a:pt x="215"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8"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0" y="74"/>
                    </a:cubicBezTo>
                    <a:cubicBezTo>
                      <a:pt x="260" y="74"/>
                      <a:pt x="260" y="74"/>
                      <a:pt x="260"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2" y="69"/>
                    </a:cubicBezTo>
                    <a:cubicBezTo>
                      <a:pt x="272" y="69"/>
                      <a:pt x="272" y="69"/>
                      <a:pt x="272" y="69"/>
                    </a:cubicBezTo>
                    <a:cubicBezTo>
                      <a:pt x="272" y="69"/>
                      <a:pt x="272" y="69"/>
                      <a:pt x="271" y="68"/>
                    </a:cubicBezTo>
                    <a:close/>
                    <a:moveTo>
                      <a:pt x="283" y="61"/>
                    </a:moveTo>
                    <a:cubicBezTo>
                      <a:pt x="282" y="60"/>
                      <a:pt x="282"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7"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1" y="23"/>
                    </a:cubicBezTo>
                    <a:cubicBezTo>
                      <a:pt x="341" y="23"/>
                      <a:pt x="341" y="23"/>
                      <a:pt x="341"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39"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4" y="8"/>
                      <a:pt x="364" y="9"/>
                      <a:pt x="364" y="10"/>
                    </a:cubicBezTo>
                    <a:cubicBezTo>
                      <a:pt x="364" y="10"/>
                      <a:pt x="364" y="10"/>
                      <a:pt x="364" y="10"/>
                    </a:cubicBezTo>
                    <a:cubicBezTo>
                      <a:pt x="363"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1" name="Google Shape;651;p13"/>
              <p:cNvSpPr/>
              <p:nvPr/>
            </p:nvSpPr>
            <p:spPr>
              <a:xfrm>
                <a:off x="10085723" y="5123909"/>
                <a:ext cx="15664" cy="19580"/>
              </a:xfrm>
              <a:custGeom>
                <a:avLst/>
                <a:gdLst/>
                <a:ahLst/>
                <a:cxnLst/>
                <a:rect l="l" t="t" r="r" b="b"/>
                <a:pathLst>
                  <a:path w="3" h="3" extrusionOk="0">
                    <a:moveTo>
                      <a:pt x="2" y="3"/>
                    </a:moveTo>
                    <a:cubicBezTo>
                      <a:pt x="2" y="3"/>
                      <a:pt x="1" y="3"/>
                      <a:pt x="1" y="3"/>
                    </a:cubicBezTo>
                    <a:cubicBezTo>
                      <a:pt x="1" y="3"/>
                      <a:pt x="1" y="3"/>
                      <a:pt x="1" y="3"/>
                    </a:cubicBezTo>
                    <a:cubicBezTo>
                      <a:pt x="1" y="2"/>
                      <a:pt x="0" y="2"/>
                      <a:pt x="0" y="2"/>
                    </a:cubicBezTo>
                    <a:cubicBezTo>
                      <a:pt x="0" y="1"/>
                      <a:pt x="0" y="1"/>
                      <a:pt x="1" y="1"/>
                    </a:cubicBezTo>
                    <a:cubicBezTo>
                      <a:pt x="1" y="1"/>
                      <a:pt x="1" y="1"/>
                      <a:pt x="1" y="1"/>
                    </a:cubicBezTo>
                    <a:cubicBezTo>
                      <a:pt x="1" y="1"/>
                      <a:pt x="1" y="0"/>
                      <a:pt x="1" y="0"/>
                    </a:cubicBezTo>
                    <a:cubicBezTo>
                      <a:pt x="2" y="0"/>
                      <a:pt x="2" y="0"/>
                      <a:pt x="2" y="0"/>
                    </a:cubicBezTo>
                    <a:cubicBezTo>
                      <a:pt x="2" y="0"/>
                      <a:pt x="3" y="1"/>
                      <a:pt x="3" y="1"/>
                    </a:cubicBezTo>
                    <a:cubicBezTo>
                      <a:pt x="3" y="1"/>
                      <a:pt x="3" y="1"/>
                      <a:pt x="3" y="1"/>
                    </a:cubicBezTo>
                    <a:cubicBezTo>
                      <a:pt x="3" y="1"/>
                      <a:pt x="3" y="1"/>
                      <a:pt x="3" y="2"/>
                    </a:cubicBezTo>
                    <a:cubicBezTo>
                      <a:pt x="3" y="2"/>
                      <a:pt x="3" y="2"/>
                      <a:pt x="3"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2" name="Google Shape;652;p13"/>
              <p:cNvSpPr/>
              <p:nvPr/>
            </p:nvSpPr>
            <p:spPr>
              <a:xfrm>
                <a:off x="12689936" y="3526140"/>
                <a:ext cx="11748" cy="15664"/>
              </a:xfrm>
              <a:custGeom>
                <a:avLst/>
                <a:gdLst/>
                <a:ahLst/>
                <a:cxnLst/>
                <a:rect l="l" t="t" r="r" b="b"/>
                <a:pathLst>
                  <a:path w="2" h="3" extrusionOk="0">
                    <a:moveTo>
                      <a:pt x="1" y="3"/>
                    </a:moveTo>
                    <a:cubicBezTo>
                      <a:pt x="1" y="3"/>
                      <a:pt x="1" y="3"/>
                      <a:pt x="0" y="3"/>
                    </a:cubicBezTo>
                    <a:cubicBezTo>
                      <a:pt x="0"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3" name="Google Shape;653;p13"/>
              <p:cNvSpPr/>
              <p:nvPr/>
            </p:nvSpPr>
            <p:spPr>
              <a:xfrm>
                <a:off x="10301109" y="3573133"/>
                <a:ext cx="2330087"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3" y="244"/>
                    </a:cubicBezTo>
                    <a:cubicBezTo>
                      <a:pt x="3" y="244"/>
                      <a:pt x="3" y="244"/>
                      <a:pt x="3"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2"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5"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4" y="223"/>
                      <a:pt x="34" y="223"/>
                    </a:cubicBezTo>
                    <a:close/>
                    <a:moveTo>
                      <a:pt x="46" y="216"/>
                    </a:moveTo>
                    <a:cubicBezTo>
                      <a:pt x="45" y="215"/>
                      <a:pt x="45" y="214"/>
                      <a:pt x="46" y="214"/>
                    </a:cubicBezTo>
                    <a:cubicBezTo>
                      <a:pt x="46" y="214"/>
                      <a:pt x="46" y="214"/>
                      <a:pt x="46" y="214"/>
                    </a:cubicBezTo>
                    <a:cubicBezTo>
                      <a:pt x="47"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59" y="207"/>
                      <a:pt x="59" y="208"/>
                      <a:pt x="59" y="209"/>
                    </a:cubicBezTo>
                    <a:cubicBezTo>
                      <a:pt x="59" y="209"/>
                      <a:pt x="59" y="209"/>
                      <a:pt x="59" y="209"/>
                    </a:cubicBezTo>
                    <a:cubicBezTo>
                      <a:pt x="58"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70"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79" y="193"/>
                    </a:cubicBezTo>
                    <a:close/>
                    <a:moveTo>
                      <a:pt x="91" y="186"/>
                    </a:moveTo>
                    <a:cubicBezTo>
                      <a:pt x="90" y="185"/>
                      <a:pt x="91"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7"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8"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60" y="142"/>
                    </a:cubicBezTo>
                    <a:cubicBezTo>
                      <a:pt x="160" y="142"/>
                      <a:pt x="160" y="142"/>
                      <a:pt x="160" y="142"/>
                    </a:cubicBezTo>
                    <a:cubicBezTo>
                      <a:pt x="159" y="142"/>
                      <a:pt x="159" y="142"/>
                      <a:pt x="159" y="142"/>
                    </a:cubicBezTo>
                    <a:close/>
                    <a:moveTo>
                      <a:pt x="170" y="134"/>
                    </a:moveTo>
                    <a:cubicBezTo>
                      <a:pt x="170"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2"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1"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6" y="112"/>
                      <a:pt x="206" y="112"/>
                      <a:pt x="206" y="113"/>
                    </a:cubicBezTo>
                    <a:cubicBezTo>
                      <a:pt x="206" y="113"/>
                      <a:pt x="206" y="113"/>
                      <a:pt x="206" y="113"/>
                    </a:cubicBezTo>
                    <a:cubicBezTo>
                      <a:pt x="205"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7"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6" y="98"/>
                    </a:cubicBezTo>
                    <a:close/>
                    <a:moveTo>
                      <a:pt x="238" y="90"/>
                    </a:moveTo>
                    <a:cubicBezTo>
                      <a:pt x="237" y="90"/>
                      <a:pt x="238"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49" y="81"/>
                    </a:cubicBezTo>
                    <a:cubicBezTo>
                      <a:pt x="249" y="81"/>
                      <a:pt x="249" y="81"/>
                      <a:pt x="249"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2" y="76"/>
                    </a:cubicBezTo>
                    <a:cubicBezTo>
                      <a:pt x="262" y="76"/>
                      <a:pt x="262" y="76"/>
                      <a:pt x="262" y="76"/>
                    </a:cubicBezTo>
                    <a:cubicBezTo>
                      <a:pt x="261" y="76"/>
                      <a:pt x="261" y="76"/>
                      <a:pt x="260" y="76"/>
                    </a:cubicBezTo>
                    <a:close/>
                    <a:moveTo>
                      <a:pt x="272" y="68"/>
                    </a:moveTo>
                    <a:cubicBezTo>
                      <a:pt x="271" y="68"/>
                      <a:pt x="271"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5"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6" y="46"/>
                    </a:cubicBezTo>
                    <a:close/>
                    <a:moveTo>
                      <a:pt x="317" y="39"/>
                    </a:moveTo>
                    <a:cubicBezTo>
                      <a:pt x="317"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0" y="30"/>
                    </a:cubicBezTo>
                    <a:cubicBezTo>
                      <a:pt x="330" y="30"/>
                      <a:pt x="330" y="30"/>
                      <a:pt x="330"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8"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4" y="16"/>
                      <a:pt x="353" y="17"/>
                      <a:pt x="353" y="17"/>
                    </a:cubicBezTo>
                    <a:cubicBezTo>
                      <a:pt x="353" y="17"/>
                      <a:pt x="353" y="17"/>
                      <a:pt x="353" y="17"/>
                    </a:cubicBezTo>
                    <a:cubicBezTo>
                      <a:pt x="352"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4" name="Google Shape;654;p13"/>
              <p:cNvSpPr/>
              <p:nvPr/>
            </p:nvSpPr>
            <p:spPr>
              <a:xfrm>
                <a:off x="10234535" y="5123909"/>
                <a:ext cx="11748" cy="19580"/>
              </a:xfrm>
              <a:custGeom>
                <a:avLst/>
                <a:gdLst/>
                <a:ahLst/>
                <a:cxnLst/>
                <a:rect l="l" t="t" r="r" b="b"/>
                <a:pathLst>
                  <a:path w="2"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0" y="0"/>
                      <a:pt x="1" y="0"/>
                    </a:cubicBezTo>
                    <a:cubicBezTo>
                      <a:pt x="1" y="0"/>
                      <a:pt x="1" y="0"/>
                      <a:pt x="2" y="0"/>
                    </a:cubicBezTo>
                    <a:cubicBezTo>
                      <a:pt x="2" y="0"/>
                      <a:pt x="2" y="1"/>
                      <a:pt x="2" y="1"/>
                    </a:cubicBezTo>
                    <a:cubicBezTo>
                      <a:pt x="2" y="1"/>
                      <a:pt x="2" y="1"/>
                      <a:pt x="2" y="2"/>
                    </a:cubicBezTo>
                    <a:cubicBezTo>
                      <a:pt x="2" y="2"/>
                      <a:pt x="2" y="2"/>
                      <a:pt x="2" y="3"/>
                    </a:cubicBezTo>
                    <a:cubicBezTo>
                      <a:pt x="2" y="3"/>
                      <a:pt x="2" y="3"/>
                      <a:pt x="2" y="3"/>
                    </a:cubicBezTo>
                    <a:cubicBezTo>
                      <a:pt x="1"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5" name="Google Shape;655;p13"/>
              <p:cNvSpPr/>
              <p:nvPr/>
            </p:nvSpPr>
            <p:spPr>
              <a:xfrm>
                <a:off x="12830916"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1" y="0"/>
                      <a:pt x="2" y="1"/>
                    </a:cubicBezTo>
                    <a:cubicBezTo>
                      <a:pt x="2" y="1"/>
                      <a:pt x="2" y="1"/>
                      <a:pt x="2" y="1"/>
                    </a:cubicBezTo>
                    <a:cubicBezTo>
                      <a:pt x="2" y="1"/>
                      <a:pt x="3" y="1"/>
                      <a:pt x="3" y="2"/>
                    </a:cubicBezTo>
                    <a:cubicBezTo>
                      <a:pt x="3" y="2"/>
                      <a:pt x="3" y="2"/>
                      <a:pt x="2"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6" name="Google Shape;656;p13"/>
              <p:cNvSpPr/>
              <p:nvPr/>
            </p:nvSpPr>
            <p:spPr>
              <a:xfrm>
                <a:off x="10446005" y="3573133"/>
                <a:ext cx="2330087"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2" y="243"/>
                      <a:pt x="3" y="244"/>
                    </a:cubicBezTo>
                    <a:cubicBezTo>
                      <a:pt x="3" y="244"/>
                      <a:pt x="3" y="244"/>
                      <a:pt x="3" y="244"/>
                    </a:cubicBezTo>
                    <a:cubicBezTo>
                      <a:pt x="3" y="244"/>
                      <a:pt x="3" y="245"/>
                      <a:pt x="2" y="245"/>
                    </a:cubicBezTo>
                    <a:cubicBezTo>
                      <a:pt x="2" y="245"/>
                      <a:pt x="2" y="245"/>
                      <a:pt x="2"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6" y="229"/>
                    </a:cubicBezTo>
                    <a:cubicBezTo>
                      <a:pt x="26" y="229"/>
                      <a:pt x="26" y="229"/>
                      <a:pt x="26"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3"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5" y="215"/>
                      <a:pt x="46" y="214"/>
                      <a:pt x="46" y="214"/>
                    </a:cubicBezTo>
                    <a:cubicBezTo>
                      <a:pt x="46" y="214"/>
                      <a:pt x="46" y="214"/>
                      <a:pt x="46" y="214"/>
                    </a:cubicBezTo>
                    <a:cubicBezTo>
                      <a:pt x="47" y="213"/>
                      <a:pt x="48" y="213"/>
                      <a:pt x="48" y="214"/>
                    </a:cubicBezTo>
                    <a:cubicBezTo>
                      <a:pt x="48" y="214"/>
                      <a:pt x="48" y="214"/>
                      <a:pt x="48" y="214"/>
                    </a:cubicBezTo>
                    <a:cubicBezTo>
                      <a:pt x="49" y="215"/>
                      <a:pt x="48" y="215"/>
                      <a:pt x="48" y="216"/>
                    </a:cubicBezTo>
                    <a:cubicBezTo>
                      <a:pt x="48" y="216"/>
                      <a:pt x="48" y="216"/>
                      <a:pt x="48" y="216"/>
                    </a:cubicBezTo>
                    <a:cubicBezTo>
                      <a:pt x="48"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70"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8"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0" y="194"/>
                      <a:pt x="80" y="194"/>
                      <a:pt x="80" y="193"/>
                    </a:cubicBezTo>
                    <a:close/>
                    <a:moveTo>
                      <a:pt x="91" y="186"/>
                    </a:moveTo>
                    <a:cubicBezTo>
                      <a:pt x="91" y="185"/>
                      <a:pt x="91" y="185"/>
                      <a:pt x="92" y="184"/>
                    </a:cubicBezTo>
                    <a:cubicBezTo>
                      <a:pt x="92" y="184"/>
                      <a:pt x="92" y="184"/>
                      <a:pt x="92"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3"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7"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7" y="157"/>
                    </a:cubicBezTo>
                    <a:cubicBezTo>
                      <a:pt x="137" y="157"/>
                      <a:pt x="137" y="157"/>
                      <a:pt x="137"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3" y="133"/>
                    </a:cubicBezTo>
                    <a:cubicBezTo>
                      <a:pt x="173" y="133"/>
                      <a:pt x="173" y="133"/>
                      <a:pt x="173"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1"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2" y="119"/>
                      <a:pt x="193" y="118"/>
                      <a:pt x="193" y="118"/>
                    </a:cubicBezTo>
                    <a:cubicBezTo>
                      <a:pt x="193" y="118"/>
                      <a:pt x="193" y="118"/>
                      <a:pt x="193" y="118"/>
                    </a:cubicBezTo>
                    <a:cubicBezTo>
                      <a:pt x="194" y="118"/>
                      <a:pt x="195" y="118"/>
                      <a:pt x="195" y="118"/>
                    </a:cubicBezTo>
                    <a:cubicBezTo>
                      <a:pt x="195" y="118"/>
                      <a:pt x="195" y="118"/>
                      <a:pt x="195" y="118"/>
                    </a:cubicBezTo>
                    <a:cubicBezTo>
                      <a:pt x="196" y="119"/>
                      <a:pt x="195" y="120"/>
                      <a:pt x="195" y="120"/>
                    </a:cubicBezTo>
                    <a:cubicBezTo>
                      <a:pt x="195" y="120"/>
                      <a:pt x="195" y="120"/>
                      <a:pt x="195" y="120"/>
                    </a:cubicBezTo>
                    <a:cubicBezTo>
                      <a:pt x="195"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7"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5"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8" y="98"/>
                      <a:pt x="227" y="98"/>
                      <a:pt x="227" y="98"/>
                    </a:cubicBezTo>
                    <a:close/>
                    <a:moveTo>
                      <a:pt x="238" y="90"/>
                    </a:moveTo>
                    <a:cubicBezTo>
                      <a:pt x="238" y="90"/>
                      <a:pt x="238" y="89"/>
                      <a:pt x="239" y="88"/>
                    </a:cubicBezTo>
                    <a:cubicBezTo>
                      <a:pt x="239" y="88"/>
                      <a:pt x="239" y="88"/>
                      <a:pt x="239"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49" y="83"/>
                    </a:cubicBezTo>
                    <a:close/>
                    <a:moveTo>
                      <a:pt x="261" y="76"/>
                    </a:moveTo>
                    <a:cubicBezTo>
                      <a:pt x="260" y="75"/>
                      <a:pt x="261"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4"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4" y="61"/>
                    </a:cubicBezTo>
                    <a:cubicBezTo>
                      <a:pt x="284" y="61"/>
                      <a:pt x="284" y="61"/>
                      <a:pt x="284" y="61"/>
                    </a:cubicBezTo>
                    <a:cubicBezTo>
                      <a:pt x="284" y="61"/>
                      <a:pt x="284" y="61"/>
                      <a:pt x="283" y="61"/>
                    </a:cubicBezTo>
                    <a:close/>
                    <a:moveTo>
                      <a:pt x="295" y="53"/>
                    </a:moveTo>
                    <a:cubicBezTo>
                      <a:pt x="294" y="53"/>
                      <a:pt x="294" y="52"/>
                      <a:pt x="295" y="52"/>
                    </a:cubicBezTo>
                    <a:cubicBezTo>
                      <a:pt x="295" y="52"/>
                      <a:pt x="295" y="52"/>
                      <a:pt x="295" y="52"/>
                    </a:cubicBezTo>
                    <a:cubicBezTo>
                      <a:pt x="296" y="51"/>
                      <a:pt x="296" y="51"/>
                      <a:pt x="297" y="52"/>
                    </a:cubicBezTo>
                    <a:cubicBezTo>
                      <a:pt x="297" y="52"/>
                      <a:pt x="297" y="52"/>
                      <a:pt x="297" y="52"/>
                    </a:cubicBezTo>
                    <a:cubicBezTo>
                      <a:pt x="297" y="53"/>
                      <a:pt x="297" y="53"/>
                      <a:pt x="297" y="54"/>
                    </a:cubicBezTo>
                    <a:cubicBezTo>
                      <a:pt x="297" y="54"/>
                      <a:pt x="297" y="54"/>
                      <a:pt x="297"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20" y="37"/>
                    </a:cubicBezTo>
                    <a:cubicBezTo>
                      <a:pt x="320" y="37"/>
                      <a:pt x="320" y="37"/>
                      <a:pt x="320"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8"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40" y="23"/>
                      <a:pt x="340" y="23"/>
                      <a:pt x="340" y="22"/>
                    </a:cubicBezTo>
                    <a:cubicBezTo>
                      <a:pt x="340" y="22"/>
                      <a:pt x="340" y="22"/>
                      <a:pt x="340" y="22"/>
                    </a:cubicBezTo>
                    <a:cubicBezTo>
                      <a:pt x="341" y="22"/>
                      <a:pt x="342" y="22"/>
                      <a:pt x="342" y="23"/>
                    </a:cubicBezTo>
                    <a:cubicBezTo>
                      <a:pt x="342" y="23"/>
                      <a:pt x="342" y="23"/>
                      <a:pt x="342" y="23"/>
                    </a:cubicBezTo>
                    <a:cubicBezTo>
                      <a:pt x="343" y="23"/>
                      <a:pt x="342" y="24"/>
                      <a:pt x="342" y="24"/>
                    </a:cubicBezTo>
                    <a:cubicBezTo>
                      <a:pt x="342" y="24"/>
                      <a:pt x="342" y="24"/>
                      <a:pt x="342" y="24"/>
                    </a:cubicBezTo>
                    <a:cubicBezTo>
                      <a:pt x="342"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1" y="17"/>
                      <a:pt x="351" y="17"/>
                    </a:cubicBezTo>
                    <a:close/>
                    <a:moveTo>
                      <a:pt x="363" y="9"/>
                    </a:moveTo>
                    <a:cubicBezTo>
                      <a:pt x="362" y="9"/>
                      <a:pt x="362" y="8"/>
                      <a:pt x="363" y="7"/>
                    </a:cubicBezTo>
                    <a:cubicBezTo>
                      <a:pt x="363" y="7"/>
                      <a:pt x="363" y="7"/>
                      <a:pt x="363" y="7"/>
                    </a:cubicBezTo>
                    <a:cubicBezTo>
                      <a:pt x="364"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3"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5"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7" name="Google Shape;657;p13"/>
              <p:cNvSpPr/>
              <p:nvPr/>
            </p:nvSpPr>
            <p:spPr>
              <a:xfrm>
                <a:off x="10375515" y="5123909"/>
                <a:ext cx="19581" cy="19580"/>
              </a:xfrm>
              <a:custGeom>
                <a:avLst/>
                <a:gdLst/>
                <a:ahLst/>
                <a:cxnLst/>
                <a:rect l="l" t="t" r="r" b="b"/>
                <a:pathLst>
                  <a:path w="3" h="3" extrusionOk="0">
                    <a:moveTo>
                      <a:pt x="1" y="3"/>
                    </a:moveTo>
                    <a:cubicBezTo>
                      <a:pt x="1" y="3"/>
                      <a:pt x="1" y="3"/>
                      <a:pt x="1" y="3"/>
                    </a:cubicBezTo>
                    <a:cubicBezTo>
                      <a:pt x="0" y="2"/>
                      <a:pt x="0" y="2"/>
                      <a:pt x="0" y="2"/>
                    </a:cubicBezTo>
                    <a:cubicBezTo>
                      <a:pt x="0" y="1"/>
                      <a:pt x="0" y="1"/>
                      <a:pt x="0" y="1"/>
                    </a:cubicBezTo>
                    <a:cubicBezTo>
                      <a:pt x="0" y="1"/>
                      <a:pt x="0" y="1"/>
                      <a:pt x="1" y="1"/>
                    </a:cubicBezTo>
                    <a:cubicBezTo>
                      <a:pt x="1" y="1"/>
                      <a:pt x="1" y="0"/>
                      <a:pt x="1" y="0"/>
                    </a:cubicBezTo>
                    <a:cubicBezTo>
                      <a:pt x="1" y="0"/>
                      <a:pt x="2" y="0"/>
                      <a:pt x="2" y="0"/>
                    </a:cubicBezTo>
                    <a:cubicBezTo>
                      <a:pt x="2" y="0"/>
                      <a:pt x="2" y="1"/>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8" name="Google Shape;658;p13"/>
              <p:cNvSpPr/>
              <p:nvPr/>
            </p:nvSpPr>
            <p:spPr>
              <a:xfrm>
                <a:off x="12975813" y="3526140"/>
                <a:ext cx="15664" cy="15664"/>
              </a:xfrm>
              <a:custGeom>
                <a:avLst/>
                <a:gdLst/>
                <a:ahLst/>
                <a:cxnLst/>
                <a:rect l="l" t="t" r="r" b="b"/>
                <a:pathLst>
                  <a:path w="3" h="3" extrusionOk="0">
                    <a:moveTo>
                      <a:pt x="2" y="3"/>
                    </a:moveTo>
                    <a:cubicBezTo>
                      <a:pt x="1" y="3"/>
                      <a:pt x="1" y="3"/>
                      <a:pt x="1" y="3"/>
                    </a:cubicBezTo>
                    <a:cubicBezTo>
                      <a:pt x="0" y="3"/>
                      <a:pt x="0" y="2"/>
                      <a:pt x="0" y="2"/>
                    </a:cubicBezTo>
                    <a:cubicBezTo>
                      <a:pt x="0" y="1"/>
                      <a:pt x="0" y="1"/>
                      <a:pt x="1" y="1"/>
                    </a:cubicBezTo>
                    <a:cubicBezTo>
                      <a:pt x="1" y="0"/>
                      <a:pt x="2" y="0"/>
                      <a:pt x="3" y="1"/>
                    </a:cubicBezTo>
                    <a:cubicBezTo>
                      <a:pt x="3" y="1"/>
                      <a:pt x="3" y="1"/>
                      <a:pt x="3" y="2"/>
                    </a:cubicBezTo>
                    <a:cubicBezTo>
                      <a:pt x="3" y="2"/>
                      <a:pt x="3" y="3"/>
                      <a:pt x="3"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9" name="Google Shape;659;p13"/>
              <p:cNvSpPr/>
              <p:nvPr/>
            </p:nvSpPr>
            <p:spPr>
              <a:xfrm>
                <a:off x="10594817" y="3573133"/>
                <a:ext cx="2330087"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4" y="236"/>
                    </a:cubicBezTo>
                    <a:cubicBezTo>
                      <a:pt x="14" y="236"/>
                      <a:pt x="14" y="236"/>
                      <a:pt x="14"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4"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6"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5" y="216"/>
                      <a:pt x="45" y="216"/>
                    </a:cubicBezTo>
                    <a:close/>
                    <a:moveTo>
                      <a:pt x="57"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7"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1"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0"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3" y="169"/>
                    </a:cubicBezTo>
                    <a:cubicBezTo>
                      <a:pt x="113" y="169"/>
                      <a:pt x="113" y="169"/>
                      <a:pt x="113"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5" y="165"/>
                    </a:cubicBezTo>
                    <a:cubicBezTo>
                      <a:pt x="125" y="165"/>
                      <a:pt x="125" y="165"/>
                      <a:pt x="125" y="165"/>
                    </a:cubicBezTo>
                    <a:cubicBezTo>
                      <a:pt x="125" y="165"/>
                      <a:pt x="125" y="164"/>
                      <a:pt x="124" y="164"/>
                    </a:cubicBezTo>
                    <a:close/>
                    <a:moveTo>
                      <a:pt x="136" y="157"/>
                    </a:moveTo>
                    <a:cubicBezTo>
                      <a:pt x="135" y="156"/>
                      <a:pt x="135" y="155"/>
                      <a:pt x="136" y="155"/>
                    </a:cubicBezTo>
                    <a:cubicBezTo>
                      <a:pt x="136" y="155"/>
                      <a:pt x="136" y="155"/>
                      <a:pt x="136" y="155"/>
                    </a:cubicBezTo>
                    <a:cubicBezTo>
                      <a:pt x="137" y="154"/>
                      <a:pt x="138"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1"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4" y="118"/>
                    </a:cubicBezTo>
                    <a:cubicBezTo>
                      <a:pt x="194" y="118"/>
                      <a:pt x="194" y="118"/>
                      <a:pt x="194"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2" y="120"/>
                      <a:pt x="192" y="120"/>
                    </a:cubicBezTo>
                    <a:close/>
                    <a:moveTo>
                      <a:pt x="204"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4"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7" y="104"/>
                      <a:pt x="217" y="105"/>
                      <a:pt x="217" y="105"/>
                    </a:cubicBezTo>
                    <a:cubicBezTo>
                      <a:pt x="217" y="105"/>
                      <a:pt x="217" y="105"/>
                      <a:pt x="217" y="105"/>
                    </a:cubicBezTo>
                    <a:cubicBezTo>
                      <a:pt x="216"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8"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0" y="74"/>
                    </a:cubicBezTo>
                    <a:cubicBezTo>
                      <a:pt x="260" y="74"/>
                      <a:pt x="260" y="74"/>
                      <a:pt x="260"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1" y="68"/>
                    </a:cubicBezTo>
                    <a:close/>
                    <a:moveTo>
                      <a:pt x="283" y="61"/>
                    </a:moveTo>
                    <a:cubicBezTo>
                      <a:pt x="282" y="60"/>
                      <a:pt x="282"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8"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1" y="23"/>
                    </a:cubicBezTo>
                    <a:cubicBezTo>
                      <a:pt x="341" y="23"/>
                      <a:pt x="341" y="23"/>
                      <a:pt x="341"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40"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4" y="8"/>
                      <a:pt x="364" y="9"/>
                      <a:pt x="364" y="10"/>
                    </a:cubicBezTo>
                    <a:cubicBezTo>
                      <a:pt x="364" y="10"/>
                      <a:pt x="364" y="10"/>
                      <a:pt x="364" y="10"/>
                    </a:cubicBezTo>
                    <a:cubicBezTo>
                      <a:pt x="363"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0" name="Google Shape;660;p13"/>
              <p:cNvSpPr/>
              <p:nvPr/>
            </p:nvSpPr>
            <p:spPr>
              <a:xfrm>
                <a:off x="10520411" y="5123909"/>
                <a:ext cx="15664" cy="19580"/>
              </a:xfrm>
              <a:custGeom>
                <a:avLst/>
                <a:gdLst/>
                <a:ahLst/>
                <a:cxnLst/>
                <a:rect l="l" t="t" r="r" b="b"/>
                <a:pathLst>
                  <a:path w="3" h="3" extrusionOk="0">
                    <a:moveTo>
                      <a:pt x="2" y="3"/>
                    </a:moveTo>
                    <a:cubicBezTo>
                      <a:pt x="2" y="3"/>
                      <a:pt x="1" y="3"/>
                      <a:pt x="1" y="3"/>
                    </a:cubicBezTo>
                    <a:cubicBezTo>
                      <a:pt x="1" y="3"/>
                      <a:pt x="1" y="3"/>
                      <a:pt x="1" y="3"/>
                    </a:cubicBezTo>
                    <a:cubicBezTo>
                      <a:pt x="1" y="2"/>
                      <a:pt x="0" y="2"/>
                      <a:pt x="0" y="2"/>
                    </a:cubicBezTo>
                    <a:cubicBezTo>
                      <a:pt x="0" y="1"/>
                      <a:pt x="0" y="1"/>
                      <a:pt x="1" y="1"/>
                    </a:cubicBezTo>
                    <a:cubicBezTo>
                      <a:pt x="1" y="1"/>
                      <a:pt x="1" y="1"/>
                      <a:pt x="1" y="1"/>
                    </a:cubicBezTo>
                    <a:cubicBezTo>
                      <a:pt x="1" y="1"/>
                      <a:pt x="1" y="0"/>
                      <a:pt x="1" y="0"/>
                    </a:cubicBezTo>
                    <a:cubicBezTo>
                      <a:pt x="2" y="0"/>
                      <a:pt x="2" y="0"/>
                      <a:pt x="2" y="0"/>
                    </a:cubicBezTo>
                    <a:cubicBezTo>
                      <a:pt x="2" y="0"/>
                      <a:pt x="3" y="1"/>
                      <a:pt x="3" y="1"/>
                    </a:cubicBezTo>
                    <a:cubicBezTo>
                      <a:pt x="3" y="1"/>
                      <a:pt x="3" y="1"/>
                      <a:pt x="3" y="1"/>
                    </a:cubicBezTo>
                    <a:cubicBezTo>
                      <a:pt x="3" y="1"/>
                      <a:pt x="3" y="1"/>
                      <a:pt x="3" y="2"/>
                    </a:cubicBezTo>
                    <a:cubicBezTo>
                      <a:pt x="3" y="2"/>
                      <a:pt x="3" y="2"/>
                      <a:pt x="3"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1" name="Google Shape;661;p13"/>
              <p:cNvSpPr/>
              <p:nvPr/>
            </p:nvSpPr>
            <p:spPr>
              <a:xfrm>
                <a:off x="13124625" y="3526140"/>
                <a:ext cx="11748" cy="15664"/>
              </a:xfrm>
              <a:custGeom>
                <a:avLst/>
                <a:gdLst/>
                <a:ahLst/>
                <a:cxnLst/>
                <a:rect l="l" t="t" r="r" b="b"/>
                <a:pathLst>
                  <a:path w="2" h="3" extrusionOk="0">
                    <a:moveTo>
                      <a:pt x="1" y="3"/>
                    </a:moveTo>
                    <a:cubicBezTo>
                      <a:pt x="1" y="3"/>
                      <a:pt x="1" y="3"/>
                      <a:pt x="0" y="3"/>
                    </a:cubicBezTo>
                    <a:cubicBezTo>
                      <a:pt x="0"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2" name="Google Shape;662;p13"/>
              <p:cNvSpPr/>
              <p:nvPr/>
            </p:nvSpPr>
            <p:spPr>
              <a:xfrm>
                <a:off x="10735797" y="3573133"/>
                <a:ext cx="2330087"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3" y="244"/>
                    </a:cubicBezTo>
                    <a:cubicBezTo>
                      <a:pt x="3" y="244"/>
                      <a:pt x="3" y="244"/>
                      <a:pt x="3"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3"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5"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5" y="223"/>
                      <a:pt x="34" y="223"/>
                    </a:cubicBezTo>
                    <a:close/>
                    <a:moveTo>
                      <a:pt x="46" y="216"/>
                    </a:moveTo>
                    <a:cubicBezTo>
                      <a:pt x="45" y="215"/>
                      <a:pt x="45" y="214"/>
                      <a:pt x="46" y="214"/>
                    </a:cubicBezTo>
                    <a:cubicBezTo>
                      <a:pt x="46" y="214"/>
                      <a:pt x="46" y="214"/>
                      <a:pt x="46" y="214"/>
                    </a:cubicBezTo>
                    <a:cubicBezTo>
                      <a:pt x="47"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60" y="207"/>
                      <a:pt x="59" y="208"/>
                      <a:pt x="59" y="209"/>
                    </a:cubicBezTo>
                    <a:cubicBezTo>
                      <a:pt x="59" y="209"/>
                      <a:pt x="59" y="209"/>
                      <a:pt x="59" y="209"/>
                    </a:cubicBezTo>
                    <a:cubicBezTo>
                      <a:pt x="58"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70" y="201"/>
                      <a:pt x="69" y="201"/>
                    </a:cubicBezTo>
                    <a:cubicBezTo>
                      <a:pt x="69" y="201"/>
                      <a:pt x="69" y="201"/>
                      <a:pt x="69" y="201"/>
                    </a:cubicBezTo>
                    <a:cubicBezTo>
                      <a:pt x="69" y="201"/>
                      <a:pt x="68" y="201"/>
                      <a:pt x="68" y="201"/>
                    </a:cubicBezTo>
                    <a:close/>
                    <a:moveTo>
                      <a:pt x="80"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80" y="193"/>
                    </a:cubicBezTo>
                    <a:close/>
                    <a:moveTo>
                      <a:pt x="91" y="186"/>
                    </a:moveTo>
                    <a:cubicBezTo>
                      <a:pt x="90" y="185"/>
                      <a:pt x="91"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7"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9"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1" y="142"/>
                    </a:cubicBezTo>
                    <a:cubicBezTo>
                      <a:pt x="161" y="142"/>
                      <a:pt x="161" y="142"/>
                      <a:pt x="161" y="142"/>
                    </a:cubicBezTo>
                    <a:cubicBezTo>
                      <a:pt x="160" y="142"/>
                      <a:pt x="160" y="142"/>
                      <a:pt x="160" y="142"/>
                    </a:cubicBezTo>
                    <a:cubicBezTo>
                      <a:pt x="160" y="142"/>
                      <a:pt x="160" y="142"/>
                      <a:pt x="160" y="142"/>
                    </a:cubicBezTo>
                    <a:cubicBezTo>
                      <a:pt x="159" y="142"/>
                      <a:pt x="159" y="142"/>
                      <a:pt x="159" y="142"/>
                    </a:cubicBezTo>
                    <a:close/>
                    <a:moveTo>
                      <a:pt x="170" y="134"/>
                    </a:moveTo>
                    <a:cubicBezTo>
                      <a:pt x="170"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2"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2"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7" y="112"/>
                      <a:pt x="206" y="112"/>
                      <a:pt x="206" y="113"/>
                    </a:cubicBezTo>
                    <a:cubicBezTo>
                      <a:pt x="206" y="113"/>
                      <a:pt x="206" y="113"/>
                      <a:pt x="206" y="113"/>
                    </a:cubicBezTo>
                    <a:cubicBezTo>
                      <a:pt x="205"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7" y="106"/>
                      <a:pt x="216" y="106"/>
                    </a:cubicBezTo>
                    <a:cubicBezTo>
                      <a:pt x="216" y="106"/>
                      <a:pt x="216" y="106"/>
                      <a:pt x="216" y="106"/>
                    </a:cubicBezTo>
                    <a:cubicBezTo>
                      <a:pt x="216" y="106"/>
                      <a:pt x="215" y="105"/>
                      <a:pt x="215" y="105"/>
                    </a:cubicBezTo>
                    <a:close/>
                    <a:moveTo>
                      <a:pt x="227"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7" y="98"/>
                    </a:cubicBezTo>
                    <a:close/>
                    <a:moveTo>
                      <a:pt x="238" y="90"/>
                    </a:moveTo>
                    <a:cubicBezTo>
                      <a:pt x="237" y="90"/>
                      <a:pt x="238"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50" y="81"/>
                    </a:cubicBezTo>
                    <a:cubicBezTo>
                      <a:pt x="250" y="81"/>
                      <a:pt x="250" y="81"/>
                      <a:pt x="250"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2" y="76"/>
                    </a:cubicBezTo>
                    <a:cubicBezTo>
                      <a:pt x="262" y="76"/>
                      <a:pt x="262" y="76"/>
                      <a:pt x="262" y="76"/>
                    </a:cubicBezTo>
                    <a:cubicBezTo>
                      <a:pt x="261" y="76"/>
                      <a:pt x="261" y="76"/>
                      <a:pt x="260" y="76"/>
                    </a:cubicBezTo>
                    <a:close/>
                    <a:moveTo>
                      <a:pt x="272" y="68"/>
                    </a:moveTo>
                    <a:cubicBezTo>
                      <a:pt x="271" y="68"/>
                      <a:pt x="272"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6"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8" y="46"/>
                    </a:cubicBezTo>
                    <a:cubicBezTo>
                      <a:pt x="308" y="46"/>
                      <a:pt x="308" y="46"/>
                      <a:pt x="308" y="46"/>
                    </a:cubicBezTo>
                    <a:cubicBezTo>
                      <a:pt x="307" y="47"/>
                      <a:pt x="307" y="47"/>
                      <a:pt x="307" y="47"/>
                    </a:cubicBezTo>
                    <a:cubicBezTo>
                      <a:pt x="307" y="47"/>
                      <a:pt x="307" y="47"/>
                      <a:pt x="307" y="47"/>
                    </a:cubicBezTo>
                    <a:cubicBezTo>
                      <a:pt x="306" y="47"/>
                      <a:pt x="306" y="46"/>
                      <a:pt x="306" y="46"/>
                    </a:cubicBezTo>
                    <a:close/>
                    <a:moveTo>
                      <a:pt x="317" y="39"/>
                    </a:moveTo>
                    <a:cubicBezTo>
                      <a:pt x="317"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1" y="30"/>
                    </a:cubicBezTo>
                    <a:cubicBezTo>
                      <a:pt x="331" y="30"/>
                      <a:pt x="331" y="30"/>
                      <a:pt x="331"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9"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4" y="16"/>
                      <a:pt x="353" y="17"/>
                      <a:pt x="353" y="17"/>
                    </a:cubicBezTo>
                    <a:cubicBezTo>
                      <a:pt x="353" y="17"/>
                      <a:pt x="353" y="17"/>
                      <a:pt x="353" y="17"/>
                    </a:cubicBezTo>
                    <a:cubicBezTo>
                      <a:pt x="353"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4" y="2"/>
                    </a:moveTo>
                    <a:cubicBezTo>
                      <a:pt x="373" y="1"/>
                      <a:pt x="373" y="0"/>
                      <a:pt x="374" y="0"/>
                    </a:cubicBezTo>
                    <a:cubicBezTo>
                      <a:pt x="374" y="0"/>
                      <a:pt x="374" y="0"/>
                      <a:pt x="374" y="0"/>
                    </a:cubicBezTo>
                    <a:cubicBezTo>
                      <a:pt x="375"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3" name="Google Shape;663;p13"/>
              <p:cNvSpPr/>
              <p:nvPr/>
            </p:nvSpPr>
            <p:spPr>
              <a:xfrm>
                <a:off x="10669223" y="5123909"/>
                <a:ext cx="11748" cy="19580"/>
              </a:xfrm>
              <a:custGeom>
                <a:avLst/>
                <a:gdLst/>
                <a:ahLst/>
                <a:cxnLst/>
                <a:rect l="l" t="t" r="r" b="b"/>
                <a:pathLst>
                  <a:path w="2"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0" y="0"/>
                      <a:pt x="1" y="0"/>
                    </a:cubicBezTo>
                    <a:cubicBezTo>
                      <a:pt x="1" y="0"/>
                      <a:pt x="1" y="0"/>
                      <a:pt x="2" y="0"/>
                    </a:cubicBezTo>
                    <a:cubicBezTo>
                      <a:pt x="2" y="0"/>
                      <a:pt x="2" y="1"/>
                      <a:pt x="2" y="1"/>
                    </a:cubicBezTo>
                    <a:cubicBezTo>
                      <a:pt x="2" y="1"/>
                      <a:pt x="2" y="1"/>
                      <a:pt x="2" y="2"/>
                    </a:cubicBezTo>
                    <a:cubicBezTo>
                      <a:pt x="2" y="2"/>
                      <a:pt x="2" y="2"/>
                      <a:pt x="2" y="3"/>
                    </a:cubicBezTo>
                    <a:cubicBezTo>
                      <a:pt x="2" y="3"/>
                      <a:pt x="2" y="3"/>
                      <a:pt x="2" y="3"/>
                    </a:cubicBezTo>
                    <a:cubicBezTo>
                      <a:pt x="1"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4" name="Google Shape;664;p13"/>
              <p:cNvSpPr/>
              <p:nvPr/>
            </p:nvSpPr>
            <p:spPr>
              <a:xfrm>
                <a:off x="13265605"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2" y="0"/>
                      <a:pt x="2" y="1"/>
                    </a:cubicBezTo>
                    <a:cubicBezTo>
                      <a:pt x="2" y="1"/>
                      <a:pt x="3" y="1"/>
                      <a:pt x="3" y="2"/>
                    </a:cubicBezTo>
                    <a:cubicBezTo>
                      <a:pt x="3" y="2"/>
                      <a:pt x="3" y="2"/>
                      <a:pt x="3"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5" name="Google Shape;665;p13"/>
              <p:cNvSpPr/>
              <p:nvPr/>
            </p:nvSpPr>
            <p:spPr>
              <a:xfrm>
                <a:off x="10876777" y="3573133"/>
                <a:ext cx="2334003"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3" y="243"/>
                      <a:pt x="3" y="244"/>
                    </a:cubicBezTo>
                    <a:cubicBezTo>
                      <a:pt x="3" y="244"/>
                      <a:pt x="3" y="244"/>
                      <a:pt x="3" y="244"/>
                    </a:cubicBezTo>
                    <a:cubicBezTo>
                      <a:pt x="3" y="244"/>
                      <a:pt x="3" y="245"/>
                      <a:pt x="3" y="245"/>
                    </a:cubicBezTo>
                    <a:cubicBezTo>
                      <a:pt x="3" y="245"/>
                      <a:pt x="3" y="245"/>
                      <a:pt x="3"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6" y="229"/>
                    </a:cubicBezTo>
                    <a:cubicBezTo>
                      <a:pt x="26" y="229"/>
                      <a:pt x="26" y="229"/>
                      <a:pt x="26"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4"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6" y="215"/>
                      <a:pt x="46" y="214"/>
                      <a:pt x="46" y="214"/>
                    </a:cubicBezTo>
                    <a:cubicBezTo>
                      <a:pt x="46" y="214"/>
                      <a:pt x="46" y="214"/>
                      <a:pt x="46" y="214"/>
                    </a:cubicBezTo>
                    <a:cubicBezTo>
                      <a:pt x="47" y="213"/>
                      <a:pt x="48" y="213"/>
                      <a:pt x="48" y="214"/>
                    </a:cubicBezTo>
                    <a:cubicBezTo>
                      <a:pt x="48" y="214"/>
                      <a:pt x="48" y="214"/>
                      <a:pt x="48" y="214"/>
                    </a:cubicBezTo>
                    <a:cubicBezTo>
                      <a:pt x="49" y="215"/>
                      <a:pt x="48" y="215"/>
                      <a:pt x="48" y="216"/>
                    </a:cubicBezTo>
                    <a:cubicBezTo>
                      <a:pt x="48" y="216"/>
                      <a:pt x="48" y="216"/>
                      <a:pt x="48" y="216"/>
                    </a:cubicBezTo>
                    <a:cubicBezTo>
                      <a:pt x="48"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9" y="201"/>
                    </a:moveTo>
                    <a:cubicBezTo>
                      <a:pt x="68" y="200"/>
                      <a:pt x="68" y="199"/>
                      <a:pt x="69" y="199"/>
                    </a:cubicBezTo>
                    <a:cubicBezTo>
                      <a:pt x="69" y="199"/>
                      <a:pt x="69" y="199"/>
                      <a:pt x="69" y="199"/>
                    </a:cubicBezTo>
                    <a:cubicBezTo>
                      <a:pt x="70"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9"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1" y="194"/>
                      <a:pt x="80" y="194"/>
                      <a:pt x="80" y="193"/>
                    </a:cubicBezTo>
                    <a:close/>
                    <a:moveTo>
                      <a:pt x="91" y="186"/>
                    </a:moveTo>
                    <a:cubicBezTo>
                      <a:pt x="91" y="185"/>
                      <a:pt x="91" y="185"/>
                      <a:pt x="92" y="184"/>
                    </a:cubicBezTo>
                    <a:cubicBezTo>
                      <a:pt x="92" y="184"/>
                      <a:pt x="92" y="184"/>
                      <a:pt x="92"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3"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4"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8"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8" y="157"/>
                    </a:cubicBezTo>
                    <a:cubicBezTo>
                      <a:pt x="138" y="157"/>
                      <a:pt x="138" y="157"/>
                      <a:pt x="138"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50" y="147"/>
                      <a:pt x="150" y="148"/>
                    </a:cubicBezTo>
                    <a:cubicBezTo>
                      <a:pt x="150" y="148"/>
                      <a:pt x="150" y="148"/>
                      <a:pt x="150" y="148"/>
                    </a:cubicBezTo>
                    <a:cubicBezTo>
                      <a:pt x="150" y="148"/>
                      <a:pt x="150" y="149"/>
                      <a:pt x="150" y="150"/>
                    </a:cubicBezTo>
                    <a:cubicBezTo>
                      <a:pt x="150" y="150"/>
                      <a:pt x="150" y="150"/>
                      <a:pt x="150"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3" y="133"/>
                    </a:cubicBezTo>
                    <a:cubicBezTo>
                      <a:pt x="173" y="133"/>
                      <a:pt x="173" y="133"/>
                      <a:pt x="173"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1"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3" y="119"/>
                      <a:pt x="193" y="118"/>
                      <a:pt x="193" y="118"/>
                    </a:cubicBezTo>
                    <a:cubicBezTo>
                      <a:pt x="193" y="118"/>
                      <a:pt x="193" y="118"/>
                      <a:pt x="193" y="118"/>
                    </a:cubicBezTo>
                    <a:cubicBezTo>
                      <a:pt x="194" y="118"/>
                      <a:pt x="195" y="118"/>
                      <a:pt x="195" y="118"/>
                    </a:cubicBezTo>
                    <a:cubicBezTo>
                      <a:pt x="195" y="118"/>
                      <a:pt x="195" y="118"/>
                      <a:pt x="195" y="118"/>
                    </a:cubicBezTo>
                    <a:cubicBezTo>
                      <a:pt x="196" y="119"/>
                      <a:pt x="195" y="120"/>
                      <a:pt x="195" y="120"/>
                    </a:cubicBezTo>
                    <a:cubicBezTo>
                      <a:pt x="195" y="120"/>
                      <a:pt x="195" y="120"/>
                      <a:pt x="195" y="120"/>
                    </a:cubicBezTo>
                    <a:cubicBezTo>
                      <a:pt x="195"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4" y="113"/>
                      <a:pt x="204" y="112"/>
                    </a:cubicBezTo>
                    <a:close/>
                    <a:moveTo>
                      <a:pt x="216" y="105"/>
                    </a:moveTo>
                    <a:cubicBezTo>
                      <a:pt x="215" y="104"/>
                      <a:pt x="215" y="104"/>
                      <a:pt x="216" y="103"/>
                    </a:cubicBezTo>
                    <a:cubicBezTo>
                      <a:pt x="216" y="103"/>
                      <a:pt x="216" y="103"/>
                      <a:pt x="216" y="103"/>
                    </a:cubicBezTo>
                    <a:cubicBezTo>
                      <a:pt x="217"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6"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8" y="98"/>
                      <a:pt x="227" y="98"/>
                      <a:pt x="227" y="98"/>
                    </a:cubicBezTo>
                    <a:close/>
                    <a:moveTo>
                      <a:pt x="238" y="90"/>
                    </a:moveTo>
                    <a:cubicBezTo>
                      <a:pt x="238" y="90"/>
                      <a:pt x="238" y="89"/>
                      <a:pt x="239" y="88"/>
                    </a:cubicBezTo>
                    <a:cubicBezTo>
                      <a:pt x="239" y="88"/>
                      <a:pt x="239" y="88"/>
                      <a:pt x="239"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40"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49" y="83"/>
                    </a:cubicBezTo>
                    <a:close/>
                    <a:moveTo>
                      <a:pt x="261" y="76"/>
                    </a:moveTo>
                    <a:cubicBezTo>
                      <a:pt x="260" y="75"/>
                      <a:pt x="261"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5"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5" y="61"/>
                    </a:cubicBezTo>
                    <a:cubicBezTo>
                      <a:pt x="285" y="61"/>
                      <a:pt x="285" y="61"/>
                      <a:pt x="285" y="61"/>
                    </a:cubicBezTo>
                    <a:cubicBezTo>
                      <a:pt x="284" y="61"/>
                      <a:pt x="284" y="61"/>
                      <a:pt x="283" y="61"/>
                    </a:cubicBezTo>
                    <a:close/>
                    <a:moveTo>
                      <a:pt x="295" y="53"/>
                    </a:moveTo>
                    <a:cubicBezTo>
                      <a:pt x="294" y="53"/>
                      <a:pt x="294" y="52"/>
                      <a:pt x="295" y="52"/>
                    </a:cubicBezTo>
                    <a:cubicBezTo>
                      <a:pt x="295" y="52"/>
                      <a:pt x="295" y="52"/>
                      <a:pt x="295" y="52"/>
                    </a:cubicBezTo>
                    <a:cubicBezTo>
                      <a:pt x="296" y="51"/>
                      <a:pt x="297" y="51"/>
                      <a:pt x="297" y="52"/>
                    </a:cubicBezTo>
                    <a:cubicBezTo>
                      <a:pt x="297" y="52"/>
                      <a:pt x="297" y="52"/>
                      <a:pt x="297" y="52"/>
                    </a:cubicBezTo>
                    <a:cubicBezTo>
                      <a:pt x="297" y="53"/>
                      <a:pt x="297" y="53"/>
                      <a:pt x="297" y="54"/>
                    </a:cubicBezTo>
                    <a:cubicBezTo>
                      <a:pt x="297" y="54"/>
                      <a:pt x="297" y="54"/>
                      <a:pt x="297"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20" y="37"/>
                    </a:cubicBezTo>
                    <a:cubicBezTo>
                      <a:pt x="320" y="37"/>
                      <a:pt x="320" y="37"/>
                      <a:pt x="320"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8"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40" y="23"/>
                      <a:pt x="340" y="23"/>
                      <a:pt x="340" y="22"/>
                    </a:cubicBezTo>
                    <a:cubicBezTo>
                      <a:pt x="340" y="22"/>
                      <a:pt x="340" y="22"/>
                      <a:pt x="340" y="22"/>
                    </a:cubicBezTo>
                    <a:cubicBezTo>
                      <a:pt x="341" y="22"/>
                      <a:pt x="342" y="22"/>
                      <a:pt x="342" y="23"/>
                    </a:cubicBezTo>
                    <a:cubicBezTo>
                      <a:pt x="342" y="23"/>
                      <a:pt x="342" y="23"/>
                      <a:pt x="342" y="23"/>
                    </a:cubicBezTo>
                    <a:cubicBezTo>
                      <a:pt x="343" y="23"/>
                      <a:pt x="342" y="24"/>
                      <a:pt x="342" y="24"/>
                    </a:cubicBezTo>
                    <a:cubicBezTo>
                      <a:pt x="342" y="24"/>
                      <a:pt x="342" y="24"/>
                      <a:pt x="342" y="24"/>
                    </a:cubicBezTo>
                    <a:cubicBezTo>
                      <a:pt x="342"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1" y="17"/>
                      <a:pt x="351" y="17"/>
                    </a:cubicBezTo>
                    <a:close/>
                    <a:moveTo>
                      <a:pt x="363" y="9"/>
                    </a:moveTo>
                    <a:cubicBezTo>
                      <a:pt x="362" y="9"/>
                      <a:pt x="362" y="8"/>
                      <a:pt x="363" y="7"/>
                    </a:cubicBezTo>
                    <a:cubicBezTo>
                      <a:pt x="363" y="7"/>
                      <a:pt x="363" y="7"/>
                      <a:pt x="363" y="7"/>
                    </a:cubicBezTo>
                    <a:cubicBezTo>
                      <a:pt x="364"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3"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5"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6" name="Google Shape;666;p13"/>
              <p:cNvSpPr/>
              <p:nvPr/>
            </p:nvSpPr>
            <p:spPr>
              <a:xfrm>
                <a:off x="10810203" y="5123909"/>
                <a:ext cx="19581" cy="19580"/>
              </a:xfrm>
              <a:custGeom>
                <a:avLst/>
                <a:gdLst/>
                <a:ahLst/>
                <a:cxnLst/>
                <a:rect l="l" t="t" r="r" b="b"/>
                <a:pathLst>
                  <a:path w="3" h="3" extrusionOk="0">
                    <a:moveTo>
                      <a:pt x="1" y="3"/>
                    </a:moveTo>
                    <a:cubicBezTo>
                      <a:pt x="1" y="3"/>
                      <a:pt x="1" y="3"/>
                      <a:pt x="1" y="3"/>
                    </a:cubicBezTo>
                    <a:cubicBezTo>
                      <a:pt x="0" y="2"/>
                      <a:pt x="0" y="2"/>
                      <a:pt x="0" y="2"/>
                    </a:cubicBezTo>
                    <a:cubicBezTo>
                      <a:pt x="0" y="1"/>
                      <a:pt x="0" y="1"/>
                      <a:pt x="1" y="1"/>
                    </a:cubicBezTo>
                    <a:cubicBezTo>
                      <a:pt x="1" y="1"/>
                      <a:pt x="1" y="0"/>
                      <a:pt x="1" y="0"/>
                    </a:cubicBezTo>
                    <a:cubicBezTo>
                      <a:pt x="1" y="0"/>
                      <a:pt x="2" y="0"/>
                      <a:pt x="2" y="0"/>
                    </a:cubicBezTo>
                    <a:cubicBezTo>
                      <a:pt x="2" y="0"/>
                      <a:pt x="2" y="1"/>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7" name="Google Shape;667;p13"/>
              <p:cNvSpPr/>
              <p:nvPr/>
            </p:nvSpPr>
            <p:spPr>
              <a:xfrm>
                <a:off x="13406585" y="3526140"/>
                <a:ext cx="19581" cy="15664"/>
              </a:xfrm>
              <a:custGeom>
                <a:avLst/>
                <a:gdLst/>
                <a:ahLst/>
                <a:cxnLst/>
                <a:rect l="l" t="t" r="r" b="b"/>
                <a:pathLst>
                  <a:path w="3" h="3" extrusionOk="0">
                    <a:moveTo>
                      <a:pt x="2" y="3"/>
                    </a:moveTo>
                    <a:cubicBezTo>
                      <a:pt x="1" y="3"/>
                      <a:pt x="1" y="3"/>
                      <a:pt x="1" y="3"/>
                    </a:cubicBezTo>
                    <a:cubicBezTo>
                      <a:pt x="0" y="3"/>
                      <a:pt x="0" y="2"/>
                      <a:pt x="0" y="2"/>
                    </a:cubicBezTo>
                    <a:cubicBezTo>
                      <a:pt x="0" y="1"/>
                      <a:pt x="0" y="1"/>
                      <a:pt x="1" y="1"/>
                    </a:cubicBezTo>
                    <a:cubicBezTo>
                      <a:pt x="1" y="0"/>
                      <a:pt x="2" y="0"/>
                      <a:pt x="3" y="1"/>
                    </a:cubicBezTo>
                    <a:cubicBezTo>
                      <a:pt x="3" y="1"/>
                      <a:pt x="3" y="1"/>
                      <a:pt x="3" y="2"/>
                    </a:cubicBezTo>
                    <a:cubicBezTo>
                      <a:pt x="3" y="2"/>
                      <a:pt x="3" y="3"/>
                      <a:pt x="3"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8" name="Google Shape;668;p13"/>
              <p:cNvSpPr/>
              <p:nvPr/>
            </p:nvSpPr>
            <p:spPr>
              <a:xfrm>
                <a:off x="11025589" y="3573133"/>
                <a:ext cx="2334003"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4" y="236"/>
                    </a:cubicBezTo>
                    <a:cubicBezTo>
                      <a:pt x="14" y="236"/>
                      <a:pt x="14" y="236"/>
                      <a:pt x="14"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4"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6"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6" y="216"/>
                      <a:pt x="45" y="216"/>
                    </a:cubicBezTo>
                    <a:close/>
                    <a:moveTo>
                      <a:pt x="57"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7"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1"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0"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4" y="169"/>
                    </a:cubicBezTo>
                    <a:cubicBezTo>
                      <a:pt x="114" y="169"/>
                      <a:pt x="114" y="169"/>
                      <a:pt x="114"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6" y="165"/>
                    </a:cubicBezTo>
                    <a:cubicBezTo>
                      <a:pt x="126" y="165"/>
                      <a:pt x="126" y="165"/>
                      <a:pt x="126" y="165"/>
                    </a:cubicBezTo>
                    <a:cubicBezTo>
                      <a:pt x="125" y="165"/>
                      <a:pt x="125" y="164"/>
                      <a:pt x="124" y="164"/>
                    </a:cubicBezTo>
                    <a:close/>
                    <a:moveTo>
                      <a:pt x="136" y="157"/>
                    </a:moveTo>
                    <a:cubicBezTo>
                      <a:pt x="135" y="156"/>
                      <a:pt x="136" y="155"/>
                      <a:pt x="136" y="155"/>
                    </a:cubicBezTo>
                    <a:cubicBezTo>
                      <a:pt x="136" y="155"/>
                      <a:pt x="136" y="155"/>
                      <a:pt x="136" y="155"/>
                    </a:cubicBezTo>
                    <a:cubicBezTo>
                      <a:pt x="137" y="154"/>
                      <a:pt x="138"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1"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3" y="120"/>
                      <a:pt x="192" y="120"/>
                    </a:cubicBezTo>
                    <a:close/>
                    <a:moveTo>
                      <a:pt x="204"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4"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8" y="104"/>
                      <a:pt x="217"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9"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1" y="74"/>
                    </a:cubicBezTo>
                    <a:cubicBezTo>
                      <a:pt x="261" y="74"/>
                      <a:pt x="261" y="74"/>
                      <a:pt x="261"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1" y="68"/>
                    </a:cubicBezTo>
                    <a:close/>
                    <a:moveTo>
                      <a:pt x="283" y="61"/>
                    </a:moveTo>
                    <a:cubicBezTo>
                      <a:pt x="282" y="60"/>
                      <a:pt x="283"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8"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2" y="23"/>
                    </a:cubicBezTo>
                    <a:cubicBezTo>
                      <a:pt x="342" y="23"/>
                      <a:pt x="342" y="23"/>
                      <a:pt x="342"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40"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5" y="8"/>
                      <a:pt x="364" y="9"/>
                      <a:pt x="364" y="10"/>
                    </a:cubicBezTo>
                    <a:cubicBezTo>
                      <a:pt x="364" y="10"/>
                      <a:pt x="364" y="10"/>
                      <a:pt x="364" y="10"/>
                    </a:cubicBezTo>
                    <a:cubicBezTo>
                      <a:pt x="364"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9" name="Google Shape;669;p13"/>
              <p:cNvSpPr/>
              <p:nvPr/>
            </p:nvSpPr>
            <p:spPr>
              <a:xfrm>
                <a:off x="10959015" y="5123909"/>
                <a:ext cx="11748" cy="19580"/>
              </a:xfrm>
              <a:custGeom>
                <a:avLst/>
                <a:gdLst/>
                <a:ahLst/>
                <a:cxnLst/>
                <a:rect l="l" t="t" r="r" b="b"/>
                <a:pathLst>
                  <a:path w="2" h="3" extrusionOk="0">
                    <a:moveTo>
                      <a:pt x="1" y="3"/>
                    </a:moveTo>
                    <a:cubicBezTo>
                      <a:pt x="1" y="3"/>
                      <a:pt x="0" y="3"/>
                      <a:pt x="0" y="3"/>
                    </a:cubicBezTo>
                    <a:cubicBezTo>
                      <a:pt x="0" y="3"/>
                      <a:pt x="0" y="3"/>
                      <a:pt x="0" y="3"/>
                    </a:cubicBezTo>
                    <a:cubicBezTo>
                      <a:pt x="0" y="2"/>
                      <a:pt x="0" y="2"/>
                      <a:pt x="0" y="2"/>
                    </a:cubicBezTo>
                    <a:cubicBezTo>
                      <a:pt x="0" y="1"/>
                      <a:pt x="0" y="1"/>
                      <a:pt x="0" y="1"/>
                    </a:cubicBezTo>
                    <a:cubicBezTo>
                      <a:pt x="0" y="1"/>
                      <a:pt x="0" y="1"/>
                      <a:pt x="0" y="1"/>
                    </a:cubicBezTo>
                    <a:cubicBezTo>
                      <a:pt x="0" y="1"/>
                      <a:pt x="0" y="0"/>
                      <a:pt x="0" y="0"/>
                    </a:cubicBezTo>
                    <a:cubicBezTo>
                      <a:pt x="1" y="0"/>
                      <a:pt x="1" y="0"/>
                      <a:pt x="1" y="0"/>
                    </a:cubicBezTo>
                    <a:cubicBezTo>
                      <a:pt x="2" y="0"/>
                      <a:pt x="2" y="1"/>
                      <a:pt x="2" y="1"/>
                    </a:cubicBezTo>
                    <a:cubicBezTo>
                      <a:pt x="2" y="1"/>
                      <a:pt x="2" y="1"/>
                      <a:pt x="2" y="1"/>
                    </a:cubicBezTo>
                    <a:cubicBezTo>
                      <a:pt x="2" y="1"/>
                      <a:pt x="2" y="1"/>
                      <a:pt x="2" y="2"/>
                    </a:cubicBezTo>
                    <a:cubicBezTo>
                      <a:pt x="2" y="2"/>
                      <a:pt x="2" y="2"/>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0" name="Google Shape;670;p13"/>
              <p:cNvSpPr/>
              <p:nvPr/>
            </p:nvSpPr>
            <p:spPr>
              <a:xfrm>
                <a:off x="13555397" y="3526140"/>
                <a:ext cx="15664" cy="15664"/>
              </a:xfrm>
              <a:custGeom>
                <a:avLst/>
                <a:gdLst/>
                <a:ahLst/>
                <a:cxnLst/>
                <a:rect l="l" t="t" r="r" b="b"/>
                <a:pathLst>
                  <a:path w="2" h="3" extrusionOk="0">
                    <a:moveTo>
                      <a:pt x="1" y="3"/>
                    </a:moveTo>
                    <a:cubicBezTo>
                      <a:pt x="1" y="3"/>
                      <a:pt x="1" y="3"/>
                      <a:pt x="0" y="3"/>
                    </a:cubicBezTo>
                    <a:cubicBezTo>
                      <a:pt x="0"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1" name="Google Shape;671;p13"/>
              <p:cNvSpPr/>
              <p:nvPr/>
            </p:nvSpPr>
            <p:spPr>
              <a:xfrm>
                <a:off x="11170485" y="3573133"/>
                <a:ext cx="2330087"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3" y="244"/>
                    </a:cubicBezTo>
                    <a:cubicBezTo>
                      <a:pt x="3" y="244"/>
                      <a:pt x="3" y="244"/>
                      <a:pt x="3"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4" y="236"/>
                      <a:pt x="14" y="236"/>
                    </a:cubicBezTo>
                    <a:cubicBezTo>
                      <a:pt x="14" y="236"/>
                      <a:pt x="14" y="236"/>
                      <a:pt x="14" y="236"/>
                    </a:cubicBezTo>
                    <a:cubicBezTo>
                      <a:pt x="14" y="237"/>
                      <a:pt x="14" y="238"/>
                      <a:pt x="14" y="238"/>
                    </a:cubicBezTo>
                    <a:cubicBezTo>
                      <a:pt x="14" y="238"/>
                      <a:pt x="14" y="238"/>
                      <a:pt x="14" y="238"/>
                    </a:cubicBezTo>
                    <a:cubicBezTo>
                      <a:pt x="13" y="238"/>
                      <a:pt x="13" y="238"/>
                      <a:pt x="13" y="238"/>
                    </a:cubicBezTo>
                    <a:cubicBezTo>
                      <a:pt x="13" y="238"/>
                      <a:pt x="13" y="238"/>
                      <a:pt x="13" y="238"/>
                    </a:cubicBezTo>
                    <a:cubicBezTo>
                      <a:pt x="12" y="238"/>
                      <a:pt x="12" y="238"/>
                      <a:pt x="12" y="238"/>
                    </a:cubicBezTo>
                    <a:close/>
                    <a:moveTo>
                      <a:pt x="23" y="230"/>
                    </a:moveTo>
                    <a:cubicBezTo>
                      <a:pt x="23"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5"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7" y="221"/>
                    </a:cubicBezTo>
                    <a:cubicBezTo>
                      <a:pt x="37" y="221"/>
                      <a:pt x="37" y="221"/>
                      <a:pt x="37"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5" y="223"/>
                      <a:pt x="34" y="223"/>
                    </a:cubicBezTo>
                    <a:close/>
                    <a:moveTo>
                      <a:pt x="46" y="216"/>
                    </a:moveTo>
                    <a:cubicBezTo>
                      <a:pt x="45" y="215"/>
                      <a:pt x="45" y="214"/>
                      <a:pt x="46" y="214"/>
                    </a:cubicBezTo>
                    <a:cubicBezTo>
                      <a:pt x="46" y="214"/>
                      <a:pt x="46" y="214"/>
                      <a:pt x="46" y="214"/>
                    </a:cubicBezTo>
                    <a:cubicBezTo>
                      <a:pt x="47"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60" y="207"/>
                      <a:pt x="59" y="208"/>
                      <a:pt x="59" y="209"/>
                    </a:cubicBezTo>
                    <a:cubicBezTo>
                      <a:pt x="59" y="209"/>
                      <a:pt x="59" y="209"/>
                      <a:pt x="59" y="209"/>
                    </a:cubicBezTo>
                    <a:cubicBezTo>
                      <a:pt x="59"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70" y="201"/>
                      <a:pt x="69" y="201"/>
                    </a:cubicBezTo>
                    <a:cubicBezTo>
                      <a:pt x="69" y="201"/>
                      <a:pt x="69" y="201"/>
                      <a:pt x="69" y="201"/>
                    </a:cubicBezTo>
                    <a:cubicBezTo>
                      <a:pt x="69" y="201"/>
                      <a:pt x="68" y="201"/>
                      <a:pt x="68" y="201"/>
                    </a:cubicBezTo>
                    <a:close/>
                    <a:moveTo>
                      <a:pt x="80" y="193"/>
                    </a:moveTo>
                    <a:cubicBezTo>
                      <a:pt x="79" y="193"/>
                      <a:pt x="79" y="192"/>
                      <a:pt x="80" y="192"/>
                    </a:cubicBezTo>
                    <a:cubicBezTo>
                      <a:pt x="80" y="192"/>
                      <a:pt x="80" y="192"/>
                      <a:pt x="80" y="192"/>
                    </a:cubicBezTo>
                    <a:cubicBezTo>
                      <a:pt x="81"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80" y="193"/>
                    </a:cubicBezTo>
                    <a:close/>
                    <a:moveTo>
                      <a:pt x="91" y="186"/>
                    </a:moveTo>
                    <a:cubicBezTo>
                      <a:pt x="90" y="185"/>
                      <a:pt x="91"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4"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3" y="171"/>
                    </a:cubicBezTo>
                    <a:close/>
                    <a:moveTo>
                      <a:pt x="125" y="164"/>
                    </a:moveTo>
                    <a:cubicBezTo>
                      <a:pt x="124" y="163"/>
                      <a:pt x="125" y="162"/>
                      <a:pt x="125" y="162"/>
                    </a:cubicBezTo>
                    <a:cubicBezTo>
                      <a:pt x="125" y="162"/>
                      <a:pt x="125" y="162"/>
                      <a:pt x="125" y="162"/>
                    </a:cubicBezTo>
                    <a:cubicBezTo>
                      <a:pt x="126" y="162"/>
                      <a:pt x="127"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9"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1" y="140"/>
                      <a:pt x="161" y="140"/>
                    </a:cubicBezTo>
                    <a:cubicBezTo>
                      <a:pt x="161" y="140"/>
                      <a:pt x="161" y="140"/>
                      <a:pt x="161" y="140"/>
                    </a:cubicBezTo>
                    <a:cubicBezTo>
                      <a:pt x="161" y="141"/>
                      <a:pt x="161" y="142"/>
                      <a:pt x="161" y="142"/>
                    </a:cubicBezTo>
                    <a:cubicBezTo>
                      <a:pt x="161" y="142"/>
                      <a:pt x="161" y="142"/>
                      <a:pt x="161" y="142"/>
                    </a:cubicBezTo>
                    <a:cubicBezTo>
                      <a:pt x="160" y="142"/>
                      <a:pt x="160" y="142"/>
                      <a:pt x="160" y="142"/>
                    </a:cubicBezTo>
                    <a:cubicBezTo>
                      <a:pt x="160" y="142"/>
                      <a:pt x="160" y="142"/>
                      <a:pt x="160" y="142"/>
                    </a:cubicBezTo>
                    <a:cubicBezTo>
                      <a:pt x="159" y="142"/>
                      <a:pt x="159" y="142"/>
                      <a:pt x="159" y="142"/>
                    </a:cubicBezTo>
                    <a:close/>
                    <a:moveTo>
                      <a:pt x="170" y="134"/>
                    </a:moveTo>
                    <a:cubicBezTo>
                      <a:pt x="170"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2"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2"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4" y="112"/>
                      <a:pt x="204" y="111"/>
                      <a:pt x="204" y="111"/>
                    </a:cubicBezTo>
                    <a:cubicBezTo>
                      <a:pt x="204" y="111"/>
                      <a:pt x="204" y="111"/>
                      <a:pt x="204" y="111"/>
                    </a:cubicBezTo>
                    <a:cubicBezTo>
                      <a:pt x="205" y="110"/>
                      <a:pt x="206" y="110"/>
                      <a:pt x="206" y="111"/>
                    </a:cubicBezTo>
                    <a:cubicBezTo>
                      <a:pt x="206" y="111"/>
                      <a:pt x="206" y="111"/>
                      <a:pt x="206" y="111"/>
                    </a:cubicBezTo>
                    <a:cubicBezTo>
                      <a:pt x="207" y="112"/>
                      <a:pt x="206" y="112"/>
                      <a:pt x="206" y="113"/>
                    </a:cubicBezTo>
                    <a:cubicBezTo>
                      <a:pt x="206" y="113"/>
                      <a:pt x="206" y="113"/>
                      <a:pt x="206" y="113"/>
                    </a:cubicBezTo>
                    <a:cubicBezTo>
                      <a:pt x="206"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7" y="106"/>
                      <a:pt x="216" y="106"/>
                    </a:cubicBezTo>
                    <a:cubicBezTo>
                      <a:pt x="216" y="106"/>
                      <a:pt x="216" y="106"/>
                      <a:pt x="216" y="106"/>
                    </a:cubicBezTo>
                    <a:cubicBezTo>
                      <a:pt x="216" y="106"/>
                      <a:pt x="215" y="105"/>
                      <a:pt x="215" y="105"/>
                    </a:cubicBezTo>
                    <a:close/>
                    <a:moveTo>
                      <a:pt x="227" y="98"/>
                    </a:moveTo>
                    <a:cubicBezTo>
                      <a:pt x="226" y="97"/>
                      <a:pt x="226" y="96"/>
                      <a:pt x="227" y="96"/>
                    </a:cubicBezTo>
                    <a:cubicBezTo>
                      <a:pt x="227" y="96"/>
                      <a:pt x="227" y="96"/>
                      <a:pt x="227" y="96"/>
                    </a:cubicBezTo>
                    <a:cubicBezTo>
                      <a:pt x="228"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7" y="98"/>
                    </a:cubicBezTo>
                    <a:close/>
                    <a:moveTo>
                      <a:pt x="238" y="90"/>
                    </a:moveTo>
                    <a:cubicBezTo>
                      <a:pt x="237" y="90"/>
                      <a:pt x="238"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1"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2" y="76"/>
                    </a:cubicBezTo>
                    <a:cubicBezTo>
                      <a:pt x="262" y="76"/>
                      <a:pt x="262" y="76"/>
                      <a:pt x="262" y="76"/>
                    </a:cubicBezTo>
                    <a:cubicBezTo>
                      <a:pt x="261" y="76"/>
                      <a:pt x="261" y="76"/>
                      <a:pt x="260" y="76"/>
                    </a:cubicBezTo>
                    <a:close/>
                    <a:moveTo>
                      <a:pt x="272" y="68"/>
                    </a:moveTo>
                    <a:cubicBezTo>
                      <a:pt x="271" y="68"/>
                      <a:pt x="272"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6"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8" y="44"/>
                      <a:pt x="308" y="45"/>
                    </a:cubicBezTo>
                    <a:cubicBezTo>
                      <a:pt x="308" y="45"/>
                      <a:pt x="308" y="45"/>
                      <a:pt x="308" y="45"/>
                    </a:cubicBezTo>
                    <a:cubicBezTo>
                      <a:pt x="308" y="45"/>
                      <a:pt x="308" y="46"/>
                      <a:pt x="308" y="46"/>
                    </a:cubicBezTo>
                    <a:cubicBezTo>
                      <a:pt x="308" y="46"/>
                      <a:pt x="308" y="46"/>
                      <a:pt x="308" y="46"/>
                    </a:cubicBezTo>
                    <a:cubicBezTo>
                      <a:pt x="307" y="47"/>
                      <a:pt x="307" y="47"/>
                      <a:pt x="307" y="47"/>
                    </a:cubicBezTo>
                    <a:cubicBezTo>
                      <a:pt x="307" y="47"/>
                      <a:pt x="307" y="47"/>
                      <a:pt x="307" y="47"/>
                    </a:cubicBezTo>
                    <a:cubicBezTo>
                      <a:pt x="306" y="47"/>
                      <a:pt x="306" y="46"/>
                      <a:pt x="306" y="46"/>
                    </a:cubicBezTo>
                    <a:close/>
                    <a:moveTo>
                      <a:pt x="317" y="39"/>
                    </a:moveTo>
                    <a:cubicBezTo>
                      <a:pt x="317"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1" y="30"/>
                    </a:cubicBezTo>
                    <a:cubicBezTo>
                      <a:pt x="331" y="30"/>
                      <a:pt x="331" y="30"/>
                      <a:pt x="331"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9"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1" y="16"/>
                      <a:pt x="351" y="15"/>
                      <a:pt x="351" y="15"/>
                    </a:cubicBezTo>
                    <a:cubicBezTo>
                      <a:pt x="351" y="15"/>
                      <a:pt x="351" y="15"/>
                      <a:pt x="351" y="15"/>
                    </a:cubicBezTo>
                    <a:cubicBezTo>
                      <a:pt x="352" y="14"/>
                      <a:pt x="353" y="15"/>
                      <a:pt x="353" y="15"/>
                    </a:cubicBezTo>
                    <a:cubicBezTo>
                      <a:pt x="353" y="15"/>
                      <a:pt x="353" y="15"/>
                      <a:pt x="353" y="15"/>
                    </a:cubicBezTo>
                    <a:cubicBezTo>
                      <a:pt x="354" y="16"/>
                      <a:pt x="353" y="17"/>
                      <a:pt x="353" y="17"/>
                    </a:cubicBezTo>
                    <a:cubicBezTo>
                      <a:pt x="353" y="17"/>
                      <a:pt x="353" y="17"/>
                      <a:pt x="353" y="17"/>
                    </a:cubicBezTo>
                    <a:cubicBezTo>
                      <a:pt x="353"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4" y="2"/>
                    </a:moveTo>
                    <a:cubicBezTo>
                      <a:pt x="373" y="1"/>
                      <a:pt x="373" y="0"/>
                      <a:pt x="374" y="0"/>
                    </a:cubicBezTo>
                    <a:cubicBezTo>
                      <a:pt x="374" y="0"/>
                      <a:pt x="374" y="0"/>
                      <a:pt x="374" y="0"/>
                    </a:cubicBezTo>
                    <a:cubicBezTo>
                      <a:pt x="375"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2" name="Google Shape;672;p13"/>
              <p:cNvSpPr/>
              <p:nvPr/>
            </p:nvSpPr>
            <p:spPr>
              <a:xfrm>
                <a:off x="11099995" y="5123909"/>
                <a:ext cx="19581" cy="19580"/>
              </a:xfrm>
              <a:custGeom>
                <a:avLst/>
                <a:gdLst/>
                <a:ahLst/>
                <a:cxnLst/>
                <a:rect l="l" t="t" r="r" b="b"/>
                <a:pathLst>
                  <a:path w="3"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1" y="0"/>
                      <a:pt x="1" y="0"/>
                    </a:cubicBezTo>
                    <a:cubicBezTo>
                      <a:pt x="1" y="0"/>
                      <a:pt x="1" y="0"/>
                      <a:pt x="2" y="0"/>
                    </a:cubicBezTo>
                    <a:cubicBezTo>
                      <a:pt x="2" y="0"/>
                      <a:pt x="2" y="1"/>
                      <a:pt x="2" y="1"/>
                    </a:cubicBezTo>
                    <a:cubicBezTo>
                      <a:pt x="2" y="1"/>
                      <a:pt x="3" y="1"/>
                      <a:pt x="3" y="2"/>
                    </a:cubicBezTo>
                    <a:cubicBezTo>
                      <a:pt x="3" y="2"/>
                      <a:pt x="2" y="2"/>
                      <a:pt x="2" y="3"/>
                    </a:cubicBezTo>
                    <a:cubicBezTo>
                      <a:pt x="2" y="3"/>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3" name="Google Shape;673;p13"/>
              <p:cNvSpPr/>
              <p:nvPr/>
            </p:nvSpPr>
            <p:spPr>
              <a:xfrm>
                <a:off x="13700293"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2" y="0"/>
                      <a:pt x="2" y="1"/>
                    </a:cubicBezTo>
                    <a:cubicBezTo>
                      <a:pt x="3" y="1"/>
                      <a:pt x="3" y="1"/>
                      <a:pt x="3" y="2"/>
                    </a:cubicBezTo>
                    <a:cubicBezTo>
                      <a:pt x="3" y="2"/>
                      <a:pt x="3" y="2"/>
                      <a:pt x="3" y="2"/>
                    </a:cubicBezTo>
                    <a:cubicBezTo>
                      <a:pt x="2" y="2"/>
                      <a:pt x="2" y="3"/>
                      <a:pt x="2" y="3"/>
                    </a:cubicBezTo>
                    <a:cubicBezTo>
                      <a:pt x="2" y="3"/>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4" name="Google Shape;674;p13"/>
              <p:cNvSpPr/>
              <p:nvPr/>
            </p:nvSpPr>
            <p:spPr>
              <a:xfrm>
                <a:off x="11311465" y="3573133"/>
                <a:ext cx="2337917" cy="1527278"/>
              </a:xfrm>
              <a:custGeom>
                <a:avLst/>
                <a:gdLst/>
                <a:ahLst/>
                <a:cxnLst/>
                <a:rect l="l" t="t" r="r" b="b"/>
                <a:pathLst>
                  <a:path w="377" h="246" extrusionOk="0">
                    <a:moveTo>
                      <a:pt x="1" y="245"/>
                    </a:moveTo>
                    <a:cubicBezTo>
                      <a:pt x="0" y="244"/>
                      <a:pt x="0" y="244"/>
                      <a:pt x="1" y="243"/>
                    </a:cubicBezTo>
                    <a:cubicBezTo>
                      <a:pt x="1" y="243"/>
                      <a:pt x="1" y="243"/>
                      <a:pt x="1" y="243"/>
                    </a:cubicBezTo>
                    <a:cubicBezTo>
                      <a:pt x="2" y="243"/>
                      <a:pt x="3" y="243"/>
                      <a:pt x="3" y="244"/>
                    </a:cubicBezTo>
                    <a:cubicBezTo>
                      <a:pt x="3" y="244"/>
                      <a:pt x="3" y="244"/>
                      <a:pt x="3" y="244"/>
                    </a:cubicBezTo>
                    <a:cubicBezTo>
                      <a:pt x="3" y="244"/>
                      <a:pt x="3" y="245"/>
                      <a:pt x="3" y="245"/>
                    </a:cubicBezTo>
                    <a:cubicBezTo>
                      <a:pt x="3" y="245"/>
                      <a:pt x="3" y="245"/>
                      <a:pt x="3"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6" y="229"/>
                    </a:cubicBezTo>
                    <a:cubicBezTo>
                      <a:pt x="26" y="229"/>
                      <a:pt x="26" y="229"/>
                      <a:pt x="26"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4"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6" y="215"/>
                      <a:pt x="46" y="214"/>
                      <a:pt x="46" y="214"/>
                    </a:cubicBezTo>
                    <a:cubicBezTo>
                      <a:pt x="46" y="214"/>
                      <a:pt x="46" y="214"/>
                      <a:pt x="46" y="214"/>
                    </a:cubicBezTo>
                    <a:cubicBezTo>
                      <a:pt x="47" y="213"/>
                      <a:pt x="48" y="213"/>
                      <a:pt x="48" y="214"/>
                    </a:cubicBezTo>
                    <a:cubicBezTo>
                      <a:pt x="48" y="214"/>
                      <a:pt x="48" y="214"/>
                      <a:pt x="48" y="214"/>
                    </a:cubicBezTo>
                    <a:cubicBezTo>
                      <a:pt x="49" y="215"/>
                      <a:pt x="48" y="215"/>
                      <a:pt x="48" y="216"/>
                    </a:cubicBezTo>
                    <a:cubicBezTo>
                      <a:pt x="48" y="216"/>
                      <a:pt x="48" y="216"/>
                      <a:pt x="48" y="216"/>
                    </a:cubicBezTo>
                    <a:cubicBezTo>
                      <a:pt x="48"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9" y="201"/>
                    </a:moveTo>
                    <a:cubicBezTo>
                      <a:pt x="68" y="200"/>
                      <a:pt x="68" y="199"/>
                      <a:pt x="69" y="199"/>
                    </a:cubicBezTo>
                    <a:cubicBezTo>
                      <a:pt x="69" y="199"/>
                      <a:pt x="69" y="199"/>
                      <a:pt x="69" y="199"/>
                    </a:cubicBezTo>
                    <a:cubicBezTo>
                      <a:pt x="70"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9"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3" y="193"/>
                      <a:pt x="82" y="193"/>
                      <a:pt x="82" y="194"/>
                    </a:cubicBezTo>
                    <a:cubicBezTo>
                      <a:pt x="82" y="194"/>
                      <a:pt x="82" y="194"/>
                      <a:pt x="82" y="194"/>
                    </a:cubicBezTo>
                    <a:cubicBezTo>
                      <a:pt x="81" y="194"/>
                      <a:pt x="81" y="194"/>
                      <a:pt x="81" y="194"/>
                    </a:cubicBezTo>
                    <a:cubicBezTo>
                      <a:pt x="81" y="194"/>
                      <a:pt x="81" y="194"/>
                      <a:pt x="81" y="194"/>
                    </a:cubicBezTo>
                    <a:cubicBezTo>
                      <a:pt x="81" y="194"/>
                      <a:pt x="80" y="194"/>
                      <a:pt x="80" y="193"/>
                    </a:cubicBezTo>
                    <a:close/>
                    <a:moveTo>
                      <a:pt x="91" y="186"/>
                    </a:moveTo>
                    <a:cubicBezTo>
                      <a:pt x="91" y="185"/>
                      <a:pt x="91" y="185"/>
                      <a:pt x="92" y="184"/>
                    </a:cubicBezTo>
                    <a:cubicBezTo>
                      <a:pt x="92" y="184"/>
                      <a:pt x="92" y="184"/>
                      <a:pt x="92"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3"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4"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8"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8" y="157"/>
                    </a:cubicBezTo>
                    <a:cubicBezTo>
                      <a:pt x="138" y="157"/>
                      <a:pt x="138" y="157"/>
                      <a:pt x="138"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50" y="147"/>
                      <a:pt x="150" y="148"/>
                    </a:cubicBezTo>
                    <a:cubicBezTo>
                      <a:pt x="150" y="148"/>
                      <a:pt x="150" y="148"/>
                      <a:pt x="150" y="148"/>
                    </a:cubicBezTo>
                    <a:cubicBezTo>
                      <a:pt x="150" y="148"/>
                      <a:pt x="150" y="149"/>
                      <a:pt x="150" y="150"/>
                    </a:cubicBezTo>
                    <a:cubicBezTo>
                      <a:pt x="150" y="150"/>
                      <a:pt x="150" y="150"/>
                      <a:pt x="150"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3" y="133"/>
                    </a:cubicBezTo>
                    <a:cubicBezTo>
                      <a:pt x="173" y="133"/>
                      <a:pt x="173" y="133"/>
                      <a:pt x="173"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1"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3" y="119"/>
                      <a:pt x="193" y="118"/>
                      <a:pt x="193" y="118"/>
                    </a:cubicBezTo>
                    <a:cubicBezTo>
                      <a:pt x="193" y="118"/>
                      <a:pt x="193" y="118"/>
                      <a:pt x="193" y="118"/>
                    </a:cubicBezTo>
                    <a:cubicBezTo>
                      <a:pt x="194" y="118"/>
                      <a:pt x="195" y="118"/>
                      <a:pt x="195" y="118"/>
                    </a:cubicBezTo>
                    <a:cubicBezTo>
                      <a:pt x="195" y="118"/>
                      <a:pt x="195" y="118"/>
                      <a:pt x="195" y="118"/>
                    </a:cubicBezTo>
                    <a:cubicBezTo>
                      <a:pt x="196" y="119"/>
                      <a:pt x="195" y="120"/>
                      <a:pt x="195" y="120"/>
                    </a:cubicBezTo>
                    <a:cubicBezTo>
                      <a:pt x="195" y="120"/>
                      <a:pt x="195" y="120"/>
                      <a:pt x="195" y="120"/>
                    </a:cubicBezTo>
                    <a:cubicBezTo>
                      <a:pt x="195"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5" y="113"/>
                      <a:pt x="204" y="112"/>
                    </a:cubicBezTo>
                    <a:close/>
                    <a:moveTo>
                      <a:pt x="216" y="105"/>
                    </a:moveTo>
                    <a:cubicBezTo>
                      <a:pt x="215" y="104"/>
                      <a:pt x="215" y="104"/>
                      <a:pt x="216" y="103"/>
                    </a:cubicBezTo>
                    <a:cubicBezTo>
                      <a:pt x="216" y="103"/>
                      <a:pt x="216" y="103"/>
                      <a:pt x="216" y="103"/>
                    </a:cubicBezTo>
                    <a:cubicBezTo>
                      <a:pt x="217"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6"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30" y="97"/>
                      <a:pt x="229" y="98"/>
                      <a:pt x="229" y="98"/>
                    </a:cubicBezTo>
                    <a:cubicBezTo>
                      <a:pt x="229" y="98"/>
                      <a:pt x="229" y="98"/>
                      <a:pt x="229" y="98"/>
                    </a:cubicBezTo>
                    <a:cubicBezTo>
                      <a:pt x="228" y="98"/>
                      <a:pt x="228" y="98"/>
                      <a:pt x="228" y="98"/>
                    </a:cubicBezTo>
                    <a:cubicBezTo>
                      <a:pt x="228" y="98"/>
                      <a:pt x="228" y="98"/>
                      <a:pt x="228" y="98"/>
                    </a:cubicBezTo>
                    <a:cubicBezTo>
                      <a:pt x="228" y="98"/>
                      <a:pt x="227" y="98"/>
                      <a:pt x="227" y="98"/>
                    </a:cubicBezTo>
                    <a:close/>
                    <a:moveTo>
                      <a:pt x="238" y="90"/>
                    </a:moveTo>
                    <a:cubicBezTo>
                      <a:pt x="238" y="90"/>
                      <a:pt x="238" y="89"/>
                      <a:pt x="239" y="88"/>
                    </a:cubicBezTo>
                    <a:cubicBezTo>
                      <a:pt x="239" y="88"/>
                      <a:pt x="239" y="88"/>
                      <a:pt x="239"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40" y="91"/>
                      <a:pt x="239" y="91"/>
                    </a:cubicBezTo>
                    <a:cubicBezTo>
                      <a:pt x="239" y="91"/>
                      <a:pt x="239" y="91"/>
                      <a:pt x="239" y="91"/>
                    </a:cubicBezTo>
                    <a:cubicBezTo>
                      <a:pt x="239" y="91"/>
                      <a:pt x="238" y="91"/>
                      <a:pt x="238" y="90"/>
                    </a:cubicBezTo>
                    <a:close/>
                    <a:moveTo>
                      <a:pt x="250"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50" y="83"/>
                    </a:cubicBezTo>
                    <a:close/>
                    <a:moveTo>
                      <a:pt x="261" y="76"/>
                    </a:moveTo>
                    <a:cubicBezTo>
                      <a:pt x="260" y="75"/>
                      <a:pt x="261"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5"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5" y="61"/>
                    </a:cubicBezTo>
                    <a:cubicBezTo>
                      <a:pt x="285" y="61"/>
                      <a:pt x="285" y="61"/>
                      <a:pt x="285" y="61"/>
                    </a:cubicBezTo>
                    <a:cubicBezTo>
                      <a:pt x="284" y="61"/>
                      <a:pt x="284" y="61"/>
                      <a:pt x="283" y="61"/>
                    </a:cubicBezTo>
                    <a:close/>
                    <a:moveTo>
                      <a:pt x="295" y="53"/>
                    </a:moveTo>
                    <a:cubicBezTo>
                      <a:pt x="294" y="53"/>
                      <a:pt x="294" y="52"/>
                      <a:pt x="295" y="52"/>
                    </a:cubicBezTo>
                    <a:cubicBezTo>
                      <a:pt x="295" y="52"/>
                      <a:pt x="295" y="52"/>
                      <a:pt x="295" y="52"/>
                    </a:cubicBezTo>
                    <a:cubicBezTo>
                      <a:pt x="296" y="51"/>
                      <a:pt x="297" y="51"/>
                      <a:pt x="297" y="52"/>
                    </a:cubicBezTo>
                    <a:cubicBezTo>
                      <a:pt x="297" y="52"/>
                      <a:pt x="297" y="52"/>
                      <a:pt x="297" y="52"/>
                    </a:cubicBezTo>
                    <a:cubicBezTo>
                      <a:pt x="297" y="53"/>
                      <a:pt x="297" y="53"/>
                      <a:pt x="297" y="54"/>
                    </a:cubicBezTo>
                    <a:cubicBezTo>
                      <a:pt x="297" y="54"/>
                      <a:pt x="297" y="54"/>
                      <a:pt x="297"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20" y="37"/>
                    </a:cubicBezTo>
                    <a:cubicBezTo>
                      <a:pt x="320" y="37"/>
                      <a:pt x="320" y="37"/>
                      <a:pt x="320"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8"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1" y="32"/>
                    </a:cubicBezTo>
                    <a:cubicBezTo>
                      <a:pt x="331" y="32"/>
                      <a:pt x="331" y="32"/>
                      <a:pt x="331" y="32"/>
                    </a:cubicBezTo>
                    <a:cubicBezTo>
                      <a:pt x="330" y="32"/>
                      <a:pt x="330" y="32"/>
                      <a:pt x="330" y="32"/>
                    </a:cubicBezTo>
                    <a:cubicBezTo>
                      <a:pt x="330" y="32"/>
                      <a:pt x="330" y="32"/>
                      <a:pt x="330" y="32"/>
                    </a:cubicBezTo>
                    <a:cubicBezTo>
                      <a:pt x="329" y="32"/>
                      <a:pt x="329" y="32"/>
                      <a:pt x="329" y="31"/>
                    </a:cubicBezTo>
                    <a:close/>
                    <a:moveTo>
                      <a:pt x="340" y="24"/>
                    </a:moveTo>
                    <a:cubicBezTo>
                      <a:pt x="340" y="23"/>
                      <a:pt x="340" y="23"/>
                      <a:pt x="340" y="22"/>
                    </a:cubicBezTo>
                    <a:cubicBezTo>
                      <a:pt x="340" y="22"/>
                      <a:pt x="340" y="22"/>
                      <a:pt x="340" y="22"/>
                    </a:cubicBezTo>
                    <a:cubicBezTo>
                      <a:pt x="341" y="22"/>
                      <a:pt x="342" y="22"/>
                      <a:pt x="342" y="23"/>
                    </a:cubicBezTo>
                    <a:cubicBezTo>
                      <a:pt x="342" y="23"/>
                      <a:pt x="342" y="23"/>
                      <a:pt x="342" y="23"/>
                    </a:cubicBezTo>
                    <a:cubicBezTo>
                      <a:pt x="343" y="23"/>
                      <a:pt x="342" y="24"/>
                      <a:pt x="342" y="24"/>
                    </a:cubicBezTo>
                    <a:cubicBezTo>
                      <a:pt x="342" y="24"/>
                      <a:pt x="342" y="24"/>
                      <a:pt x="342" y="24"/>
                    </a:cubicBezTo>
                    <a:cubicBezTo>
                      <a:pt x="342"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4" y="15"/>
                    </a:cubicBezTo>
                    <a:cubicBezTo>
                      <a:pt x="354" y="15"/>
                      <a:pt x="354" y="15"/>
                      <a:pt x="354"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2" y="17"/>
                      <a:pt x="351" y="17"/>
                    </a:cubicBezTo>
                    <a:close/>
                    <a:moveTo>
                      <a:pt x="363" y="9"/>
                    </a:moveTo>
                    <a:cubicBezTo>
                      <a:pt x="362" y="9"/>
                      <a:pt x="362" y="8"/>
                      <a:pt x="363" y="7"/>
                    </a:cubicBezTo>
                    <a:cubicBezTo>
                      <a:pt x="363" y="7"/>
                      <a:pt x="363" y="7"/>
                      <a:pt x="363" y="7"/>
                    </a:cubicBezTo>
                    <a:cubicBezTo>
                      <a:pt x="364"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3"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7" y="1"/>
                      <a:pt x="376" y="2"/>
                      <a:pt x="376" y="2"/>
                    </a:cubicBezTo>
                    <a:cubicBezTo>
                      <a:pt x="376" y="2"/>
                      <a:pt x="376" y="2"/>
                      <a:pt x="376" y="2"/>
                    </a:cubicBezTo>
                    <a:cubicBezTo>
                      <a:pt x="376" y="2"/>
                      <a:pt x="375" y="3"/>
                      <a:pt x="375" y="3"/>
                    </a:cubicBezTo>
                    <a:cubicBezTo>
                      <a:pt x="375" y="3"/>
                      <a:pt x="375" y="3"/>
                      <a:pt x="375" y="3"/>
                    </a:cubicBezTo>
                    <a:cubicBezTo>
                      <a:pt x="375"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5" name="Google Shape;675;p13"/>
              <p:cNvSpPr/>
              <p:nvPr/>
            </p:nvSpPr>
            <p:spPr>
              <a:xfrm>
                <a:off x="11244892" y="5123909"/>
                <a:ext cx="19581" cy="19580"/>
              </a:xfrm>
              <a:custGeom>
                <a:avLst/>
                <a:gdLst/>
                <a:ahLst/>
                <a:cxnLst/>
                <a:rect l="l" t="t" r="r" b="b"/>
                <a:pathLst>
                  <a:path w="3" h="3" extrusionOk="0">
                    <a:moveTo>
                      <a:pt x="2" y="3"/>
                    </a:moveTo>
                    <a:cubicBezTo>
                      <a:pt x="1" y="3"/>
                      <a:pt x="1" y="3"/>
                      <a:pt x="1" y="3"/>
                    </a:cubicBezTo>
                    <a:cubicBezTo>
                      <a:pt x="0" y="2"/>
                      <a:pt x="0" y="2"/>
                      <a:pt x="0" y="2"/>
                    </a:cubicBezTo>
                    <a:cubicBezTo>
                      <a:pt x="0" y="1"/>
                      <a:pt x="0" y="1"/>
                      <a:pt x="1" y="1"/>
                    </a:cubicBezTo>
                    <a:cubicBezTo>
                      <a:pt x="1" y="1"/>
                      <a:pt x="1" y="0"/>
                      <a:pt x="1" y="0"/>
                    </a:cubicBezTo>
                    <a:cubicBezTo>
                      <a:pt x="1" y="0"/>
                      <a:pt x="2" y="0"/>
                      <a:pt x="2" y="0"/>
                    </a:cubicBezTo>
                    <a:cubicBezTo>
                      <a:pt x="2" y="0"/>
                      <a:pt x="2" y="1"/>
                      <a:pt x="2" y="1"/>
                    </a:cubicBezTo>
                    <a:cubicBezTo>
                      <a:pt x="3" y="1"/>
                      <a:pt x="3" y="1"/>
                      <a:pt x="3" y="1"/>
                    </a:cubicBezTo>
                    <a:cubicBezTo>
                      <a:pt x="3" y="1"/>
                      <a:pt x="3" y="1"/>
                      <a:pt x="3" y="2"/>
                    </a:cubicBezTo>
                    <a:cubicBezTo>
                      <a:pt x="3" y="2"/>
                      <a:pt x="3" y="2"/>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6" name="Google Shape;676;p13"/>
              <p:cNvSpPr/>
              <p:nvPr/>
            </p:nvSpPr>
            <p:spPr>
              <a:xfrm>
                <a:off x="13841273" y="3526140"/>
                <a:ext cx="19581" cy="15664"/>
              </a:xfrm>
              <a:custGeom>
                <a:avLst/>
                <a:gdLst/>
                <a:ahLst/>
                <a:cxnLst/>
                <a:rect l="l" t="t" r="r" b="b"/>
                <a:pathLst>
                  <a:path w="3" h="3" extrusionOk="0">
                    <a:moveTo>
                      <a:pt x="2" y="3"/>
                    </a:moveTo>
                    <a:cubicBezTo>
                      <a:pt x="1" y="3"/>
                      <a:pt x="1" y="3"/>
                      <a:pt x="1" y="3"/>
                    </a:cubicBezTo>
                    <a:cubicBezTo>
                      <a:pt x="0" y="3"/>
                      <a:pt x="0" y="2"/>
                      <a:pt x="0" y="2"/>
                    </a:cubicBezTo>
                    <a:cubicBezTo>
                      <a:pt x="0" y="1"/>
                      <a:pt x="0" y="1"/>
                      <a:pt x="1" y="1"/>
                    </a:cubicBezTo>
                    <a:cubicBezTo>
                      <a:pt x="1" y="1"/>
                      <a:pt x="1" y="1"/>
                      <a:pt x="1" y="1"/>
                    </a:cubicBezTo>
                    <a:cubicBezTo>
                      <a:pt x="2" y="0"/>
                      <a:pt x="2" y="0"/>
                      <a:pt x="3" y="1"/>
                    </a:cubicBezTo>
                    <a:cubicBezTo>
                      <a:pt x="3" y="1"/>
                      <a:pt x="3" y="1"/>
                      <a:pt x="3" y="2"/>
                    </a:cubicBezTo>
                    <a:cubicBezTo>
                      <a:pt x="3" y="2"/>
                      <a:pt x="3" y="3"/>
                      <a:pt x="3"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7" name="Google Shape;677;p13"/>
              <p:cNvSpPr/>
              <p:nvPr/>
            </p:nvSpPr>
            <p:spPr>
              <a:xfrm>
                <a:off x="11460278" y="3573133"/>
                <a:ext cx="2334003"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3"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4" y="236"/>
                    </a:cubicBezTo>
                    <a:cubicBezTo>
                      <a:pt x="14" y="236"/>
                      <a:pt x="14" y="236"/>
                      <a:pt x="14"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5" y="231"/>
                    </a:cubicBezTo>
                    <a:cubicBezTo>
                      <a:pt x="25" y="231"/>
                      <a:pt x="25" y="231"/>
                      <a:pt x="25" y="231"/>
                    </a:cubicBezTo>
                    <a:cubicBezTo>
                      <a:pt x="24" y="231"/>
                      <a:pt x="24" y="231"/>
                      <a:pt x="24" y="231"/>
                    </a:cubicBezTo>
                    <a:cubicBezTo>
                      <a:pt x="24" y="231"/>
                      <a:pt x="24" y="231"/>
                      <a:pt x="24" y="231"/>
                    </a:cubicBezTo>
                    <a:cubicBezTo>
                      <a:pt x="23" y="231"/>
                      <a:pt x="23" y="231"/>
                      <a:pt x="23" y="230"/>
                    </a:cubicBezTo>
                    <a:close/>
                    <a:moveTo>
                      <a:pt x="34" y="223"/>
                    </a:moveTo>
                    <a:cubicBezTo>
                      <a:pt x="34"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6"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8" y="214"/>
                    </a:cubicBezTo>
                    <a:cubicBezTo>
                      <a:pt x="48" y="214"/>
                      <a:pt x="48" y="214"/>
                      <a:pt x="48"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6" y="216"/>
                      <a:pt x="45" y="216"/>
                    </a:cubicBezTo>
                    <a:close/>
                    <a:moveTo>
                      <a:pt x="57"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7" y="208"/>
                    </a:cubicBezTo>
                    <a:close/>
                    <a:moveTo>
                      <a:pt x="68" y="201"/>
                    </a:moveTo>
                    <a:cubicBezTo>
                      <a:pt x="68" y="200"/>
                      <a:pt x="68" y="199"/>
                      <a:pt x="68" y="199"/>
                    </a:cubicBezTo>
                    <a:cubicBezTo>
                      <a:pt x="68" y="199"/>
                      <a:pt x="68" y="199"/>
                      <a:pt x="68" y="199"/>
                    </a:cubicBezTo>
                    <a:cubicBezTo>
                      <a:pt x="69" y="199"/>
                      <a:pt x="70" y="199"/>
                      <a:pt x="70" y="199"/>
                    </a:cubicBezTo>
                    <a:cubicBezTo>
                      <a:pt x="70" y="199"/>
                      <a:pt x="70" y="199"/>
                      <a:pt x="70" y="199"/>
                    </a:cubicBezTo>
                    <a:cubicBezTo>
                      <a:pt x="71" y="200"/>
                      <a:pt x="70" y="201"/>
                      <a:pt x="70" y="201"/>
                    </a:cubicBezTo>
                    <a:cubicBezTo>
                      <a:pt x="70" y="201"/>
                      <a:pt x="70" y="201"/>
                      <a:pt x="70" y="201"/>
                    </a:cubicBezTo>
                    <a:cubicBezTo>
                      <a:pt x="70"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1" y="194"/>
                      <a:pt x="80" y="194"/>
                    </a:cubicBezTo>
                    <a:cubicBezTo>
                      <a:pt x="80" y="194"/>
                      <a:pt x="80" y="194"/>
                      <a:pt x="80" y="194"/>
                    </a:cubicBezTo>
                    <a:cubicBezTo>
                      <a:pt x="80" y="194"/>
                      <a:pt x="79" y="194"/>
                      <a:pt x="79" y="193"/>
                    </a:cubicBezTo>
                    <a:close/>
                    <a:moveTo>
                      <a:pt x="91" y="186"/>
                    </a:moveTo>
                    <a:cubicBezTo>
                      <a:pt x="90" y="185"/>
                      <a:pt x="90" y="185"/>
                      <a:pt x="91" y="184"/>
                    </a:cubicBezTo>
                    <a:cubicBezTo>
                      <a:pt x="91" y="184"/>
                      <a:pt x="91" y="184"/>
                      <a:pt x="91" y="184"/>
                    </a:cubicBezTo>
                    <a:cubicBezTo>
                      <a:pt x="92"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1"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6" y="165"/>
                    </a:cubicBezTo>
                    <a:cubicBezTo>
                      <a:pt x="126" y="165"/>
                      <a:pt x="126" y="165"/>
                      <a:pt x="126" y="165"/>
                    </a:cubicBezTo>
                    <a:cubicBezTo>
                      <a:pt x="125" y="165"/>
                      <a:pt x="125" y="164"/>
                      <a:pt x="124" y="164"/>
                    </a:cubicBezTo>
                    <a:close/>
                    <a:moveTo>
                      <a:pt x="136" y="157"/>
                    </a:moveTo>
                    <a:cubicBezTo>
                      <a:pt x="135" y="156"/>
                      <a:pt x="136" y="155"/>
                      <a:pt x="136" y="155"/>
                    </a:cubicBezTo>
                    <a:cubicBezTo>
                      <a:pt x="136" y="155"/>
                      <a:pt x="136" y="155"/>
                      <a:pt x="136" y="155"/>
                    </a:cubicBezTo>
                    <a:cubicBezTo>
                      <a:pt x="137" y="154"/>
                      <a:pt x="138"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50"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2" y="132"/>
                      <a:pt x="172" y="133"/>
                    </a:cubicBezTo>
                    <a:cubicBezTo>
                      <a:pt x="172" y="133"/>
                      <a:pt x="172" y="133"/>
                      <a:pt x="172" y="133"/>
                    </a:cubicBezTo>
                    <a:cubicBezTo>
                      <a:pt x="172" y="134"/>
                      <a:pt x="172" y="134"/>
                      <a:pt x="172" y="135"/>
                    </a:cubicBezTo>
                    <a:cubicBezTo>
                      <a:pt x="172" y="135"/>
                      <a:pt x="172" y="135"/>
                      <a:pt x="172" y="135"/>
                    </a:cubicBezTo>
                    <a:cubicBezTo>
                      <a:pt x="171" y="135"/>
                      <a:pt x="171" y="135"/>
                      <a:pt x="171" y="135"/>
                    </a:cubicBezTo>
                    <a:cubicBezTo>
                      <a:pt x="171" y="135"/>
                      <a:pt x="171" y="135"/>
                      <a:pt x="171" y="135"/>
                    </a:cubicBezTo>
                    <a:cubicBezTo>
                      <a:pt x="170" y="135"/>
                      <a:pt x="170" y="135"/>
                      <a:pt x="170" y="134"/>
                    </a:cubicBezTo>
                    <a:close/>
                    <a:moveTo>
                      <a:pt x="181" y="127"/>
                    </a:moveTo>
                    <a:cubicBezTo>
                      <a:pt x="181"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3" y="120"/>
                      <a:pt x="192" y="120"/>
                    </a:cubicBezTo>
                    <a:close/>
                    <a:moveTo>
                      <a:pt x="204"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4" y="112"/>
                    </a:cubicBezTo>
                    <a:close/>
                    <a:moveTo>
                      <a:pt x="215" y="105"/>
                    </a:moveTo>
                    <a:cubicBezTo>
                      <a:pt x="215" y="104"/>
                      <a:pt x="215" y="104"/>
                      <a:pt x="215" y="103"/>
                    </a:cubicBezTo>
                    <a:cubicBezTo>
                      <a:pt x="215" y="103"/>
                      <a:pt x="215" y="103"/>
                      <a:pt x="215" y="103"/>
                    </a:cubicBezTo>
                    <a:cubicBezTo>
                      <a:pt x="216" y="103"/>
                      <a:pt x="217" y="103"/>
                      <a:pt x="217" y="104"/>
                    </a:cubicBezTo>
                    <a:cubicBezTo>
                      <a:pt x="217" y="104"/>
                      <a:pt x="217" y="104"/>
                      <a:pt x="217" y="104"/>
                    </a:cubicBezTo>
                    <a:cubicBezTo>
                      <a:pt x="218" y="104"/>
                      <a:pt x="217"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8" y="90"/>
                    </a:moveTo>
                    <a:cubicBezTo>
                      <a:pt x="237" y="90"/>
                      <a:pt x="237" y="89"/>
                      <a:pt x="238" y="88"/>
                    </a:cubicBezTo>
                    <a:cubicBezTo>
                      <a:pt x="238" y="88"/>
                      <a:pt x="238" y="88"/>
                      <a:pt x="238" y="88"/>
                    </a:cubicBezTo>
                    <a:cubicBezTo>
                      <a:pt x="239"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8"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2"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1" y="68"/>
                    </a:cubicBezTo>
                    <a:close/>
                    <a:moveTo>
                      <a:pt x="283" y="61"/>
                    </a:moveTo>
                    <a:cubicBezTo>
                      <a:pt x="282" y="60"/>
                      <a:pt x="283"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7"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5" y="46"/>
                    </a:cubicBezTo>
                    <a:close/>
                    <a:moveTo>
                      <a:pt x="317" y="39"/>
                    </a:moveTo>
                    <a:cubicBezTo>
                      <a:pt x="316" y="38"/>
                      <a:pt x="316" y="37"/>
                      <a:pt x="317" y="37"/>
                    </a:cubicBezTo>
                    <a:cubicBezTo>
                      <a:pt x="317" y="37"/>
                      <a:pt x="317" y="37"/>
                      <a:pt x="317" y="37"/>
                    </a:cubicBezTo>
                    <a:cubicBezTo>
                      <a:pt x="318" y="36"/>
                      <a:pt x="319" y="37"/>
                      <a:pt x="319" y="37"/>
                    </a:cubicBezTo>
                    <a:cubicBezTo>
                      <a:pt x="319" y="37"/>
                      <a:pt x="319" y="37"/>
                      <a:pt x="319" y="37"/>
                    </a:cubicBezTo>
                    <a:cubicBezTo>
                      <a:pt x="319" y="38"/>
                      <a:pt x="319" y="39"/>
                      <a:pt x="319" y="39"/>
                    </a:cubicBezTo>
                    <a:cubicBezTo>
                      <a:pt x="319" y="39"/>
                      <a:pt x="319" y="39"/>
                      <a:pt x="319" y="39"/>
                    </a:cubicBezTo>
                    <a:cubicBezTo>
                      <a:pt x="318" y="39"/>
                      <a:pt x="318" y="39"/>
                      <a:pt x="318" y="39"/>
                    </a:cubicBezTo>
                    <a:cubicBezTo>
                      <a:pt x="318" y="39"/>
                      <a:pt x="318" y="39"/>
                      <a:pt x="318" y="39"/>
                    </a:cubicBezTo>
                    <a:cubicBezTo>
                      <a:pt x="317" y="39"/>
                      <a:pt x="317" y="39"/>
                      <a:pt x="317" y="39"/>
                    </a:cubicBezTo>
                    <a:close/>
                    <a:moveTo>
                      <a:pt x="328" y="31"/>
                    </a:moveTo>
                    <a:cubicBezTo>
                      <a:pt x="328"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2" y="23"/>
                    </a:cubicBezTo>
                    <a:cubicBezTo>
                      <a:pt x="342" y="23"/>
                      <a:pt x="342" y="23"/>
                      <a:pt x="342"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40"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2" y="9"/>
                      <a:pt x="362" y="8"/>
                      <a:pt x="362" y="7"/>
                    </a:cubicBezTo>
                    <a:cubicBezTo>
                      <a:pt x="362" y="7"/>
                      <a:pt x="362" y="7"/>
                      <a:pt x="362" y="7"/>
                    </a:cubicBezTo>
                    <a:cubicBezTo>
                      <a:pt x="363" y="7"/>
                      <a:pt x="364" y="7"/>
                      <a:pt x="364" y="8"/>
                    </a:cubicBezTo>
                    <a:cubicBezTo>
                      <a:pt x="364" y="8"/>
                      <a:pt x="364" y="8"/>
                      <a:pt x="364" y="8"/>
                    </a:cubicBezTo>
                    <a:cubicBezTo>
                      <a:pt x="365" y="8"/>
                      <a:pt x="364" y="9"/>
                      <a:pt x="364" y="10"/>
                    </a:cubicBezTo>
                    <a:cubicBezTo>
                      <a:pt x="364" y="10"/>
                      <a:pt x="364" y="10"/>
                      <a:pt x="364" y="10"/>
                    </a:cubicBezTo>
                    <a:cubicBezTo>
                      <a:pt x="364"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8" name="Google Shape;678;p13"/>
              <p:cNvSpPr/>
              <p:nvPr/>
            </p:nvSpPr>
            <p:spPr>
              <a:xfrm>
                <a:off x="11393704" y="5123909"/>
                <a:ext cx="11748" cy="19580"/>
              </a:xfrm>
              <a:custGeom>
                <a:avLst/>
                <a:gdLst/>
                <a:ahLst/>
                <a:cxnLst/>
                <a:rect l="l" t="t" r="r" b="b"/>
                <a:pathLst>
                  <a:path w="2" h="3" extrusionOk="0">
                    <a:moveTo>
                      <a:pt x="1" y="3"/>
                    </a:moveTo>
                    <a:cubicBezTo>
                      <a:pt x="1" y="3"/>
                      <a:pt x="1" y="3"/>
                      <a:pt x="0" y="3"/>
                    </a:cubicBezTo>
                    <a:cubicBezTo>
                      <a:pt x="0" y="3"/>
                      <a:pt x="0" y="3"/>
                      <a:pt x="0" y="3"/>
                    </a:cubicBezTo>
                    <a:cubicBezTo>
                      <a:pt x="0" y="2"/>
                      <a:pt x="0" y="2"/>
                      <a:pt x="0" y="2"/>
                    </a:cubicBezTo>
                    <a:cubicBezTo>
                      <a:pt x="0" y="1"/>
                      <a:pt x="0" y="1"/>
                      <a:pt x="0" y="1"/>
                    </a:cubicBezTo>
                    <a:cubicBezTo>
                      <a:pt x="0" y="1"/>
                      <a:pt x="0" y="1"/>
                      <a:pt x="0" y="1"/>
                    </a:cubicBezTo>
                    <a:cubicBezTo>
                      <a:pt x="0" y="0"/>
                      <a:pt x="1" y="0"/>
                      <a:pt x="1" y="0"/>
                    </a:cubicBezTo>
                    <a:cubicBezTo>
                      <a:pt x="2" y="0"/>
                      <a:pt x="2" y="1"/>
                      <a:pt x="2" y="1"/>
                    </a:cubicBezTo>
                    <a:cubicBezTo>
                      <a:pt x="2" y="1"/>
                      <a:pt x="2" y="1"/>
                      <a:pt x="2" y="1"/>
                    </a:cubicBezTo>
                    <a:cubicBezTo>
                      <a:pt x="2" y="1"/>
                      <a:pt x="2" y="1"/>
                      <a:pt x="2" y="2"/>
                    </a:cubicBezTo>
                    <a:cubicBezTo>
                      <a:pt x="2" y="2"/>
                      <a:pt x="2" y="2"/>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679" name="Google Shape;679;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80" name="Google Shape;680;p13"/>
          <p:cNvSpPr txBox="1">
            <a:spLocks noGrp="1"/>
          </p:cNvSpPr>
          <p:nvPr>
            <p:ph type="title" idx="2" hasCustomPrompt="1"/>
          </p:nvPr>
        </p:nvSpPr>
        <p:spPr>
          <a:xfrm>
            <a:off x="1087963" y="1595175"/>
            <a:ext cx="708900" cy="4476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81" name="Google Shape;681;p13"/>
          <p:cNvSpPr txBox="1">
            <a:spLocks noGrp="1"/>
          </p:cNvSpPr>
          <p:nvPr>
            <p:ph type="title" idx="3" hasCustomPrompt="1"/>
          </p:nvPr>
        </p:nvSpPr>
        <p:spPr>
          <a:xfrm>
            <a:off x="1087963" y="3028588"/>
            <a:ext cx="708900" cy="4476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82" name="Google Shape;682;p13"/>
          <p:cNvSpPr txBox="1">
            <a:spLocks noGrp="1"/>
          </p:cNvSpPr>
          <p:nvPr>
            <p:ph type="title" idx="4" hasCustomPrompt="1"/>
          </p:nvPr>
        </p:nvSpPr>
        <p:spPr>
          <a:xfrm>
            <a:off x="3684819" y="1595175"/>
            <a:ext cx="708900" cy="4476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83" name="Google Shape;683;p13"/>
          <p:cNvSpPr txBox="1">
            <a:spLocks noGrp="1"/>
          </p:cNvSpPr>
          <p:nvPr>
            <p:ph type="title" idx="5" hasCustomPrompt="1"/>
          </p:nvPr>
        </p:nvSpPr>
        <p:spPr>
          <a:xfrm>
            <a:off x="3684819" y="3028588"/>
            <a:ext cx="708900" cy="4476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84" name="Google Shape;684;p13"/>
          <p:cNvSpPr txBox="1">
            <a:spLocks noGrp="1"/>
          </p:cNvSpPr>
          <p:nvPr>
            <p:ph type="title" idx="6" hasCustomPrompt="1"/>
          </p:nvPr>
        </p:nvSpPr>
        <p:spPr>
          <a:xfrm>
            <a:off x="6296146" y="1595175"/>
            <a:ext cx="708900" cy="4476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85" name="Google Shape;685;p13"/>
          <p:cNvSpPr txBox="1">
            <a:spLocks noGrp="1"/>
          </p:cNvSpPr>
          <p:nvPr>
            <p:ph type="title" idx="7" hasCustomPrompt="1"/>
          </p:nvPr>
        </p:nvSpPr>
        <p:spPr>
          <a:xfrm>
            <a:off x="6296146" y="3028588"/>
            <a:ext cx="708900" cy="4476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86" name="Google Shape;686;p13"/>
          <p:cNvSpPr txBox="1">
            <a:spLocks noGrp="1"/>
          </p:cNvSpPr>
          <p:nvPr>
            <p:ph type="subTitle" idx="1"/>
          </p:nvPr>
        </p:nvSpPr>
        <p:spPr>
          <a:xfrm>
            <a:off x="993213" y="2098768"/>
            <a:ext cx="19641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Raleway"/>
              <a:buNone/>
              <a:defRPr sz="1800" b="1">
                <a:solidFill>
                  <a:schemeClr val="dk1"/>
                </a:solidFill>
                <a:latin typeface="Outfit"/>
                <a:ea typeface="Outfit"/>
                <a:cs typeface="Outfit"/>
                <a:sym typeface="Outfit"/>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687" name="Google Shape;687;p13"/>
          <p:cNvSpPr txBox="1">
            <a:spLocks noGrp="1"/>
          </p:cNvSpPr>
          <p:nvPr>
            <p:ph type="subTitle" idx="8"/>
          </p:nvPr>
        </p:nvSpPr>
        <p:spPr>
          <a:xfrm>
            <a:off x="3590069" y="2098768"/>
            <a:ext cx="19641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Raleway"/>
              <a:buNone/>
              <a:defRPr sz="1800" b="1">
                <a:solidFill>
                  <a:schemeClr val="dk1"/>
                </a:solidFill>
                <a:latin typeface="Outfit"/>
                <a:ea typeface="Outfit"/>
                <a:cs typeface="Outfit"/>
                <a:sym typeface="Outfit"/>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688" name="Google Shape;688;p13"/>
          <p:cNvSpPr txBox="1">
            <a:spLocks noGrp="1"/>
          </p:cNvSpPr>
          <p:nvPr>
            <p:ph type="subTitle" idx="9"/>
          </p:nvPr>
        </p:nvSpPr>
        <p:spPr>
          <a:xfrm>
            <a:off x="6201396" y="2098768"/>
            <a:ext cx="19494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Raleway"/>
              <a:buNone/>
              <a:defRPr sz="1800" b="1">
                <a:solidFill>
                  <a:schemeClr val="dk1"/>
                </a:solidFill>
                <a:latin typeface="Outfit"/>
                <a:ea typeface="Outfit"/>
                <a:cs typeface="Outfit"/>
                <a:sym typeface="Outfit"/>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689" name="Google Shape;689;p13"/>
          <p:cNvSpPr txBox="1">
            <a:spLocks noGrp="1"/>
          </p:cNvSpPr>
          <p:nvPr>
            <p:ph type="subTitle" idx="13"/>
          </p:nvPr>
        </p:nvSpPr>
        <p:spPr>
          <a:xfrm>
            <a:off x="993213" y="3532248"/>
            <a:ext cx="19641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Raleway"/>
              <a:buNone/>
              <a:defRPr sz="1800" b="1">
                <a:solidFill>
                  <a:schemeClr val="dk1"/>
                </a:solidFill>
                <a:latin typeface="Outfit"/>
                <a:ea typeface="Outfit"/>
                <a:cs typeface="Outfit"/>
                <a:sym typeface="Outfit"/>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690" name="Google Shape;690;p13"/>
          <p:cNvSpPr txBox="1">
            <a:spLocks noGrp="1"/>
          </p:cNvSpPr>
          <p:nvPr>
            <p:ph type="subTitle" idx="14"/>
          </p:nvPr>
        </p:nvSpPr>
        <p:spPr>
          <a:xfrm>
            <a:off x="3590069" y="3532248"/>
            <a:ext cx="19461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Raleway"/>
              <a:buNone/>
              <a:defRPr sz="1800" b="1">
                <a:solidFill>
                  <a:schemeClr val="dk1"/>
                </a:solidFill>
                <a:latin typeface="Outfit"/>
                <a:ea typeface="Outfit"/>
                <a:cs typeface="Outfit"/>
                <a:sym typeface="Outfit"/>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691" name="Google Shape;691;p13"/>
          <p:cNvSpPr txBox="1">
            <a:spLocks noGrp="1"/>
          </p:cNvSpPr>
          <p:nvPr>
            <p:ph type="subTitle" idx="15"/>
          </p:nvPr>
        </p:nvSpPr>
        <p:spPr>
          <a:xfrm>
            <a:off x="6201396" y="3532248"/>
            <a:ext cx="19494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Raleway"/>
              <a:buNone/>
              <a:defRPr sz="1800" b="1">
                <a:solidFill>
                  <a:schemeClr val="dk1"/>
                </a:solidFill>
                <a:latin typeface="Outfit"/>
                <a:ea typeface="Outfit"/>
                <a:cs typeface="Outfit"/>
                <a:sym typeface="Outfit"/>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188"/>
        <p:cNvGrpSpPr/>
        <p:nvPr/>
      </p:nvGrpSpPr>
      <p:grpSpPr>
        <a:xfrm>
          <a:off x="0" y="0"/>
          <a:ext cx="0" cy="0"/>
          <a:chOff x="0" y="0"/>
          <a:chExt cx="0" cy="0"/>
        </a:xfrm>
      </p:grpSpPr>
      <p:grpSp>
        <p:nvGrpSpPr>
          <p:cNvPr id="1189" name="Google Shape;1189;p22"/>
          <p:cNvGrpSpPr/>
          <p:nvPr/>
        </p:nvGrpSpPr>
        <p:grpSpPr>
          <a:xfrm>
            <a:off x="-1696452" y="-2157534"/>
            <a:ext cx="12663109" cy="9410787"/>
            <a:chOff x="-1696452" y="-2157534"/>
            <a:chExt cx="12663109" cy="9410787"/>
          </a:xfrm>
        </p:grpSpPr>
        <p:sp>
          <p:nvSpPr>
            <p:cNvPr id="1190" name="Google Shape;1190;p22"/>
            <p:cNvSpPr/>
            <p:nvPr/>
          </p:nvSpPr>
          <p:spPr>
            <a:xfrm>
              <a:off x="-1088313" y="1695402"/>
              <a:ext cx="2541557" cy="2005043"/>
            </a:xfrm>
            <a:custGeom>
              <a:avLst/>
              <a:gdLst/>
              <a:ahLst/>
              <a:cxnLst/>
              <a:rect l="l" t="t" r="r" b="b"/>
              <a:pathLst>
                <a:path w="649" h="512" extrusionOk="0">
                  <a:moveTo>
                    <a:pt x="22" y="409"/>
                  </a:moveTo>
                  <a:lnTo>
                    <a:pt x="649" y="0"/>
                  </a:lnTo>
                  <a:lnTo>
                    <a:pt x="627" y="103"/>
                  </a:lnTo>
                  <a:lnTo>
                    <a:pt x="0" y="512"/>
                  </a:lnTo>
                  <a:lnTo>
                    <a:pt x="22" y="40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91" name="Google Shape;1191;p22"/>
            <p:cNvGrpSpPr/>
            <p:nvPr/>
          </p:nvGrpSpPr>
          <p:grpSpPr>
            <a:xfrm>
              <a:off x="-649032" y="-2157534"/>
              <a:ext cx="3093729" cy="4362535"/>
              <a:chOff x="-649032" y="-2157534"/>
              <a:chExt cx="3093729" cy="4362535"/>
            </a:xfrm>
          </p:grpSpPr>
          <p:sp>
            <p:nvSpPr>
              <p:cNvPr id="1192" name="Google Shape;1192;p22"/>
              <p:cNvSpPr/>
              <p:nvPr/>
            </p:nvSpPr>
            <p:spPr>
              <a:xfrm>
                <a:off x="-582458" y="-2079212"/>
                <a:ext cx="3027155" cy="4284213"/>
              </a:xfrm>
              <a:custGeom>
                <a:avLst/>
                <a:gdLst/>
                <a:ahLst/>
                <a:cxnLst/>
                <a:rect l="l" t="t" r="r" b="b"/>
                <a:pathLst>
                  <a:path w="773" h="1094" extrusionOk="0">
                    <a:moveTo>
                      <a:pt x="146" y="409"/>
                    </a:moveTo>
                    <a:lnTo>
                      <a:pt x="773" y="0"/>
                    </a:lnTo>
                    <a:lnTo>
                      <a:pt x="627" y="686"/>
                    </a:lnTo>
                    <a:lnTo>
                      <a:pt x="0" y="1094"/>
                    </a:lnTo>
                    <a:lnTo>
                      <a:pt x="146" y="409"/>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3" name="Google Shape;1193;p22"/>
              <p:cNvSpPr/>
              <p:nvPr/>
            </p:nvSpPr>
            <p:spPr>
              <a:xfrm>
                <a:off x="-649032" y="-2157534"/>
                <a:ext cx="3031071" cy="4299878"/>
              </a:xfrm>
              <a:custGeom>
                <a:avLst/>
                <a:gdLst/>
                <a:ahLst/>
                <a:cxnLst/>
                <a:rect l="l" t="t" r="r" b="b"/>
                <a:pathLst>
                  <a:path w="774" h="1098" extrusionOk="0">
                    <a:moveTo>
                      <a:pt x="0" y="1098"/>
                    </a:moveTo>
                    <a:lnTo>
                      <a:pt x="0" y="1095"/>
                    </a:lnTo>
                    <a:lnTo>
                      <a:pt x="144" y="410"/>
                    </a:lnTo>
                    <a:lnTo>
                      <a:pt x="146" y="410"/>
                    </a:lnTo>
                    <a:lnTo>
                      <a:pt x="774" y="0"/>
                    </a:lnTo>
                    <a:lnTo>
                      <a:pt x="773" y="1"/>
                    </a:lnTo>
                    <a:lnTo>
                      <a:pt x="628" y="688"/>
                    </a:lnTo>
                    <a:lnTo>
                      <a:pt x="628" y="688"/>
                    </a:lnTo>
                    <a:lnTo>
                      <a:pt x="0" y="1098"/>
                    </a:lnTo>
                    <a:close/>
                    <a:moveTo>
                      <a:pt x="147" y="411"/>
                    </a:moveTo>
                    <a:lnTo>
                      <a:pt x="1" y="1093"/>
                    </a:lnTo>
                    <a:lnTo>
                      <a:pt x="627" y="687"/>
                    </a:lnTo>
                    <a:lnTo>
                      <a:pt x="771" y="5"/>
                    </a:lnTo>
                    <a:lnTo>
                      <a:pt x="147" y="41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194" name="Google Shape;1194;p22"/>
            <p:cNvSpPr/>
            <p:nvPr/>
          </p:nvSpPr>
          <p:spPr>
            <a:xfrm>
              <a:off x="-1696452" y="1382616"/>
              <a:ext cx="4141151" cy="5870637"/>
            </a:xfrm>
            <a:custGeom>
              <a:avLst/>
              <a:gdLst/>
              <a:ahLst/>
              <a:cxnLst/>
              <a:rect l="l" t="t" r="r" b="b"/>
              <a:pathLst>
                <a:path w="771" h="1093" extrusionOk="0">
                  <a:moveTo>
                    <a:pt x="144" y="408"/>
                  </a:moveTo>
                  <a:lnTo>
                    <a:pt x="771" y="0"/>
                  </a:lnTo>
                  <a:lnTo>
                    <a:pt x="625" y="685"/>
                  </a:lnTo>
                  <a:lnTo>
                    <a:pt x="0" y="1093"/>
                  </a:lnTo>
                  <a:lnTo>
                    <a:pt x="144" y="408"/>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5" name="Google Shape;1195;p22"/>
            <p:cNvSpPr/>
            <p:nvPr/>
          </p:nvSpPr>
          <p:spPr>
            <a:xfrm>
              <a:off x="8119046" y="2666121"/>
              <a:ext cx="2537641" cy="2001127"/>
            </a:xfrm>
            <a:custGeom>
              <a:avLst/>
              <a:gdLst/>
              <a:ahLst/>
              <a:cxnLst/>
              <a:rect l="l" t="t" r="r" b="b"/>
              <a:pathLst>
                <a:path w="648" h="511" extrusionOk="0">
                  <a:moveTo>
                    <a:pt x="21" y="408"/>
                  </a:moveTo>
                  <a:lnTo>
                    <a:pt x="648" y="0"/>
                  </a:lnTo>
                  <a:lnTo>
                    <a:pt x="627" y="103"/>
                  </a:lnTo>
                  <a:lnTo>
                    <a:pt x="0" y="511"/>
                  </a:lnTo>
                  <a:lnTo>
                    <a:pt x="21" y="40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6" name="Google Shape;1196;p22"/>
            <p:cNvSpPr/>
            <p:nvPr/>
          </p:nvSpPr>
          <p:spPr>
            <a:xfrm>
              <a:off x="7939503" y="230721"/>
              <a:ext cx="3027155" cy="4280297"/>
            </a:xfrm>
            <a:custGeom>
              <a:avLst/>
              <a:gdLst/>
              <a:ahLst/>
              <a:cxnLst/>
              <a:rect l="l" t="t" r="r" b="b"/>
              <a:pathLst>
                <a:path w="773" h="1093" extrusionOk="0">
                  <a:moveTo>
                    <a:pt x="146" y="408"/>
                  </a:moveTo>
                  <a:lnTo>
                    <a:pt x="773" y="0"/>
                  </a:lnTo>
                  <a:lnTo>
                    <a:pt x="627" y="685"/>
                  </a:lnTo>
                  <a:lnTo>
                    <a:pt x="0" y="1093"/>
                  </a:lnTo>
                  <a:lnTo>
                    <a:pt x="146" y="40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97" name="Google Shape;1197;p22"/>
            <p:cNvGrpSpPr/>
            <p:nvPr/>
          </p:nvGrpSpPr>
          <p:grpSpPr>
            <a:xfrm>
              <a:off x="8164894" y="-207299"/>
              <a:ext cx="1683928" cy="2349660"/>
              <a:chOff x="-1107581" y="1955801"/>
              <a:chExt cx="1683928" cy="2349660"/>
            </a:xfrm>
          </p:grpSpPr>
          <p:sp>
            <p:nvSpPr>
              <p:cNvPr id="1198" name="Google Shape;1198;p22"/>
              <p:cNvSpPr/>
              <p:nvPr/>
            </p:nvSpPr>
            <p:spPr>
              <a:xfrm>
                <a:off x="-1052755" y="1994962"/>
                <a:ext cx="1629103" cy="2310499"/>
              </a:xfrm>
              <a:custGeom>
                <a:avLst/>
                <a:gdLst/>
                <a:ahLst/>
                <a:cxnLst/>
                <a:rect l="l" t="t" r="r" b="b"/>
                <a:pathLst>
                  <a:path w="416" h="590" extrusionOk="0">
                    <a:moveTo>
                      <a:pt x="79" y="219"/>
                    </a:moveTo>
                    <a:lnTo>
                      <a:pt x="416" y="0"/>
                    </a:lnTo>
                    <a:lnTo>
                      <a:pt x="413" y="321"/>
                    </a:lnTo>
                    <a:lnTo>
                      <a:pt x="0" y="590"/>
                    </a:lnTo>
                    <a:lnTo>
                      <a:pt x="79" y="219"/>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9" name="Google Shape;1199;p22"/>
              <p:cNvSpPr/>
              <p:nvPr/>
            </p:nvSpPr>
            <p:spPr>
              <a:xfrm>
                <a:off x="-1107581" y="1955801"/>
                <a:ext cx="1640851" cy="2322247"/>
              </a:xfrm>
              <a:custGeom>
                <a:avLst/>
                <a:gdLst/>
                <a:ahLst/>
                <a:cxnLst/>
                <a:rect l="l" t="t" r="r" b="b"/>
                <a:pathLst>
                  <a:path w="419" h="593" extrusionOk="0">
                    <a:moveTo>
                      <a:pt x="0" y="593"/>
                    </a:moveTo>
                    <a:lnTo>
                      <a:pt x="1" y="592"/>
                    </a:lnTo>
                    <a:lnTo>
                      <a:pt x="79" y="222"/>
                    </a:lnTo>
                    <a:lnTo>
                      <a:pt x="419" y="0"/>
                    </a:lnTo>
                    <a:lnTo>
                      <a:pt x="419" y="2"/>
                    </a:lnTo>
                    <a:lnTo>
                      <a:pt x="416" y="323"/>
                    </a:lnTo>
                    <a:lnTo>
                      <a:pt x="416" y="324"/>
                    </a:lnTo>
                    <a:lnTo>
                      <a:pt x="0" y="593"/>
                    </a:lnTo>
                    <a:close/>
                    <a:moveTo>
                      <a:pt x="81" y="222"/>
                    </a:moveTo>
                    <a:lnTo>
                      <a:pt x="3" y="589"/>
                    </a:lnTo>
                    <a:lnTo>
                      <a:pt x="413" y="323"/>
                    </a:lnTo>
                    <a:lnTo>
                      <a:pt x="418" y="3"/>
                    </a:lnTo>
                    <a:lnTo>
                      <a:pt x="81" y="222"/>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200" name="Google Shape;1200;p22"/>
          <p:cNvGrpSpPr/>
          <p:nvPr/>
        </p:nvGrpSpPr>
        <p:grpSpPr>
          <a:xfrm>
            <a:off x="1048105" y="-1082360"/>
            <a:ext cx="8221699" cy="7304442"/>
            <a:chOff x="1048105" y="-1082360"/>
            <a:chExt cx="8221699" cy="7304442"/>
          </a:xfrm>
        </p:grpSpPr>
        <p:grpSp>
          <p:nvGrpSpPr>
            <p:cNvPr id="1201" name="Google Shape;1201;p22"/>
            <p:cNvGrpSpPr/>
            <p:nvPr/>
          </p:nvGrpSpPr>
          <p:grpSpPr>
            <a:xfrm>
              <a:off x="4840682" y="-1082360"/>
              <a:ext cx="4429121" cy="1617349"/>
              <a:chOff x="9431732" y="3526140"/>
              <a:chExt cx="4429121" cy="1617349"/>
            </a:xfrm>
          </p:grpSpPr>
          <p:sp>
            <p:nvSpPr>
              <p:cNvPr id="1202" name="Google Shape;1202;p22"/>
              <p:cNvSpPr/>
              <p:nvPr/>
            </p:nvSpPr>
            <p:spPr>
              <a:xfrm>
                <a:off x="11812728" y="3526140"/>
                <a:ext cx="19581" cy="15664"/>
              </a:xfrm>
              <a:custGeom>
                <a:avLst/>
                <a:gdLst/>
                <a:ahLst/>
                <a:cxnLst/>
                <a:rect l="l" t="t" r="r" b="b"/>
                <a:pathLst>
                  <a:path w="3" h="3" extrusionOk="0">
                    <a:moveTo>
                      <a:pt x="2" y="3"/>
                    </a:moveTo>
                    <a:cubicBezTo>
                      <a:pt x="1" y="3"/>
                      <a:pt x="1" y="3"/>
                      <a:pt x="1" y="3"/>
                    </a:cubicBezTo>
                    <a:cubicBezTo>
                      <a:pt x="1" y="3"/>
                      <a:pt x="0" y="2"/>
                      <a:pt x="0" y="2"/>
                    </a:cubicBezTo>
                    <a:cubicBezTo>
                      <a:pt x="0" y="1"/>
                      <a:pt x="1" y="1"/>
                      <a:pt x="1" y="1"/>
                    </a:cubicBezTo>
                    <a:cubicBezTo>
                      <a:pt x="1" y="1"/>
                      <a:pt x="1" y="1"/>
                      <a:pt x="1" y="1"/>
                    </a:cubicBezTo>
                    <a:cubicBezTo>
                      <a:pt x="2" y="0"/>
                      <a:pt x="2" y="0"/>
                      <a:pt x="3" y="1"/>
                    </a:cubicBezTo>
                    <a:cubicBezTo>
                      <a:pt x="3" y="1"/>
                      <a:pt x="3" y="1"/>
                      <a:pt x="3" y="2"/>
                    </a:cubicBezTo>
                    <a:cubicBezTo>
                      <a:pt x="3" y="2"/>
                      <a:pt x="3" y="3"/>
                      <a:pt x="3" y="3"/>
                    </a:cubicBezTo>
                    <a:cubicBezTo>
                      <a:pt x="3"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3" name="Google Shape;1203;p22"/>
              <p:cNvSpPr/>
              <p:nvPr/>
            </p:nvSpPr>
            <p:spPr>
              <a:xfrm>
                <a:off x="9431732" y="3573133"/>
                <a:ext cx="2334003"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2" y="244"/>
                    </a:cubicBezTo>
                    <a:cubicBezTo>
                      <a:pt x="2" y="244"/>
                      <a:pt x="2" y="244"/>
                      <a:pt x="2"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0"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2" y="230"/>
                      <a:pt x="23" y="229"/>
                      <a:pt x="23" y="228"/>
                    </a:cubicBezTo>
                    <a:cubicBezTo>
                      <a:pt x="23" y="228"/>
                      <a:pt x="23" y="228"/>
                      <a:pt x="23" y="228"/>
                    </a:cubicBezTo>
                    <a:cubicBezTo>
                      <a:pt x="24" y="228"/>
                      <a:pt x="25" y="228"/>
                      <a:pt x="25" y="229"/>
                    </a:cubicBezTo>
                    <a:cubicBezTo>
                      <a:pt x="25" y="229"/>
                      <a:pt x="25" y="229"/>
                      <a:pt x="25" y="229"/>
                    </a:cubicBezTo>
                    <a:cubicBezTo>
                      <a:pt x="25" y="229"/>
                      <a:pt x="25" y="230"/>
                      <a:pt x="25" y="231"/>
                    </a:cubicBezTo>
                    <a:cubicBezTo>
                      <a:pt x="25" y="231"/>
                      <a:pt x="25" y="231"/>
                      <a:pt x="25" y="231"/>
                    </a:cubicBezTo>
                    <a:cubicBezTo>
                      <a:pt x="24"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5"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59" y="207"/>
                      <a:pt x="59" y="208"/>
                      <a:pt x="59" y="209"/>
                    </a:cubicBezTo>
                    <a:cubicBezTo>
                      <a:pt x="59" y="209"/>
                      <a:pt x="59" y="209"/>
                      <a:pt x="59" y="209"/>
                    </a:cubicBezTo>
                    <a:cubicBezTo>
                      <a:pt x="58" y="209"/>
                      <a:pt x="58" y="209"/>
                      <a:pt x="58" y="209"/>
                    </a:cubicBezTo>
                    <a:cubicBezTo>
                      <a:pt x="58" y="209"/>
                      <a:pt x="58" y="209"/>
                      <a:pt x="58" y="209"/>
                    </a:cubicBezTo>
                    <a:cubicBezTo>
                      <a:pt x="57" y="209"/>
                      <a:pt x="57" y="209"/>
                      <a:pt x="57" y="208"/>
                    </a:cubicBezTo>
                    <a:close/>
                    <a:moveTo>
                      <a:pt x="68" y="201"/>
                    </a:moveTo>
                    <a:cubicBezTo>
                      <a:pt x="68" y="200"/>
                      <a:pt x="68" y="199"/>
                      <a:pt x="68" y="199"/>
                    </a:cubicBezTo>
                    <a:cubicBezTo>
                      <a:pt x="68" y="199"/>
                      <a:pt x="68" y="199"/>
                      <a:pt x="68"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79" y="193"/>
                    </a:cubicBezTo>
                    <a:close/>
                    <a:moveTo>
                      <a:pt x="91" y="186"/>
                    </a:moveTo>
                    <a:cubicBezTo>
                      <a:pt x="90" y="185"/>
                      <a:pt x="90"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4"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4" y="172"/>
                    </a:cubicBezTo>
                    <a:cubicBezTo>
                      <a:pt x="114" y="172"/>
                      <a:pt x="114" y="172"/>
                      <a:pt x="114"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8"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49" y="148"/>
                    </a:cubicBezTo>
                    <a:cubicBezTo>
                      <a:pt x="149" y="148"/>
                      <a:pt x="149" y="148"/>
                      <a:pt x="149"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7"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60" y="142"/>
                    </a:cubicBezTo>
                    <a:cubicBezTo>
                      <a:pt x="160" y="142"/>
                      <a:pt x="160" y="142"/>
                      <a:pt x="160" y="142"/>
                    </a:cubicBezTo>
                    <a:cubicBezTo>
                      <a:pt x="159" y="142"/>
                      <a:pt x="159" y="142"/>
                      <a:pt x="159" y="142"/>
                    </a:cubicBezTo>
                    <a:close/>
                    <a:moveTo>
                      <a:pt x="170" y="134"/>
                    </a:moveTo>
                    <a:cubicBezTo>
                      <a:pt x="169" y="134"/>
                      <a:pt x="170" y="133"/>
                      <a:pt x="170" y="133"/>
                    </a:cubicBezTo>
                    <a:cubicBezTo>
                      <a:pt x="170" y="133"/>
                      <a:pt x="170" y="133"/>
                      <a:pt x="170" y="133"/>
                    </a:cubicBezTo>
                    <a:cubicBezTo>
                      <a:pt x="171" y="132"/>
                      <a:pt x="172" y="132"/>
                      <a:pt x="172" y="133"/>
                    </a:cubicBezTo>
                    <a:cubicBezTo>
                      <a:pt x="172" y="133"/>
                      <a:pt x="172" y="133"/>
                      <a:pt x="172" y="133"/>
                    </a:cubicBezTo>
                    <a:cubicBezTo>
                      <a:pt x="172" y="134"/>
                      <a:pt x="172" y="134"/>
                      <a:pt x="172" y="135"/>
                    </a:cubicBezTo>
                    <a:cubicBezTo>
                      <a:pt x="172" y="135"/>
                      <a:pt x="172" y="135"/>
                      <a:pt x="172" y="135"/>
                    </a:cubicBezTo>
                    <a:cubicBezTo>
                      <a:pt x="171"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2"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6" y="112"/>
                      <a:pt x="206" y="112"/>
                      <a:pt x="206" y="113"/>
                    </a:cubicBezTo>
                    <a:cubicBezTo>
                      <a:pt x="206" y="113"/>
                      <a:pt x="206" y="113"/>
                      <a:pt x="206" y="113"/>
                    </a:cubicBezTo>
                    <a:cubicBezTo>
                      <a:pt x="205" y="113"/>
                      <a:pt x="205" y="113"/>
                      <a:pt x="205" y="113"/>
                    </a:cubicBezTo>
                    <a:cubicBezTo>
                      <a:pt x="205" y="113"/>
                      <a:pt x="205" y="113"/>
                      <a:pt x="205" y="113"/>
                    </a:cubicBezTo>
                    <a:cubicBezTo>
                      <a:pt x="204" y="113"/>
                      <a:pt x="204" y="113"/>
                      <a:pt x="204" y="112"/>
                    </a:cubicBezTo>
                    <a:close/>
                    <a:moveTo>
                      <a:pt x="215" y="105"/>
                    </a:moveTo>
                    <a:cubicBezTo>
                      <a:pt x="215" y="104"/>
                      <a:pt x="215" y="104"/>
                      <a:pt x="215" y="103"/>
                    </a:cubicBezTo>
                    <a:cubicBezTo>
                      <a:pt x="215" y="103"/>
                      <a:pt x="215" y="103"/>
                      <a:pt x="215"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6" y="98"/>
                    </a:cubicBezTo>
                    <a:close/>
                    <a:moveTo>
                      <a:pt x="238" y="90"/>
                    </a:moveTo>
                    <a:cubicBezTo>
                      <a:pt x="237" y="90"/>
                      <a:pt x="237"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49" y="81"/>
                    </a:cubicBezTo>
                    <a:cubicBezTo>
                      <a:pt x="249" y="81"/>
                      <a:pt x="249" y="81"/>
                      <a:pt x="249" y="81"/>
                    </a:cubicBezTo>
                    <a:cubicBezTo>
                      <a:pt x="250" y="81"/>
                      <a:pt x="251" y="81"/>
                      <a:pt x="251" y="81"/>
                    </a:cubicBezTo>
                    <a:cubicBezTo>
                      <a:pt x="251" y="81"/>
                      <a:pt x="251" y="81"/>
                      <a:pt x="251" y="81"/>
                    </a:cubicBezTo>
                    <a:cubicBezTo>
                      <a:pt x="252" y="82"/>
                      <a:pt x="251"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1" y="76"/>
                    </a:cubicBezTo>
                    <a:cubicBezTo>
                      <a:pt x="261" y="76"/>
                      <a:pt x="261" y="76"/>
                      <a:pt x="261" y="76"/>
                    </a:cubicBezTo>
                    <a:cubicBezTo>
                      <a:pt x="261" y="76"/>
                      <a:pt x="261" y="76"/>
                      <a:pt x="260" y="76"/>
                    </a:cubicBezTo>
                    <a:close/>
                    <a:moveTo>
                      <a:pt x="272" y="68"/>
                    </a:moveTo>
                    <a:cubicBezTo>
                      <a:pt x="271" y="68"/>
                      <a:pt x="271" y="67"/>
                      <a:pt x="272" y="66"/>
                    </a:cubicBezTo>
                    <a:cubicBezTo>
                      <a:pt x="272" y="66"/>
                      <a:pt x="272" y="66"/>
                      <a:pt x="272" y="66"/>
                    </a:cubicBezTo>
                    <a:cubicBezTo>
                      <a:pt x="273"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5"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6" y="52"/>
                    </a:cubicBezTo>
                    <a:cubicBezTo>
                      <a:pt x="296" y="52"/>
                      <a:pt x="296" y="52"/>
                      <a:pt x="296"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4"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6" y="46"/>
                    </a:cubicBezTo>
                    <a:close/>
                    <a:moveTo>
                      <a:pt x="317" y="39"/>
                    </a:moveTo>
                    <a:cubicBezTo>
                      <a:pt x="316"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8"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0" y="30"/>
                    </a:cubicBezTo>
                    <a:cubicBezTo>
                      <a:pt x="330" y="30"/>
                      <a:pt x="330" y="30"/>
                      <a:pt x="330"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39"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3" y="16"/>
                      <a:pt x="353" y="17"/>
                      <a:pt x="353" y="17"/>
                    </a:cubicBezTo>
                    <a:cubicBezTo>
                      <a:pt x="353" y="17"/>
                      <a:pt x="353" y="17"/>
                      <a:pt x="353" y="17"/>
                    </a:cubicBezTo>
                    <a:cubicBezTo>
                      <a:pt x="352" y="17"/>
                      <a:pt x="352" y="17"/>
                      <a:pt x="352" y="17"/>
                    </a:cubicBezTo>
                    <a:cubicBezTo>
                      <a:pt x="352" y="17"/>
                      <a:pt x="352" y="17"/>
                      <a:pt x="352" y="17"/>
                    </a:cubicBezTo>
                    <a:cubicBezTo>
                      <a:pt x="351" y="17"/>
                      <a:pt x="351" y="17"/>
                      <a:pt x="351" y="17"/>
                    </a:cubicBezTo>
                    <a:close/>
                    <a:moveTo>
                      <a:pt x="362" y="9"/>
                    </a:moveTo>
                    <a:cubicBezTo>
                      <a:pt x="362" y="9"/>
                      <a:pt x="362" y="8"/>
                      <a:pt x="362" y="7"/>
                    </a:cubicBezTo>
                    <a:cubicBezTo>
                      <a:pt x="362" y="7"/>
                      <a:pt x="362" y="7"/>
                      <a:pt x="362"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4" name="Google Shape;1204;p22"/>
              <p:cNvSpPr/>
              <p:nvPr/>
            </p:nvSpPr>
            <p:spPr>
              <a:xfrm>
                <a:off x="11961540" y="3526140"/>
                <a:ext cx="15664" cy="15664"/>
              </a:xfrm>
              <a:custGeom>
                <a:avLst/>
                <a:gdLst/>
                <a:ahLst/>
                <a:cxnLst/>
                <a:rect l="l" t="t" r="r" b="b"/>
                <a:pathLst>
                  <a:path w="2" h="3" extrusionOk="0">
                    <a:moveTo>
                      <a:pt x="1" y="3"/>
                    </a:moveTo>
                    <a:cubicBezTo>
                      <a:pt x="1" y="3"/>
                      <a:pt x="1" y="3"/>
                      <a:pt x="1" y="3"/>
                    </a:cubicBezTo>
                    <a:cubicBezTo>
                      <a:pt x="0" y="3"/>
                      <a:pt x="0" y="3"/>
                      <a:pt x="0" y="3"/>
                    </a:cubicBezTo>
                    <a:cubicBezTo>
                      <a:pt x="0" y="3"/>
                      <a:pt x="0" y="2"/>
                      <a:pt x="0" y="2"/>
                    </a:cubicBezTo>
                    <a:cubicBezTo>
                      <a:pt x="0" y="1"/>
                      <a:pt x="0" y="1"/>
                      <a:pt x="0" y="1"/>
                    </a:cubicBezTo>
                    <a:cubicBezTo>
                      <a:pt x="1" y="0"/>
                      <a:pt x="1" y="0"/>
                      <a:pt x="2" y="1"/>
                    </a:cubicBezTo>
                    <a:cubicBezTo>
                      <a:pt x="2" y="1"/>
                      <a:pt x="2" y="1"/>
                      <a:pt x="2" y="1"/>
                    </a:cubicBezTo>
                    <a:cubicBezTo>
                      <a:pt x="2" y="1"/>
                      <a:pt x="2" y="1"/>
                      <a:pt x="2"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5" name="Google Shape;1205;p22"/>
              <p:cNvSpPr/>
              <p:nvPr/>
            </p:nvSpPr>
            <p:spPr>
              <a:xfrm>
                <a:off x="9576628" y="3573133"/>
                <a:ext cx="2330087"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2" y="243"/>
                      <a:pt x="3" y="244"/>
                    </a:cubicBezTo>
                    <a:cubicBezTo>
                      <a:pt x="3" y="244"/>
                      <a:pt x="3" y="244"/>
                      <a:pt x="3" y="244"/>
                    </a:cubicBezTo>
                    <a:cubicBezTo>
                      <a:pt x="3" y="244"/>
                      <a:pt x="3" y="245"/>
                      <a:pt x="2" y="245"/>
                    </a:cubicBezTo>
                    <a:cubicBezTo>
                      <a:pt x="2" y="245"/>
                      <a:pt x="2" y="245"/>
                      <a:pt x="2" y="245"/>
                    </a:cubicBezTo>
                    <a:cubicBezTo>
                      <a:pt x="2" y="246"/>
                      <a:pt x="2" y="246"/>
                      <a:pt x="2" y="246"/>
                    </a:cubicBezTo>
                    <a:cubicBezTo>
                      <a:pt x="2" y="246"/>
                      <a:pt x="2" y="246"/>
                      <a:pt x="2" y="246"/>
                    </a:cubicBezTo>
                    <a:cubicBezTo>
                      <a:pt x="1" y="246"/>
                      <a:pt x="1" y="245"/>
                      <a:pt x="1" y="245"/>
                    </a:cubicBezTo>
                    <a:close/>
                    <a:moveTo>
                      <a:pt x="12" y="238"/>
                    </a:moveTo>
                    <a:cubicBezTo>
                      <a:pt x="11"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5" y="229"/>
                    </a:cubicBezTo>
                    <a:cubicBezTo>
                      <a:pt x="25" y="229"/>
                      <a:pt x="25" y="229"/>
                      <a:pt x="25"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4" y="223"/>
                    </a:cubicBezTo>
                    <a:close/>
                    <a:moveTo>
                      <a:pt x="46" y="216"/>
                    </a:moveTo>
                    <a:cubicBezTo>
                      <a:pt x="45" y="215"/>
                      <a:pt x="46" y="214"/>
                      <a:pt x="46" y="214"/>
                    </a:cubicBezTo>
                    <a:cubicBezTo>
                      <a:pt x="46" y="214"/>
                      <a:pt x="46" y="214"/>
                      <a:pt x="46" y="214"/>
                    </a:cubicBezTo>
                    <a:cubicBezTo>
                      <a:pt x="47" y="213"/>
                      <a:pt x="48" y="213"/>
                      <a:pt x="48" y="214"/>
                    </a:cubicBezTo>
                    <a:cubicBezTo>
                      <a:pt x="48" y="214"/>
                      <a:pt x="48" y="214"/>
                      <a:pt x="48" y="214"/>
                    </a:cubicBezTo>
                    <a:cubicBezTo>
                      <a:pt x="48" y="215"/>
                      <a:pt x="48" y="215"/>
                      <a:pt x="48" y="216"/>
                    </a:cubicBezTo>
                    <a:cubicBezTo>
                      <a:pt x="48" y="216"/>
                      <a:pt x="48" y="216"/>
                      <a:pt x="48" y="216"/>
                    </a:cubicBezTo>
                    <a:cubicBezTo>
                      <a:pt x="47" y="216"/>
                      <a:pt x="47" y="216"/>
                      <a:pt x="47" y="216"/>
                    </a:cubicBezTo>
                    <a:cubicBezTo>
                      <a:pt x="47" y="216"/>
                      <a:pt x="47" y="216"/>
                      <a:pt x="47" y="216"/>
                    </a:cubicBezTo>
                    <a:cubicBezTo>
                      <a:pt x="46"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8"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0" y="194"/>
                      <a:pt x="80" y="194"/>
                      <a:pt x="80" y="193"/>
                    </a:cubicBezTo>
                    <a:close/>
                    <a:moveTo>
                      <a:pt x="91" y="186"/>
                    </a:moveTo>
                    <a:cubicBezTo>
                      <a:pt x="91" y="185"/>
                      <a:pt x="91" y="185"/>
                      <a:pt x="91" y="184"/>
                    </a:cubicBezTo>
                    <a:cubicBezTo>
                      <a:pt x="91" y="184"/>
                      <a:pt x="91" y="184"/>
                      <a:pt x="91" y="184"/>
                    </a:cubicBezTo>
                    <a:cubicBezTo>
                      <a:pt x="92" y="184"/>
                      <a:pt x="93" y="184"/>
                      <a:pt x="93" y="185"/>
                    </a:cubicBezTo>
                    <a:cubicBezTo>
                      <a:pt x="93" y="185"/>
                      <a:pt x="93" y="185"/>
                      <a:pt x="93" y="185"/>
                    </a:cubicBezTo>
                    <a:cubicBezTo>
                      <a:pt x="94" y="185"/>
                      <a:pt x="93" y="186"/>
                      <a:pt x="93" y="186"/>
                    </a:cubicBezTo>
                    <a:cubicBezTo>
                      <a:pt x="93" y="186"/>
                      <a:pt x="93" y="186"/>
                      <a:pt x="93" y="186"/>
                    </a:cubicBezTo>
                    <a:cubicBezTo>
                      <a:pt x="93"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3" y="179"/>
                    </a:cubicBezTo>
                    <a:cubicBezTo>
                      <a:pt x="103" y="179"/>
                      <a:pt x="103" y="179"/>
                      <a:pt x="103" y="179"/>
                    </a:cubicBezTo>
                    <a:cubicBezTo>
                      <a:pt x="103" y="179"/>
                      <a:pt x="103" y="179"/>
                      <a:pt x="102" y="179"/>
                    </a:cubicBezTo>
                    <a:close/>
                    <a:moveTo>
                      <a:pt x="114" y="171"/>
                    </a:moveTo>
                    <a:cubicBezTo>
                      <a:pt x="113" y="171"/>
                      <a:pt x="113" y="170"/>
                      <a:pt x="114" y="169"/>
                    </a:cubicBezTo>
                    <a:cubicBezTo>
                      <a:pt x="114" y="169"/>
                      <a:pt x="114" y="169"/>
                      <a:pt x="114" y="169"/>
                    </a:cubicBezTo>
                    <a:cubicBezTo>
                      <a:pt x="115"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7"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7" y="157"/>
                    </a:cubicBezTo>
                    <a:cubicBezTo>
                      <a:pt x="137" y="157"/>
                      <a:pt x="137" y="157"/>
                      <a:pt x="137"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9" y="150"/>
                    </a:cubicBezTo>
                    <a:cubicBezTo>
                      <a:pt x="149" y="150"/>
                      <a:pt x="149" y="150"/>
                      <a:pt x="149" y="150"/>
                    </a:cubicBezTo>
                    <a:cubicBezTo>
                      <a:pt x="148" y="150"/>
                      <a:pt x="148" y="150"/>
                      <a:pt x="148" y="149"/>
                    </a:cubicBezTo>
                    <a:close/>
                    <a:moveTo>
                      <a:pt x="159" y="142"/>
                    </a:moveTo>
                    <a:cubicBezTo>
                      <a:pt x="158"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2" y="133"/>
                    </a:cubicBezTo>
                    <a:cubicBezTo>
                      <a:pt x="172" y="133"/>
                      <a:pt x="172" y="133"/>
                      <a:pt x="172"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1" y="127"/>
                    </a:cubicBezTo>
                    <a:close/>
                    <a:moveTo>
                      <a:pt x="193" y="120"/>
                    </a:moveTo>
                    <a:cubicBezTo>
                      <a:pt x="192" y="119"/>
                      <a:pt x="193" y="118"/>
                      <a:pt x="193" y="118"/>
                    </a:cubicBezTo>
                    <a:cubicBezTo>
                      <a:pt x="193" y="118"/>
                      <a:pt x="193" y="118"/>
                      <a:pt x="193" y="118"/>
                    </a:cubicBezTo>
                    <a:cubicBezTo>
                      <a:pt x="194" y="118"/>
                      <a:pt x="195" y="118"/>
                      <a:pt x="195" y="118"/>
                    </a:cubicBezTo>
                    <a:cubicBezTo>
                      <a:pt x="195" y="118"/>
                      <a:pt x="195" y="118"/>
                      <a:pt x="195" y="118"/>
                    </a:cubicBezTo>
                    <a:cubicBezTo>
                      <a:pt x="195" y="119"/>
                      <a:pt x="195" y="120"/>
                      <a:pt x="195" y="120"/>
                    </a:cubicBezTo>
                    <a:cubicBezTo>
                      <a:pt x="195" y="120"/>
                      <a:pt x="195" y="120"/>
                      <a:pt x="195" y="120"/>
                    </a:cubicBezTo>
                    <a:cubicBezTo>
                      <a:pt x="194"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5"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7" y="98"/>
                      <a:pt x="227" y="98"/>
                      <a:pt x="227" y="98"/>
                    </a:cubicBezTo>
                    <a:close/>
                    <a:moveTo>
                      <a:pt x="238" y="90"/>
                    </a:moveTo>
                    <a:cubicBezTo>
                      <a:pt x="238" y="90"/>
                      <a:pt x="238" y="89"/>
                      <a:pt x="238" y="88"/>
                    </a:cubicBezTo>
                    <a:cubicBezTo>
                      <a:pt x="238" y="88"/>
                      <a:pt x="238" y="88"/>
                      <a:pt x="238"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0" y="84"/>
                    </a:cubicBezTo>
                    <a:cubicBezTo>
                      <a:pt x="250" y="84"/>
                      <a:pt x="250" y="84"/>
                      <a:pt x="250" y="84"/>
                    </a:cubicBezTo>
                    <a:cubicBezTo>
                      <a:pt x="250" y="84"/>
                      <a:pt x="250" y="83"/>
                      <a:pt x="249" y="83"/>
                    </a:cubicBezTo>
                    <a:close/>
                    <a:moveTo>
                      <a:pt x="261" y="76"/>
                    </a:moveTo>
                    <a:cubicBezTo>
                      <a:pt x="260" y="75"/>
                      <a:pt x="260" y="74"/>
                      <a:pt x="261" y="74"/>
                    </a:cubicBezTo>
                    <a:cubicBezTo>
                      <a:pt x="261" y="74"/>
                      <a:pt x="261" y="74"/>
                      <a:pt x="261" y="74"/>
                    </a:cubicBezTo>
                    <a:cubicBezTo>
                      <a:pt x="262" y="73"/>
                      <a:pt x="262"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4"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4" y="61"/>
                    </a:cubicBezTo>
                    <a:cubicBezTo>
                      <a:pt x="284" y="61"/>
                      <a:pt x="284" y="61"/>
                      <a:pt x="284" y="61"/>
                    </a:cubicBezTo>
                    <a:cubicBezTo>
                      <a:pt x="284" y="61"/>
                      <a:pt x="284" y="61"/>
                      <a:pt x="283" y="61"/>
                    </a:cubicBezTo>
                    <a:close/>
                    <a:moveTo>
                      <a:pt x="295" y="53"/>
                    </a:moveTo>
                    <a:cubicBezTo>
                      <a:pt x="294" y="53"/>
                      <a:pt x="294" y="52"/>
                      <a:pt x="295" y="52"/>
                    </a:cubicBezTo>
                    <a:cubicBezTo>
                      <a:pt x="295" y="52"/>
                      <a:pt x="295" y="52"/>
                      <a:pt x="295" y="52"/>
                    </a:cubicBezTo>
                    <a:cubicBezTo>
                      <a:pt x="296" y="51"/>
                      <a:pt x="296" y="51"/>
                      <a:pt x="297" y="52"/>
                    </a:cubicBezTo>
                    <a:cubicBezTo>
                      <a:pt x="297" y="52"/>
                      <a:pt x="297" y="52"/>
                      <a:pt x="297" y="52"/>
                    </a:cubicBezTo>
                    <a:cubicBezTo>
                      <a:pt x="297" y="53"/>
                      <a:pt x="297" y="53"/>
                      <a:pt x="296" y="54"/>
                    </a:cubicBezTo>
                    <a:cubicBezTo>
                      <a:pt x="296" y="54"/>
                      <a:pt x="296" y="54"/>
                      <a:pt x="296" y="54"/>
                    </a:cubicBezTo>
                    <a:cubicBezTo>
                      <a:pt x="296" y="54"/>
                      <a:pt x="296" y="54"/>
                      <a:pt x="296" y="54"/>
                    </a:cubicBezTo>
                    <a:cubicBezTo>
                      <a:pt x="296" y="54"/>
                      <a:pt x="296" y="54"/>
                      <a:pt x="296" y="54"/>
                    </a:cubicBezTo>
                    <a:cubicBezTo>
                      <a:pt x="295" y="54"/>
                      <a:pt x="295" y="54"/>
                      <a:pt x="295" y="53"/>
                    </a:cubicBezTo>
                    <a:close/>
                    <a:moveTo>
                      <a:pt x="306" y="46"/>
                    </a:moveTo>
                    <a:cubicBezTo>
                      <a:pt x="305"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19" y="37"/>
                    </a:cubicBezTo>
                    <a:cubicBezTo>
                      <a:pt x="319" y="37"/>
                      <a:pt x="319" y="37"/>
                      <a:pt x="319"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7"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39" y="23"/>
                      <a:pt x="340" y="23"/>
                      <a:pt x="340" y="22"/>
                    </a:cubicBezTo>
                    <a:cubicBezTo>
                      <a:pt x="340" y="22"/>
                      <a:pt x="340" y="22"/>
                      <a:pt x="340" y="22"/>
                    </a:cubicBezTo>
                    <a:cubicBezTo>
                      <a:pt x="341" y="22"/>
                      <a:pt x="342" y="22"/>
                      <a:pt x="342" y="23"/>
                    </a:cubicBezTo>
                    <a:cubicBezTo>
                      <a:pt x="342" y="23"/>
                      <a:pt x="342" y="23"/>
                      <a:pt x="342" y="23"/>
                    </a:cubicBezTo>
                    <a:cubicBezTo>
                      <a:pt x="342" y="23"/>
                      <a:pt x="342" y="24"/>
                      <a:pt x="342" y="24"/>
                    </a:cubicBezTo>
                    <a:cubicBezTo>
                      <a:pt x="342" y="24"/>
                      <a:pt x="342" y="24"/>
                      <a:pt x="342" y="24"/>
                    </a:cubicBezTo>
                    <a:cubicBezTo>
                      <a:pt x="341"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2"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6" name="Google Shape;1206;p22"/>
              <p:cNvSpPr/>
              <p:nvPr/>
            </p:nvSpPr>
            <p:spPr>
              <a:xfrm>
                <a:off x="9506138" y="5123909"/>
                <a:ext cx="19581" cy="19580"/>
              </a:xfrm>
              <a:custGeom>
                <a:avLst/>
                <a:gdLst/>
                <a:ahLst/>
                <a:cxnLst/>
                <a:rect l="l" t="t" r="r" b="b"/>
                <a:pathLst>
                  <a:path w="3" h="3" extrusionOk="0">
                    <a:moveTo>
                      <a:pt x="1" y="3"/>
                    </a:moveTo>
                    <a:cubicBezTo>
                      <a:pt x="1" y="3"/>
                      <a:pt x="1" y="3"/>
                      <a:pt x="0" y="3"/>
                    </a:cubicBezTo>
                    <a:cubicBezTo>
                      <a:pt x="0" y="2"/>
                      <a:pt x="0" y="2"/>
                      <a:pt x="0" y="2"/>
                    </a:cubicBezTo>
                    <a:cubicBezTo>
                      <a:pt x="0" y="1"/>
                      <a:pt x="0" y="1"/>
                      <a:pt x="0" y="1"/>
                    </a:cubicBezTo>
                    <a:cubicBezTo>
                      <a:pt x="0" y="1"/>
                      <a:pt x="0" y="1"/>
                      <a:pt x="0" y="1"/>
                    </a:cubicBezTo>
                    <a:cubicBezTo>
                      <a:pt x="1" y="1"/>
                      <a:pt x="1" y="0"/>
                      <a:pt x="1" y="0"/>
                    </a:cubicBezTo>
                    <a:cubicBezTo>
                      <a:pt x="1" y="0"/>
                      <a:pt x="2" y="0"/>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7" name="Google Shape;1207;p22"/>
              <p:cNvSpPr/>
              <p:nvPr/>
            </p:nvSpPr>
            <p:spPr>
              <a:xfrm>
                <a:off x="12106436" y="3526140"/>
                <a:ext cx="19581" cy="15664"/>
              </a:xfrm>
              <a:custGeom>
                <a:avLst/>
                <a:gdLst/>
                <a:ahLst/>
                <a:cxnLst/>
                <a:rect l="l" t="t" r="r" b="b"/>
                <a:pathLst>
                  <a:path w="3" h="3" extrusionOk="0">
                    <a:moveTo>
                      <a:pt x="2" y="3"/>
                    </a:moveTo>
                    <a:cubicBezTo>
                      <a:pt x="1" y="3"/>
                      <a:pt x="1" y="3"/>
                      <a:pt x="1" y="3"/>
                    </a:cubicBezTo>
                    <a:cubicBezTo>
                      <a:pt x="1" y="3"/>
                      <a:pt x="1" y="3"/>
                      <a:pt x="1" y="3"/>
                    </a:cubicBezTo>
                    <a:cubicBezTo>
                      <a:pt x="0" y="3"/>
                      <a:pt x="0" y="2"/>
                      <a:pt x="0" y="2"/>
                    </a:cubicBezTo>
                    <a:cubicBezTo>
                      <a:pt x="0" y="1"/>
                      <a:pt x="0" y="1"/>
                      <a:pt x="1" y="1"/>
                    </a:cubicBezTo>
                    <a:cubicBezTo>
                      <a:pt x="1" y="0"/>
                      <a:pt x="2" y="0"/>
                      <a:pt x="2" y="1"/>
                    </a:cubicBezTo>
                    <a:cubicBezTo>
                      <a:pt x="3" y="1"/>
                      <a:pt x="3" y="1"/>
                      <a:pt x="3" y="2"/>
                    </a:cubicBezTo>
                    <a:cubicBezTo>
                      <a:pt x="3" y="2"/>
                      <a:pt x="3" y="2"/>
                      <a:pt x="3" y="2"/>
                    </a:cubicBezTo>
                    <a:cubicBezTo>
                      <a:pt x="3" y="2"/>
                      <a:pt x="3" y="3"/>
                      <a:pt x="2"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8" name="Google Shape;1208;p22"/>
              <p:cNvSpPr/>
              <p:nvPr/>
            </p:nvSpPr>
            <p:spPr>
              <a:xfrm>
                <a:off x="9725441" y="3573133"/>
                <a:ext cx="2330087"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3" y="236"/>
                    </a:cubicBezTo>
                    <a:cubicBezTo>
                      <a:pt x="13" y="236"/>
                      <a:pt x="13" y="236"/>
                      <a:pt x="13"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1"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3" y="222"/>
                      <a:pt x="34" y="221"/>
                      <a:pt x="34" y="221"/>
                    </a:cubicBezTo>
                    <a:cubicBezTo>
                      <a:pt x="34" y="221"/>
                      <a:pt x="34" y="221"/>
                      <a:pt x="34" y="221"/>
                    </a:cubicBezTo>
                    <a:cubicBezTo>
                      <a:pt x="35" y="221"/>
                      <a:pt x="36" y="221"/>
                      <a:pt x="36" y="221"/>
                    </a:cubicBezTo>
                    <a:cubicBezTo>
                      <a:pt x="36" y="221"/>
                      <a:pt x="36" y="221"/>
                      <a:pt x="36" y="221"/>
                    </a:cubicBezTo>
                    <a:cubicBezTo>
                      <a:pt x="36" y="222"/>
                      <a:pt x="36" y="223"/>
                      <a:pt x="36" y="223"/>
                    </a:cubicBezTo>
                    <a:cubicBezTo>
                      <a:pt x="36" y="223"/>
                      <a:pt x="36" y="223"/>
                      <a:pt x="36" y="223"/>
                    </a:cubicBezTo>
                    <a:cubicBezTo>
                      <a:pt x="35"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5" y="216"/>
                      <a:pt x="45" y="216"/>
                    </a:cubicBezTo>
                    <a:close/>
                    <a:moveTo>
                      <a:pt x="56" y="208"/>
                    </a:moveTo>
                    <a:cubicBezTo>
                      <a:pt x="56" y="208"/>
                      <a:pt x="56" y="207"/>
                      <a:pt x="57" y="206"/>
                    </a:cubicBezTo>
                    <a:cubicBezTo>
                      <a:pt x="57" y="206"/>
                      <a:pt x="57" y="206"/>
                      <a:pt x="57" y="206"/>
                    </a:cubicBezTo>
                    <a:cubicBezTo>
                      <a:pt x="57"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6"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8" y="201"/>
                      <a:pt x="68" y="201"/>
                      <a:pt x="68" y="201"/>
                    </a:cubicBezTo>
                    <a:close/>
                    <a:moveTo>
                      <a:pt x="79" y="193"/>
                    </a:moveTo>
                    <a:cubicBezTo>
                      <a:pt x="79" y="193"/>
                      <a:pt x="79" y="192"/>
                      <a:pt x="79" y="192"/>
                    </a:cubicBezTo>
                    <a:cubicBezTo>
                      <a:pt x="79" y="192"/>
                      <a:pt x="79" y="192"/>
                      <a:pt x="79"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0"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1" y="187"/>
                    </a:cubicBezTo>
                    <a:cubicBezTo>
                      <a:pt x="91" y="187"/>
                      <a:pt x="91" y="187"/>
                      <a:pt x="91" y="187"/>
                    </a:cubicBezTo>
                    <a:cubicBezTo>
                      <a:pt x="91" y="187"/>
                      <a:pt x="91" y="186"/>
                      <a:pt x="90" y="186"/>
                    </a:cubicBezTo>
                    <a:close/>
                    <a:moveTo>
                      <a:pt x="102" y="179"/>
                    </a:moveTo>
                    <a:cubicBezTo>
                      <a:pt x="101" y="178"/>
                      <a:pt x="101"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3" y="169"/>
                    </a:cubicBezTo>
                    <a:cubicBezTo>
                      <a:pt x="113" y="169"/>
                      <a:pt x="113" y="169"/>
                      <a:pt x="113" y="169"/>
                    </a:cubicBezTo>
                    <a:cubicBezTo>
                      <a:pt x="114" y="169"/>
                      <a:pt x="115" y="169"/>
                      <a:pt x="115" y="170"/>
                    </a:cubicBezTo>
                    <a:cubicBezTo>
                      <a:pt x="115" y="170"/>
                      <a:pt x="115" y="170"/>
                      <a:pt x="115" y="170"/>
                    </a:cubicBezTo>
                    <a:cubicBezTo>
                      <a:pt x="116" y="170"/>
                      <a:pt x="115"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5" y="165"/>
                    </a:cubicBezTo>
                    <a:cubicBezTo>
                      <a:pt x="125" y="165"/>
                      <a:pt x="125" y="165"/>
                      <a:pt x="125" y="165"/>
                    </a:cubicBezTo>
                    <a:cubicBezTo>
                      <a:pt x="125" y="165"/>
                      <a:pt x="125" y="164"/>
                      <a:pt x="124" y="164"/>
                    </a:cubicBezTo>
                    <a:close/>
                    <a:moveTo>
                      <a:pt x="136" y="157"/>
                    </a:moveTo>
                    <a:cubicBezTo>
                      <a:pt x="135" y="156"/>
                      <a:pt x="135" y="155"/>
                      <a:pt x="136" y="155"/>
                    </a:cubicBezTo>
                    <a:cubicBezTo>
                      <a:pt x="136" y="155"/>
                      <a:pt x="136" y="155"/>
                      <a:pt x="136" y="155"/>
                    </a:cubicBezTo>
                    <a:cubicBezTo>
                      <a:pt x="137" y="154"/>
                      <a:pt x="137" y="155"/>
                      <a:pt x="138" y="155"/>
                    </a:cubicBezTo>
                    <a:cubicBezTo>
                      <a:pt x="138" y="155"/>
                      <a:pt x="138" y="155"/>
                      <a:pt x="138" y="155"/>
                    </a:cubicBezTo>
                    <a:cubicBezTo>
                      <a:pt x="138" y="156"/>
                      <a:pt x="138" y="157"/>
                      <a:pt x="137" y="157"/>
                    </a:cubicBezTo>
                    <a:cubicBezTo>
                      <a:pt x="137" y="157"/>
                      <a:pt x="137" y="157"/>
                      <a:pt x="137"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0" y="140"/>
                    </a:cubicBezTo>
                    <a:cubicBezTo>
                      <a:pt x="160" y="140"/>
                      <a:pt x="160" y="140"/>
                      <a:pt x="160"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8"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0" y="127"/>
                      <a:pt x="181" y="126"/>
                      <a:pt x="181" y="125"/>
                    </a:cubicBezTo>
                    <a:cubicBezTo>
                      <a:pt x="181" y="125"/>
                      <a:pt x="181" y="125"/>
                      <a:pt x="181" y="125"/>
                    </a:cubicBezTo>
                    <a:cubicBezTo>
                      <a:pt x="182" y="125"/>
                      <a:pt x="183" y="125"/>
                      <a:pt x="183" y="126"/>
                    </a:cubicBezTo>
                    <a:cubicBezTo>
                      <a:pt x="183" y="126"/>
                      <a:pt x="183" y="126"/>
                      <a:pt x="183" y="126"/>
                    </a:cubicBezTo>
                    <a:cubicBezTo>
                      <a:pt x="183" y="126"/>
                      <a:pt x="183" y="127"/>
                      <a:pt x="183" y="128"/>
                    </a:cubicBezTo>
                    <a:cubicBezTo>
                      <a:pt x="183" y="128"/>
                      <a:pt x="183" y="128"/>
                      <a:pt x="183" y="128"/>
                    </a:cubicBezTo>
                    <a:cubicBezTo>
                      <a:pt x="182"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4" y="118"/>
                    </a:cubicBezTo>
                    <a:cubicBezTo>
                      <a:pt x="194" y="118"/>
                      <a:pt x="194" y="118"/>
                      <a:pt x="194"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2" y="120"/>
                      <a:pt x="192" y="120"/>
                    </a:cubicBezTo>
                    <a:close/>
                    <a:moveTo>
                      <a:pt x="203" y="112"/>
                    </a:moveTo>
                    <a:cubicBezTo>
                      <a:pt x="203" y="112"/>
                      <a:pt x="203" y="111"/>
                      <a:pt x="204" y="111"/>
                    </a:cubicBezTo>
                    <a:cubicBezTo>
                      <a:pt x="204" y="111"/>
                      <a:pt x="204" y="111"/>
                      <a:pt x="204" y="111"/>
                    </a:cubicBezTo>
                    <a:cubicBezTo>
                      <a:pt x="204"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3"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7" y="104"/>
                      <a:pt x="217" y="105"/>
                      <a:pt x="217" y="105"/>
                    </a:cubicBezTo>
                    <a:cubicBezTo>
                      <a:pt x="217" y="105"/>
                      <a:pt x="217" y="105"/>
                      <a:pt x="217" y="105"/>
                    </a:cubicBezTo>
                    <a:cubicBezTo>
                      <a:pt x="216" y="106"/>
                      <a:pt x="216" y="106"/>
                      <a:pt x="216" y="106"/>
                    </a:cubicBezTo>
                    <a:cubicBezTo>
                      <a:pt x="216" y="106"/>
                      <a:pt x="216" y="106"/>
                      <a:pt x="216" y="106"/>
                    </a:cubicBezTo>
                    <a:cubicBezTo>
                      <a:pt x="215" y="106"/>
                      <a:pt x="215" y="105"/>
                      <a:pt x="215" y="105"/>
                    </a:cubicBezTo>
                    <a:close/>
                    <a:moveTo>
                      <a:pt x="226" y="98"/>
                    </a:moveTo>
                    <a:cubicBezTo>
                      <a:pt x="226" y="97"/>
                      <a:pt x="226" y="96"/>
                      <a:pt x="226" y="96"/>
                    </a:cubicBezTo>
                    <a:cubicBezTo>
                      <a:pt x="226" y="96"/>
                      <a:pt x="226" y="96"/>
                      <a:pt x="226"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7"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8"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8"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0" y="74"/>
                    </a:cubicBezTo>
                    <a:cubicBezTo>
                      <a:pt x="260" y="74"/>
                      <a:pt x="260" y="74"/>
                      <a:pt x="260" y="74"/>
                    </a:cubicBezTo>
                    <a:cubicBezTo>
                      <a:pt x="261" y="73"/>
                      <a:pt x="262" y="73"/>
                      <a:pt x="262" y="74"/>
                    </a:cubicBezTo>
                    <a:cubicBezTo>
                      <a:pt x="262" y="74"/>
                      <a:pt x="262" y="74"/>
                      <a:pt x="262" y="74"/>
                    </a:cubicBezTo>
                    <a:cubicBezTo>
                      <a:pt x="263" y="75"/>
                      <a:pt x="262"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2" y="69"/>
                    </a:cubicBezTo>
                    <a:cubicBezTo>
                      <a:pt x="272" y="69"/>
                      <a:pt x="272" y="69"/>
                      <a:pt x="272" y="69"/>
                    </a:cubicBezTo>
                    <a:cubicBezTo>
                      <a:pt x="272" y="69"/>
                      <a:pt x="272" y="69"/>
                      <a:pt x="271" y="68"/>
                    </a:cubicBezTo>
                    <a:close/>
                    <a:moveTo>
                      <a:pt x="283" y="61"/>
                    </a:moveTo>
                    <a:cubicBezTo>
                      <a:pt x="282" y="60"/>
                      <a:pt x="282" y="59"/>
                      <a:pt x="283" y="59"/>
                    </a:cubicBezTo>
                    <a:cubicBezTo>
                      <a:pt x="283" y="59"/>
                      <a:pt x="283" y="59"/>
                      <a:pt x="283" y="59"/>
                    </a:cubicBezTo>
                    <a:cubicBezTo>
                      <a:pt x="284" y="59"/>
                      <a:pt x="284" y="59"/>
                      <a:pt x="285" y="59"/>
                    </a:cubicBezTo>
                    <a:cubicBezTo>
                      <a:pt x="285" y="59"/>
                      <a:pt x="285" y="59"/>
                      <a:pt x="285" y="59"/>
                    </a:cubicBezTo>
                    <a:cubicBezTo>
                      <a:pt x="285" y="60"/>
                      <a:pt x="285" y="61"/>
                      <a:pt x="284" y="61"/>
                    </a:cubicBezTo>
                    <a:cubicBezTo>
                      <a:pt x="284" y="61"/>
                      <a:pt x="284" y="61"/>
                      <a:pt x="284"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7" y="45"/>
                    </a:cubicBezTo>
                    <a:cubicBezTo>
                      <a:pt x="307" y="45"/>
                      <a:pt x="307" y="45"/>
                      <a:pt x="307"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7"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29"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1" y="23"/>
                    </a:cubicBezTo>
                    <a:cubicBezTo>
                      <a:pt x="341" y="23"/>
                      <a:pt x="341" y="23"/>
                      <a:pt x="341"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39" y="24"/>
                      <a:pt x="339" y="24"/>
                    </a:cubicBezTo>
                    <a:close/>
                    <a:moveTo>
                      <a:pt x="350" y="17"/>
                    </a:moveTo>
                    <a:cubicBezTo>
                      <a:pt x="350" y="16"/>
                      <a:pt x="350" y="15"/>
                      <a:pt x="351" y="15"/>
                    </a:cubicBezTo>
                    <a:cubicBezTo>
                      <a:pt x="351" y="15"/>
                      <a:pt x="351" y="15"/>
                      <a:pt x="351" y="15"/>
                    </a:cubicBezTo>
                    <a:cubicBezTo>
                      <a:pt x="351"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0"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4" y="8"/>
                      <a:pt x="364" y="9"/>
                      <a:pt x="364" y="10"/>
                    </a:cubicBezTo>
                    <a:cubicBezTo>
                      <a:pt x="364" y="10"/>
                      <a:pt x="364" y="10"/>
                      <a:pt x="364" y="10"/>
                    </a:cubicBezTo>
                    <a:cubicBezTo>
                      <a:pt x="363" y="10"/>
                      <a:pt x="363" y="10"/>
                      <a:pt x="363" y="10"/>
                    </a:cubicBezTo>
                    <a:cubicBezTo>
                      <a:pt x="363" y="10"/>
                      <a:pt x="363" y="10"/>
                      <a:pt x="363" y="10"/>
                    </a:cubicBezTo>
                    <a:cubicBezTo>
                      <a:pt x="362" y="10"/>
                      <a:pt x="362" y="10"/>
                      <a:pt x="362" y="9"/>
                    </a:cubicBezTo>
                    <a:close/>
                    <a:moveTo>
                      <a:pt x="373" y="2"/>
                    </a:moveTo>
                    <a:cubicBezTo>
                      <a:pt x="373" y="1"/>
                      <a:pt x="373" y="0"/>
                      <a:pt x="373" y="0"/>
                    </a:cubicBezTo>
                    <a:cubicBezTo>
                      <a:pt x="373" y="0"/>
                      <a:pt x="373" y="0"/>
                      <a:pt x="373"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4"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9" name="Google Shape;1209;p22"/>
              <p:cNvSpPr/>
              <p:nvPr/>
            </p:nvSpPr>
            <p:spPr>
              <a:xfrm>
                <a:off x="9651034" y="5123909"/>
                <a:ext cx="19581" cy="19580"/>
              </a:xfrm>
              <a:custGeom>
                <a:avLst/>
                <a:gdLst/>
                <a:ahLst/>
                <a:cxnLst/>
                <a:rect l="l" t="t" r="r" b="b"/>
                <a:pathLst>
                  <a:path w="3" h="3" extrusionOk="0">
                    <a:moveTo>
                      <a:pt x="2" y="3"/>
                    </a:moveTo>
                    <a:cubicBezTo>
                      <a:pt x="2" y="3"/>
                      <a:pt x="1" y="3"/>
                      <a:pt x="1" y="3"/>
                    </a:cubicBezTo>
                    <a:cubicBezTo>
                      <a:pt x="1" y="3"/>
                      <a:pt x="1" y="3"/>
                      <a:pt x="1" y="3"/>
                    </a:cubicBezTo>
                    <a:cubicBezTo>
                      <a:pt x="1" y="2"/>
                      <a:pt x="0" y="2"/>
                      <a:pt x="0" y="2"/>
                    </a:cubicBezTo>
                    <a:cubicBezTo>
                      <a:pt x="0" y="1"/>
                      <a:pt x="1" y="1"/>
                      <a:pt x="1" y="1"/>
                    </a:cubicBezTo>
                    <a:cubicBezTo>
                      <a:pt x="1" y="1"/>
                      <a:pt x="1" y="0"/>
                      <a:pt x="1" y="0"/>
                    </a:cubicBezTo>
                    <a:cubicBezTo>
                      <a:pt x="2" y="0"/>
                      <a:pt x="2" y="0"/>
                      <a:pt x="2" y="0"/>
                    </a:cubicBezTo>
                    <a:cubicBezTo>
                      <a:pt x="2" y="0"/>
                      <a:pt x="3" y="1"/>
                      <a:pt x="3" y="1"/>
                    </a:cubicBezTo>
                    <a:cubicBezTo>
                      <a:pt x="3" y="1"/>
                      <a:pt x="3" y="1"/>
                      <a:pt x="3" y="1"/>
                    </a:cubicBezTo>
                    <a:cubicBezTo>
                      <a:pt x="3" y="1"/>
                      <a:pt x="3" y="1"/>
                      <a:pt x="3" y="2"/>
                    </a:cubicBezTo>
                    <a:cubicBezTo>
                      <a:pt x="3" y="2"/>
                      <a:pt x="3" y="2"/>
                      <a:pt x="3"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0" name="Google Shape;1210;p22"/>
              <p:cNvSpPr/>
              <p:nvPr/>
            </p:nvSpPr>
            <p:spPr>
              <a:xfrm>
                <a:off x="12255248" y="3526140"/>
                <a:ext cx="11748" cy="15664"/>
              </a:xfrm>
              <a:custGeom>
                <a:avLst/>
                <a:gdLst/>
                <a:ahLst/>
                <a:cxnLst/>
                <a:rect l="l" t="t" r="r" b="b"/>
                <a:pathLst>
                  <a:path w="2" h="3" extrusionOk="0">
                    <a:moveTo>
                      <a:pt x="1" y="3"/>
                    </a:moveTo>
                    <a:cubicBezTo>
                      <a:pt x="1"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1"/>
                    </a:cubicBezTo>
                    <a:cubicBezTo>
                      <a:pt x="2" y="1"/>
                      <a:pt x="2" y="2"/>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1" name="Google Shape;1211;p22"/>
              <p:cNvSpPr/>
              <p:nvPr/>
            </p:nvSpPr>
            <p:spPr>
              <a:xfrm>
                <a:off x="9866420" y="3573133"/>
                <a:ext cx="2334003"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2" y="244"/>
                    </a:cubicBezTo>
                    <a:cubicBezTo>
                      <a:pt x="2" y="244"/>
                      <a:pt x="2" y="244"/>
                      <a:pt x="2"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2"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4"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4" y="223"/>
                      <a:pt x="34" y="223"/>
                    </a:cubicBezTo>
                    <a:close/>
                    <a:moveTo>
                      <a:pt x="46" y="216"/>
                    </a:moveTo>
                    <a:cubicBezTo>
                      <a:pt x="45" y="215"/>
                      <a:pt x="45" y="214"/>
                      <a:pt x="46" y="214"/>
                    </a:cubicBezTo>
                    <a:cubicBezTo>
                      <a:pt x="46" y="214"/>
                      <a:pt x="46" y="214"/>
                      <a:pt x="46" y="214"/>
                    </a:cubicBezTo>
                    <a:cubicBezTo>
                      <a:pt x="46"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59" y="207"/>
                      <a:pt x="59" y="208"/>
                      <a:pt x="59" y="209"/>
                    </a:cubicBezTo>
                    <a:cubicBezTo>
                      <a:pt x="59" y="209"/>
                      <a:pt x="59" y="209"/>
                      <a:pt x="59" y="209"/>
                    </a:cubicBezTo>
                    <a:cubicBezTo>
                      <a:pt x="58" y="209"/>
                      <a:pt x="58" y="209"/>
                      <a:pt x="58" y="209"/>
                    </a:cubicBezTo>
                    <a:cubicBezTo>
                      <a:pt x="58" y="209"/>
                      <a:pt x="58" y="209"/>
                      <a:pt x="58" y="209"/>
                    </a:cubicBezTo>
                    <a:cubicBezTo>
                      <a:pt x="57" y="209"/>
                      <a:pt x="57" y="209"/>
                      <a:pt x="57" y="208"/>
                    </a:cubicBezTo>
                    <a:close/>
                    <a:moveTo>
                      <a:pt x="68" y="201"/>
                    </a:moveTo>
                    <a:cubicBezTo>
                      <a:pt x="68" y="200"/>
                      <a:pt x="68" y="199"/>
                      <a:pt x="68" y="199"/>
                    </a:cubicBezTo>
                    <a:cubicBezTo>
                      <a:pt x="68" y="199"/>
                      <a:pt x="68" y="199"/>
                      <a:pt x="68"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79" y="193"/>
                    </a:cubicBezTo>
                    <a:close/>
                    <a:moveTo>
                      <a:pt x="91" y="186"/>
                    </a:moveTo>
                    <a:cubicBezTo>
                      <a:pt x="90" y="185"/>
                      <a:pt x="90"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4" y="172"/>
                    </a:cubicBezTo>
                    <a:cubicBezTo>
                      <a:pt x="114" y="172"/>
                      <a:pt x="114" y="172"/>
                      <a:pt x="114"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6"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8"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49" y="148"/>
                    </a:cubicBezTo>
                    <a:cubicBezTo>
                      <a:pt x="149" y="148"/>
                      <a:pt x="149" y="148"/>
                      <a:pt x="149"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60" y="142"/>
                    </a:cubicBezTo>
                    <a:cubicBezTo>
                      <a:pt x="160" y="142"/>
                      <a:pt x="160" y="142"/>
                      <a:pt x="160" y="142"/>
                    </a:cubicBezTo>
                    <a:cubicBezTo>
                      <a:pt x="159" y="142"/>
                      <a:pt x="159" y="142"/>
                      <a:pt x="159" y="142"/>
                    </a:cubicBezTo>
                    <a:close/>
                    <a:moveTo>
                      <a:pt x="170" y="134"/>
                    </a:moveTo>
                    <a:cubicBezTo>
                      <a:pt x="169"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1"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1"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6" y="112"/>
                      <a:pt x="206" y="112"/>
                      <a:pt x="206" y="113"/>
                    </a:cubicBezTo>
                    <a:cubicBezTo>
                      <a:pt x="206" y="113"/>
                      <a:pt x="206" y="113"/>
                      <a:pt x="206" y="113"/>
                    </a:cubicBezTo>
                    <a:cubicBezTo>
                      <a:pt x="205" y="113"/>
                      <a:pt x="205" y="113"/>
                      <a:pt x="205" y="113"/>
                    </a:cubicBezTo>
                    <a:cubicBezTo>
                      <a:pt x="205" y="113"/>
                      <a:pt x="205" y="113"/>
                      <a:pt x="205" y="113"/>
                    </a:cubicBezTo>
                    <a:cubicBezTo>
                      <a:pt x="204"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6" y="98"/>
                    </a:cubicBezTo>
                    <a:close/>
                    <a:moveTo>
                      <a:pt x="238" y="90"/>
                    </a:moveTo>
                    <a:cubicBezTo>
                      <a:pt x="237" y="90"/>
                      <a:pt x="237"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49" y="81"/>
                    </a:cubicBezTo>
                    <a:cubicBezTo>
                      <a:pt x="249" y="81"/>
                      <a:pt x="249" y="81"/>
                      <a:pt x="249"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1" y="76"/>
                    </a:cubicBezTo>
                    <a:cubicBezTo>
                      <a:pt x="261" y="76"/>
                      <a:pt x="261" y="76"/>
                      <a:pt x="261" y="76"/>
                    </a:cubicBezTo>
                    <a:cubicBezTo>
                      <a:pt x="261" y="76"/>
                      <a:pt x="261" y="76"/>
                      <a:pt x="260" y="76"/>
                    </a:cubicBezTo>
                    <a:close/>
                    <a:moveTo>
                      <a:pt x="272" y="68"/>
                    </a:moveTo>
                    <a:cubicBezTo>
                      <a:pt x="271" y="68"/>
                      <a:pt x="271"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5"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6" y="46"/>
                    </a:cubicBezTo>
                    <a:close/>
                    <a:moveTo>
                      <a:pt x="317" y="39"/>
                    </a:moveTo>
                    <a:cubicBezTo>
                      <a:pt x="316"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0" y="30"/>
                    </a:cubicBezTo>
                    <a:cubicBezTo>
                      <a:pt x="330" y="30"/>
                      <a:pt x="330" y="30"/>
                      <a:pt x="330"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8"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3" y="16"/>
                      <a:pt x="353" y="17"/>
                      <a:pt x="353" y="17"/>
                    </a:cubicBezTo>
                    <a:cubicBezTo>
                      <a:pt x="353" y="17"/>
                      <a:pt x="353" y="17"/>
                      <a:pt x="353" y="17"/>
                    </a:cubicBezTo>
                    <a:cubicBezTo>
                      <a:pt x="352" y="17"/>
                      <a:pt x="352" y="17"/>
                      <a:pt x="352" y="17"/>
                    </a:cubicBezTo>
                    <a:cubicBezTo>
                      <a:pt x="352" y="17"/>
                      <a:pt x="352" y="17"/>
                      <a:pt x="352" y="17"/>
                    </a:cubicBezTo>
                    <a:cubicBezTo>
                      <a:pt x="351"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2" name="Google Shape;1212;p22"/>
              <p:cNvSpPr/>
              <p:nvPr/>
            </p:nvSpPr>
            <p:spPr>
              <a:xfrm>
                <a:off x="9799847" y="5123909"/>
                <a:ext cx="11748" cy="19580"/>
              </a:xfrm>
              <a:custGeom>
                <a:avLst/>
                <a:gdLst/>
                <a:ahLst/>
                <a:cxnLst/>
                <a:rect l="l" t="t" r="r" b="b"/>
                <a:pathLst>
                  <a:path w="2"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0" y="0"/>
                      <a:pt x="1" y="0"/>
                    </a:cubicBezTo>
                    <a:cubicBezTo>
                      <a:pt x="1" y="0"/>
                      <a:pt x="2" y="0"/>
                      <a:pt x="2" y="1"/>
                    </a:cubicBezTo>
                    <a:cubicBezTo>
                      <a:pt x="2" y="1"/>
                      <a:pt x="2" y="1"/>
                      <a:pt x="2" y="2"/>
                    </a:cubicBezTo>
                    <a:cubicBezTo>
                      <a:pt x="2" y="2"/>
                      <a:pt x="2" y="2"/>
                      <a:pt x="2" y="3"/>
                    </a:cubicBezTo>
                    <a:cubicBezTo>
                      <a:pt x="2" y="3"/>
                      <a:pt x="2" y="3"/>
                      <a:pt x="2" y="3"/>
                    </a:cubicBezTo>
                    <a:cubicBezTo>
                      <a:pt x="1"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3" name="Google Shape;1213;p22"/>
              <p:cNvSpPr/>
              <p:nvPr/>
            </p:nvSpPr>
            <p:spPr>
              <a:xfrm>
                <a:off x="12396228"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1" y="0"/>
                      <a:pt x="2" y="1"/>
                    </a:cubicBezTo>
                    <a:cubicBezTo>
                      <a:pt x="2" y="1"/>
                      <a:pt x="2" y="1"/>
                      <a:pt x="2" y="1"/>
                    </a:cubicBezTo>
                    <a:cubicBezTo>
                      <a:pt x="2" y="1"/>
                      <a:pt x="3" y="1"/>
                      <a:pt x="3" y="2"/>
                    </a:cubicBezTo>
                    <a:cubicBezTo>
                      <a:pt x="3" y="2"/>
                      <a:pt x="3" y="2"/>
                      <a:pt x="2"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4" name="Google Shape;1214;p22"/>
              <p:cNvSpPr/>
              <p:nvPr/>
            </p:nvSpPr>
            <p:spPr>
              <a:xfrm>
                <a:off x="10011317" y="3573133"/>
                <a:ext cx="2330087"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2" y="243"/>
                      <a:pt x="3" y="244"/>
                    </a:cubicBezTo>
                    <a:cubicBezTo>
                      <a:pt x="3" y="244"/>
                      <a:pt x="3" y="244"/>
                      <a:pt x="3" y="244"/>
                    </a:cubicBezTo>
                    <a:cubicBezTo>
                      <a:pt x="3" y="244"/>
                      <a:pt x="3" y="245"/>
                      <a:pt x="2" y="245"/>
                    </a:cubicBezTo>
                    <a:cubicBezTo>
                      <a:pt x="2" y="245"/>
                      <a:pt x="2" y="245"/>
                      <a:pt x="2"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5" y="229"/>
                    </a:cubicBezTo>
                    <a:cubicBezTo>
                      <a:pt x="25" y="229"/>
                      <a:pt x="25" y="229"/>
                      <a:pt x="25"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3"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5" y="215"/>
                      <a:pt x="46" y="214"/>
                      <a:pt x="46" y="214"/>
                    </a:cubicBezTo>
                    <a:cubicBezTo>
                      <a:pt x="46" y="214"/>
                      <a:pt x="46" y="214"/>
                      <a:pt x="46" y="214"/>
                    </a:cubicBezTo>
                    <a:cubicBezTo>
                      <a:pt x="47" y="213"/>
                      <a:pt x="48" y="213"/>
                      <a:pt x="48" y="214"/>
                    </a:cubicBezTo>
                    <a:cubicBezTo>
                      <a:pt x="48" y="214"/>
                      <a:pt x="48" y="214"/>
                      <a:pt x="48" y="214"/>
                    </a:cubicBezTo>
                    <a:cubicBezTo>
                      <a:pt x="48" y="215"/>
                      <a:pt x="48" y="215"/>
                      <a:pt x="48" y="216"/>
                    </a:cubicBezTo>
                    <a:cubicBezTo>
                      <a:pt x="48" y="216"/>
                      <a:pt x="48" y="216"/>
                      <a:pt x="48" y="216"/>
                    </a:cubicBezTo>
                    <a:cubicBezTo>
                      <a:pt x="47"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8"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0" y="194"/>
                      <a:pt x="80" y="194"/>
                      <a:pt x="80" y="193"/>
                    </a:cubicBezTo>
                    <a:close/>
                    <a:moveTo>
                      <a:pt x="91" y="186"/>
                    </a:moveTo>
                    <a:cubicBezTo>
                      <a:pt x="91" y="185"/>
                      <a:pt x="91" y="185"/>
                      <a:pt x="91" y="184"/>
                    </a:cubicBezTo>
                    <a:cubicBezTo>
                      <a:pt x="91" y="184"/>
                      <a:pt x="91" y="184"/>
                      <a:pt x="91"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3"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7"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7" y="157"/>
                    </a:cubicBezTo>
                    <a:cubicBezTo>
                      <a:pt x="137" y="157"/>
                      <a:pt x="137" y="157"/>
                      <a:pt x="137"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2" y="133"/>
                    </a:cubicBezTo>
                    <a:cubicBezTo>
                      <a:pt x="172" y="133"/>
                      <a:pt x="172" y="133"/>
                      <a:pt x="172"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0"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2" y="119"/>
                      <a:pt x="193" y="118"/>
                      <a:pt x="193" y="118"/>
                    </a:cubicBezTo>
                    <a:cubicBezTo>
                      <a:pt x="193" y="118"/>
                      <a:pt x="193" y="118"/>
                      <a:pt x="193" y="118"/>
                    </a:cubicBezTo>
                    <a:cubicBezTo>
                      <a:pt x="194" y="118"/>
                      <a:pt x="195" y="118"/>
                      <a:pt x="195" y="118"/>
                    </a:cubicBezTo>
                    <a:cubicBezTo>
                      <a:pt x="195" y="118"/>
                      <a:pt x="195" y="118"/>
                      <a:pt x="195" y="118"/>
                    </a:cubicBezTo>
                    <a:cubicBezTo>
                      <a:pt x="195" y="119"/>
                      <a:pt x="195" y="120"/>
                      <a:pt x="195" y="120"/>
                    </a:cubicBezTo>
                    <a:cubicBezTo>
                      <a:pt x="195" y="120"/>
                      <a:pt x="195" y="120"/>
                      <a:pt x="195" y="120"/>
                    </a:cubicBezTo>
                    <a:cubicBezTo>
                      <a:pt x="194"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5"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7" y="98"/>
                      <a:pt x="227" y="98"/>
                      <a:pt x="227" y="98"/>
                    </a:cubicBezTo>
                    <a:close/>
                    <a:moveTo>
                      <a:pt x="238" y="90"/>
                    </a:moveTo>
                    <a:cubicBezTo>
                      <a:pt x="238" y="90"/>
                      <a:pt x="238" y="89"/>
                      <a:pt x="238" y="88"/>
                    </a:cubicBezTo>
                    <a:cubicBezTo>
                      <a:pt x="238" y="88"/>
                      <a:pt x="238" y="88"/>
                      <a:pt x="238"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49" y="83"/>
                    </a:cubicBezTo>
                    <a:close/>
                    <a:moveTo>
                      <a:pt x="261" y="76"/>
                    </a:moveTo>
                    <a:cubicBezTo>
                      <a:pt x="260" y="75"/>
                      <a:pt x="260"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4"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4" y="61"/>
                    </a:cubicBezTo>
                    <a:cubicBezTo>
                      <a:pt x="284" y="61"/>
                      <a:pt x="284" y="61"/>
                      <a:pt x="284" y="61"/>
                    </a:cubicBezTo>
                    <a:cubicBezTo>
                      <a:pt x="284" y="61"/>
                      <a:pt x="284" y="61"/>
                      <a:pt x="283" y="61"/>
                    </a:cubicBezTo>
                    <a:close/>
                    <a:moveTo>
                      <a:pt x="295" y="53"/>
                    </a:moveTo>
                    <a:cubicBezTo>
                      <a:pt x="294" y="53"/>
                      <a:pt x="294" y="52"/>
                      <a:pt x="295" y="52"/>
                    </a:cubicBezTo>
                    <a:cubicBezTo>
                      <a:pt x="295" y="52"/>
                      <a:pt x="295" y="52"/>
                      <a:pt x="295" y="52"/>
                    </a:cubicBezTo>
                    <a:cubicBezTo>
                      <a:pt x="296" y="51"/>
                      <a:pt x="296" y="51"/>
                      <a:pt x="297" y="52"/>
                    </a:cubicBezTo>
                    <a:cubicBezTo>
                      <a:pt x="297" y="52"/>
                      <a:pt x="297" y="52"/>
                      <a:pt x="297" y="52"/>
                    </a:cubicBezTo>
                    <a:cubicBezTo>
                      <a:pt x="297" y="53"/>
                      <a:pt x="297" y="53"/>
                      <a:pt x="296" y="54"/>
                    </a:cubicBezTo>
                    <a:cubicBezTo>
                      <a:pt x="296" y="54"/>
                      <a:pt x="296" y="54"/>
                      <a:pt x="296"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19" y="37"/>
                    </a:cubicBezTo>
                    <a:cubicBezTo>
                      <a:pt x="319" y="37"/>
                      <a:pt x="319" y="37"/>
                      <a:pt x="319"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7"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39" y="23"/>
                      <a:pt x="340" y="23"/>
                      <a:pt x="340" y="22"/>
                    </a:cubicBezTo>
                    <a:cubicBezTo>
                      <a:pt x="340" y="22"/>
                      <a:pt x="340" y="22"/>
                      <a:pt x="340" y="22"/>
                    </a:cubicBezTo>
                    <a:cubicBezTo>
                      <a:pt x="341" y="22"/>
                      <a:pt x="342" y="22"/>
                      <a:pt x="342" y="23"/>
                    </a:cubicBezTo>
                    <a:cubicBezTo>
                      <a:pt x="342" y="23"/>
                      <a:pt x="342" y="23"/>
                      <a:pt x="342" y="23"/>
                    </a:cubicBezTo>
                    <a:cubicBezTo>
                      <a:pt x="342" y="23"/>
                      <a:pt x="342" y="24"/>
                      <a:pt x="342" y="24"/>
                    </a:cubicBezTo>
                    <a:cubicBezTo>
                      <a:pt x="342" y="24"/>
                      <a:pt x="342" y="24"/>
                      <a:pt x="342" y="24"/>
                    </a:cubicBezTo>
                    <a:cubicBezTo>
                      <a:pt x="341"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2"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5" name="Google Shape;1215;p22"/>
              <p:cNvSpPr/>
              <p:nvPr/>
            </p:nvSpPr>
            <p:spPr>
              <a:xfrm>
                <a:off x="9940827" y="5123909"/>
                <a:ext cx="19581" cy="19580"/>
              </a:xfrm>
              <a:custGeom>
                <a:avLst/>
                <a:gdLst/>
                <a:ahLst/>
                <a:cxnLst/>
                <a:rect l="l" t="t" r="r" b="b"/>
                <a:pathLst>
                  <a:path w="3" h="3" extrusionOk="0">
                    <a:moveTo>
                      <a:pt x="1" y="3"/>
                    </a:moveTo>
                    <a:cubicBezTo>
                      <a:pt x="1" y="3"/>
                      <a:pt x="1" y="3"/>
                      <a:pt x="0" y="3"/>
                    </a:cubicBezTo>
                    <a:cubicBezTo>
                      <a:pt x="0" y="2"/>
                      <a:pt x="0" y="2"/>
                      <a:pt x="0" y="2"/>
                    </a:cubicBezTo>
                    <a:cubicBezTo>
                      <a:pt x="0" y="1"/>
                      <a:pt x="0" y="1"/>
                      <a:pt x="0" y="1"/>
                    </a:cubicBezTo>
                    <a:cubicBezTo>
                      <a:pt x="0" y="1"/>
                      <a:pt x="0" y="1"/>
                      <a:pt x="0" y="1"/>
                    </a:cubicBezTo>
                    <a:cubicBezTo>
                      <a:pt x="1" y="1"/>
                      <a:pt x="1" y="0"/>
                      <a:pt x="1" y="0"/>
                    </a:cubicBezTo>
                    <a:cubicBezTo>
                      <a:pt x="1" y="0"/>
                      <a:pt x="2" y="0"/>
                      <a:pt x="2" y="0"/>
                    </a:cubicBezTo>
                    <a:cubicBezTo>
                      <a:pt x="2" y="0"/>
                      <a:pt x="2" y="1"/>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6" name="Google Shape;1216;p22"/>
              <p:cNvSpPr/>
              <p:nvPr/>
            </p:nvSpPr>
            <p:spPr>
              <a:xfrm>
                <a:off x="12541124" y="3526140"/>
                <a:ext cx="15664" cy="15664"/>
              </a:xfrm>
              <a:custGeom>
                <a:avLst/>
                <a:gdLst/>
                <a:ahLst/>
                <a:cxnLst/>
                <a:rect l="l" t="t" r="r" b="b"/>
                <a:pathLst>
                  <a:path w="3" h="3" extrusionOk="0">
                    <a:moveTo>
                      <a:pt x="2" y="3"/>
                    </a:moveTo>
                    <a:cubicBezTo>
                      <a:pt x="1" y="3"/>
                      <a:pt x="1" y="3"/>
                      <a:pt x="1" y="3"/>
                    </a:cubicBezTo>
                    <a:cubicBezTo>
                      <a:pt x="1" y="3"/>
                      <a:pt x="1" y="3"/>
                      <a:pt x="1" y="3"/>
                    </a:cubicBezTo>
                    <a:cubicBezTo>
                      <a:pt x="0" y="3"/>
                      <a:pt x="0" y="2"/>
                      <a:pt x="0" y="2"/>
                    </a:cubicBezTo>
                    <a:cubicBezTo>
                      <a:pt x="0" y="1"/>
                      <a:pt x="0" y="1"/>
                      <a:pt x="1" y="1"/>
                    </a:cubicBezTo>
                    <a:cubicBezTo>
                      <a:pt x="1" y="0"/>
                      <a:pt x="2" y="0"/>
                      <a:pt x="2" y="1"/>
                    </a:cubicBezTo>
                    <a:cubicBezTo>
                      <a:pt x="3" y="1"/>
                      <a:pt x="3" y="1"/>
                      <a:pt x="3" y="2"/>
                    </a:cubicBezTo>
                    <a:cubicBezTo>
                      <a:pt x="3" y="2"/>
                      <a:pt x="3" y="3"/>
                      <a:pt x="2"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7" name="Google Shape;1217;p22"/>
              <p:cNvSpPr/>
              <p:nvPr/>
            </p:nvSpPr>
            <p:spPr>
              <a:xfrm>
                <a:off x="10160129" y="3573133"/>
                <a:ext cx="2330087"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3" y="236"/>
                    </a:cubicBezTo>
                    <a:cubicBezTo>
                      <a:pt x="13" y="236"/>
                      <a:pt x="13" y="236"/>
                      <a:pt x="13"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3"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5"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5" y="216"/>
                      <a:pt x="45" y="216"/>
                    </a:cubicBezTo>
                    <a:close/>
                    <a:moveTo>
                      <a:pt x="56"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6"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8"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0"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0"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3" y="169"/>
                    </a:cubicBezTo>
                    <a:cubicBezTo>
                      <a:pt x="113" y="169"/>
                      <a:pt x="113" y="169"/>
                      <a:pt x="113"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5" y="165"/>
                    </a:cubicBezTo>
                    <a:cubicBezTo>
                      <a:pt x="125" y="165"/>
                      <a:pt x="125" y="165"/>
                      <a:pt x="125" y="165"/>
                    </a:cubicBezTo>
                    <a:cubicBezTo>
                      <a:pt x="125" y="165"/>
                      <a:pt x="125" y="164"/>
                      <a:pt x="124" y="164"/>
                    </a:cubicBezTo>
                    <a:close/>
                    <a:moveTo>
                      <a:pt x="136" y="157"/>
                    </a:moveTo>
                    <a:cubicBezTo>
                      <a:pt x="135" y="156"/>
                      <a:pt x="135" y="155"/>
                      <a:pt x="136" y="155"/>
                    </a:cubicBezTo>
                    <a:cubicBezTo>
                      <a:pt x="136" y="155"/>
                      <a:pt x="136" y="155"/>
                      <a:pt x="136" y="155"/>
                    </a:cubicBezTo>
                    <a:cubicBezTo>
                      <a:pt x="137" y="154"/>
                      <a:pt x="137"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0"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4" y="118"/>
                    </a:cubicBezTo>
                    <a:cubicBezTo>
                      <a:pt x="194" y="118"/>
                      <a:pt x="194" y="118"/>
                      <a:pt x="194"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2" y="120"/>
                      <a:pt x="192" y="120"/>
                    </a:cubicBezTo>
                    <a:close/>
                    <a:moveTo>
                      <a:pt x="203"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3"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7" y="104"/>
                      <a:pt x="217" y="105"/>
                      <a:pt x="217" y="105"/>
                    </a:cubicBezTo>
                    <a:cubicBezTo>
                      <a:pt x="217" y="105"/>
                      <a:pt x="217" y="105"/>
                      <a:pt x="217" y="105"/>
                    </a:cubicBezTo>
                    <a:cubicBezTo>
                      <a:pt x="216" y="106"/>
                      <a:pt x="216" y="106"/>
                      <a:pt x="216" y="106"/>
                    </a:cubicBezTo>
                    <a:cubicBezTo>
                      <a:pt x="216" y="106"/>
                      <a:pt x="216" y="106"/>
                      <a:pt x="216" y="106"/>
                    </a:cubicBezTo>
                    <a:cubicBezTo>
                      <a:pt x="215"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8"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0" y="74"/>
                    </a:cubicBezTo>
                    <a:cubicBezTo>
                      <a:pt x="260" y="74"/>
                      <a:pt x="260" y="74"/>
                      <a:pt x="260"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2" y="69"/>
                    </a:cubicBezTo>
                    <a:cubicBezTo>
                      <a:pt x="272" y="69"/>
                      <a:pt x="272" y="69"/>
                      <a:pt x="272" y="69"/>
                    </a:cubicBezTo>
                    <a:cubicBezTo>
                      <a:pt x="272" y="69"/>
                      <a:pt x="272" y="69"/>
                      <a:pt x="271" y="68"/>
                    </a:cubicBezTo>
                    <a:close/>
                    <a:moveTo>
                      <a:pt x="283" y="61"/>
                    </a:moveTo>
                    <a:cubicBezTo>
                      <a:pt x="282" y="60"/>
                      <a:pt x="282"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7"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1" y="23"/>
                    </a:cubicBezTo>
                    <a:cubicBezTo>
                      <a:pt x="341" y="23"/>
                      <a:pt x="341" y="23"/>
                      <a:pt x="341"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39"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4" y="8"/>
                      <a:pt x="364" y="9"/>
                      <a:pt x="364" y="10"/>
                    </a:cubicBezTo>
                    <a:cubicBezTo>
                      <a:pt x="364" y="10"/>
                      <a:pt x="364" y="10"/>
                      <a:pt x="364" y="10"/>
                    </a:cubicBezTo>
                    <a:cubicBezTo>
                      <a:pt x="363"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8" name="Google Shape;1218;p22"/>
              <p:cNvSpPr/>
              <p:nvPr/>
            </p:nvSpPr>
            <p:spPr>
              <a:xfrm>
                <a:off x="10085723" y="5123909"/>
                <a:ext cx="15664" cy="19580"/>
              </a:xfrm>
              <a:custGeom>
                <a:avLst/>
                <a:gdLst/>
                <a:ahLst/>
                <a:cxnLst/>
                <a:rect l="l" t="t" r="r" b="b"/>
                <a:pathLst>
                  <a:path w="3" h="3" extrusionOk="0">
                    <a:moveTo>
                      <a:pt x="2" y="3"/>
                    </a:moveTo>
                    <a:cubicBezTo>
                      <a:pt x="2" y="3"/>
                      <a:pt x="1" y="3"/>
                      <a:pt x="1" y="3"/>
                    </a:cubicBezTo>
                    <a:cubicBezTo>
                      <a:pt x="1" y="3"/>
                      <a:pt x="1" y="3"/>
                      <a:pt x="1" y="3"/>
                    </a:cubicBezTo>
                    <a:cubicBezTo>
                      <a:pt x="1" y="2"/>
                      <a:pt x="0" y="2"/>
                      <a:pt x="0" y="2"/>
                    </a:cubicBezTo>
                    <a:cubicBezTo>
                      <a:pt x="0" y="1"/>
                      <a:pt x="0" y="1"/>
                      <a:pt x="1" y="1"/>
                    </a:cubicBezTo>
                    <a:cubicBezTo>
                      <a:pt x="1" y="1"/>
                      <a:pt x="1" y="1"/>
                      <a:pt x="1" y="1"/>
                    </a:cubicBezTo>
                    <a:cubicBezTo>
                      <a:pt x="1" y="1"/>
                      <a:pt x="1" y="0"/>
                      <a:pt x="1" y="0"/>
                    </a:cubicBezTo>
                    <a:cubicBezTo>
                      <a:pt x="2" y="0"/>
                      <a:pt x="2" y="0"/>
                      <a:pt x="2" y="0"/>
                    </a:cubicBezTo>
                    <a:cubicBezTo>
                      <a:pt x="2" y="0"/>
                      <a:pt x="3" y="1"/>
                      <a:pt x="3" y="1"/>
                    </a:cubicBezTo>
                    <a:cubicBezTo>
                      <a:pt x="3" y="1"/>
                      <a:pt x="3" y="1"/>
                      <a:pt x="3" y="1"/>
                    </a:cubicBezTo>
                    <a:cubicBezTo>
                      <a:pt x="3" y="1"/>
                      <a:pt x="3" y="1"/>
                      <a:pt x="3" y="2"/>
                    </a:cubicBezTo>
                    <a:cubicBezTo>
                      <a:pt x="3" y="2"/>
                      <a:pt x="3" y="2"/>
                      <a:pt x="3"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9" name="Google Shape;1219;p22"/>
              <p:cNvSpPr/>
              <p:nvPr/>
            </p:nvSpPr>
            <p:spPr>
              <a:xfrm>
                <a:off x="12689936" y="3526140"/>
                <a:ext cx="11748" cy="15664"/>
              </a:xfrm>
              <a:custGeom>
                <a:avLst/>
                <a:gdLst/>
                <a:ahLst/>
                <a:cxnLst/>
                <a:rect l="l" t="t" r="r" b="b"/>
                <a:pathLst>
                  <a:path w="2" h="3" extrusionOk="0">
                    <a:moveTo>
                      <a:pt x="1" y="3"/>
                    </a:moveTo>
                    <a:cubicBezTo>
                      <a:pt x="1" y="3"/>
                      <a:pt x="1" y="3"/>
                      <a:pt x="0" y="3"/>
                    </a:cubicBezTo>
                    <a:cubicBezTo>
                      <a:pt x="0"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0" name="Google Shape;1220;p22"/>
              <p:cNvSpPr/>
              <p:nvPr/>
            </p:nvSpPr>
            <p:spPr>
              <a:xfrm>
                <a:off x="10301109" y="3573133"/>
                <a:ext cx="2330087"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3" y="244"/>
                    </a:cubicBezTo>
                    <a:cubicBezTo>
                      <a:pt x="3" y="244"/>
                      <a:pt x="3" y="244"/>
                      <a:pt x="3"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2"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5"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4" y="223"/>
                      <a:pt x="34" y="223"/>
                    </a:cubicBezTo>
                    <a:close/>
                    <a:moveTo>
                      <a:pt x="46" y="216"/>
                    </a:moveTo>
                    <a:cubicBezTo>
                      <a:pt x="45" y="215"/>
                      <a:pt x="45" y="214"/>
                      <a:pt x="46" y="214"/>
                    </a:cubicBezTo>
                    <a:cubicBezTo>
                      <a:pt x="46" y="214"/>
                      <a:pt x="46" y="214"/>
                      <a:pt x="46" y="214"/>
                    </a:cubicBezTo>
                    <a:cubicBezTo>
                      <a:pt x="47"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59" y="207"/>
                      <a:pt x="59" y="208"/>
                      <a:pt x="59" y="209"/>
                    </a:cubicBezTo>
                    <a:cubicBezTo>
                      <a:pt x="59" y="209"/>
                      <a:pt x="59" y="209"/>
                      <a:pt x="59" y="209"/>
                    </a:cubicBezTo>
                    <a:cubicBezTo>
                      <a:pt x="58"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70"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79" y="193"/>
                    </a:cubicBezTo>
                    <a:close/>
                    <a:moveTo>
                      <a:pt x="91" y="186"/>
                    </a:moveTo>
                    <a:cubicBezTo>
                      <a:pt x="90" y="185"/>
                      <a:pt x="91"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7"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8"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60" y="142"/>
                    </a:cubicBezTo>
                    <a:cubicBezTo>
                      <a:pt x="160" y="142"/>
                      <a:pt x="160" y="142"/>
                      <a:pt x="160" y="142"/>
                    </a:cubicBezTo>
                    <a:cubicBezTo>
                      <a:pt x="159" y="142"/>
                      <a:pt x="159" y="142"/>
                      <a:pt x="159" y="142"/>
                    </a:cubicBezTo>
                    <a:close/>
                    <a:moveTo>
                      <a:pt x="170" y="134"/>
                    </a:moveTo>
                    <a:cubicBezTo>
                      <a:pt x="170"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2"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1"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6" y="112"/>
                      <a:pt x="206" y="112"/>
                      <a:pt x="206" y="113"/>
                    </a:cubicBezTo>
                    <a:cubicBezTo>
                      <a:pt x="206" y="113"/>
                      <a:pt x="206" y="113"/>
                      <a:pt x="206" y="113"/>
                    </a:cubicBezTo>
                    <a:cubicBezTo>
                      <a:pt x="205"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7"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6" y="98"/>
                    </a:cubicBezTo>
                    <a:close/>
                    <a:moveTo>
                      <a:pt x="238" y="90"/>
                    </a:moveTo>
                    <a:cubicBezTo>
                      <a:pt x="237" y="90"/>
                      <a:pt x="238"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49" y="81"/>
                    </a:cubicBezTo>
                    <a:cubicBezTo>
                      <a:pt x="249" y="81"/>
                      <a:pt x="249" y="81"/>
                      <a:pt x="249"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2" y="76"/>
                    </a:cubicBezTo>
                    <a:cubicBezTo>
                      <a:pt x="262" y="76"/>
                      <a:pt x="262" y="76"/>
                      <a:pt x="262" y="76"/>
                    </a:cubicBezTo>
                    <a:cubicBezTo>
                      <a:pt x="261" y="76"/>
                      <a:pt x="261" y="76"/>
                      <a:pt x="260" y="76"/>
                    </a:cubicBezTo>
                    <a:close/>
                    <a:moveTo>
                      <a:pt x="272" y="68"/>
                    </a:moveTo>
                    <a:cubicBezTo>
                      <a:pt x="271" y="68"/>
                      <a:pt x="271"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5"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6" y="46"/>
                    </a:cubicBezTo>
                    <a:close/>
                    <a:moveTo>
                      <a:pt x="317" y="39"/>
                    </a:moveTo>
                    <a:cubicBezTo>
                      <a:pt x="317"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0" y="30"/>
                    </a:cubicBezTo>
                    <a:cubicBezTo>
                      <a:pt x="330" y="30"/>
                      <a:pt x="330" y="30"/>
                      <a:pt x="330"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8"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4" y="16"/>
                      <a:pt x="353" y="17"/>
                      <a:pt x="353" y="17"/>
                    </a:cubicBezTo>
                    <a:cubicBezTo>
                      <a:pt x="353" y="17"/>
                      <a:pt x="353" y="17"/>
                      <a:pt x="353" y="17"/>
                    </a:cubicBezTo>
                    <a:cubicBezTo>
                      <a:pt x="352"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1" name="Google Shape;1221;p22"/>
              <p:cNvSpPr/>
              <p:nvPr/>
            </p:nvSpPr>
            <p:spPr>
              <a:xfrm>
                <a:off x="10234535" y="5123909"/>
                <a:ext cx="11748" cy="19580"/>
              </a:xfrm>
              <a:custGeom>
                <a:avLst/>
                <a:gdLst/>
                <a:ahLst/>
                <a:cxnLst/>
                <a:rect l="l" t="t" r="r" b="b"/>
                <a:pathLst>
                  <a:path w="2"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0" y="0"/>
                      <a:pt x="1" y="0"/>
                    </a:cubicBezTo>
                    <a:cubicBezTo>
                      <a:pt x="1" y="0"/>
                      <a:pt x="1" y="0"/>
                      <a:pt x="2" y="0"/>
                    </a:cubicBezTo>
                    <a:cubicBezTo>
                      <a:pt x="2" y="0"/>
                      <a:pt x="2" y="1"/>
                      <a:pt x="2" y="1"/>
                    </a:cubicBezTo>
                    <a:cubicBezTo>
                      <a:pt x="2" y="1"/>
                      <a:pt x="2" y="1"/>
                      <a:pt x="2" y="2"/>
                    </a:cubicBezTo>
                    <a:cubicBezTo>
                      <a:pt x="2" y="2"/>
                      <a:pt x="2" y="2"/>
                      <a:pt x="2" y="3"/>
                    </a:cubicBezTo>
                    <a:cubicBezTo>
                      <a:pt x="2" y="3"/>
                      <a:pt x="2" y="3"/>
                      <a:pt x="2" y="3"/>
                    </a:cubicBezTo>
                    <a:cubicBezTo>
                      <a:pt x="1"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2" name="Google Shape;1222;p22"/>
              <p:cNvSpPr/>
              <p:nvPr/>
            </p:nvSpPr>
            <p:spPr>
              <a:xfrm>
                <a:off x="12830916"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1" y="0"/>
                      <a:pt x="2" y="1"/>
                    </a:cubicBezTo>
                    <a:cubicBezTo>
                      <a:pt x="2" y="1"/>
                      <a:pt x="2" y="1"/>
                      <a:pt x="2" y="1"/>
                    </a:cubicBezTo>
                    <a:cubicBezTo>
                      <a:pt x="2" y="1"/>
                      <a:pt x="3" y="1"/>
                      <a:pt x="3" y="2"/>
                    </a:cubicBezTo>
                    <a:cubicBezTo>
                      <a:pt x="3" y="2"/>
                      <a:pt x="3" y="2"/>
                      <a:pt x="2"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3" name="Google Shape;1223;p22"/>
              <p:cNvSpPr/>
              <p:nvPr/>
            </p:nvSpPr>
            <p:spPr>
              <a:xfrm>
                <a:off x="10446005" y="3573133"/>
                <a:ext cx="2330087"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2" y="243"/>
                      <a:pt x="3" y="244"/>
                    </a:cubicBezTo>
                    <a:cubicBezTo>
                      <a:pt x="3" y="244"/>
                      <a:pt x="3" y="244"/>
                      <a:pt x="3" y="244"/>
                    </a:cubicBezTo>
                    <a:cubicBezTo>
                      <a:pt x="3" y="244"/>
                      <a:pt x="3" y="245"/>
                      <a:pt x="2" y="245"/>
                    </a:cubicBezTo>
                    <a:cubicBezTo>
                      <a:pt x="2" y="245"/>
                      <a:pt x="2" y="245"/>
                      <a:pt x="2"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6" y="229"/>
                    </a:cubicBezTo>
                    <a:cubicBezTo>
                      <a:pt x="26" y="229"/>
                      <a:pt x="26" y="229"/>
                      <a:pt x="26"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3"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5" y="215"/>
                      <a:pt x="46" y="214"/>
                      <a:pt x="46" y="214"/>
                    </a:cubicBezTo>
                    <a:cubicBezTo>
                      <a:pt x="46" y="214"/>
                      <a:pt x="46" y="214"/>
                      <a:pt x="46" y="214"/>
                    </a:cubicBezTo>
                    <a:cubicBezTo>
                      <a:pt x="47" y="213"/>
                      <a:pt x="48" y="213"/>
                      <a:pt x="48" y="214"/>
                    </a:cubicBezTo>
                    <a:cubicBezTo>
                      <a:pt x="48" y="214"/>
                      <a:pt x="48" y="214"/>
                      <a:pt x="48" y="214"/>
                    </a:cubicBezTo>
                    <a:cubicBezTo>
                      <a:pt x="49" y="215"/>
                      <a:pt x="48" y="215"/>
                      <a:pt x="48" y="216"/>
                    </a:cubicBezTo>
                    <a:cubicBezTo>
                      <a:pt x="48" y="216"/>
                      <a:pt x="48" y="216"/>
                      <a:pt x="48" y="216"/>
                    </a:cubicBezTo>
                    <a:cubicBezTo>
                      <a:pt x="48"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70"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8"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0" y="194"/>
                      <a:pt x="80" y="194"/>
                      <a:pt x="80" y="193"/>
                    </a:cubicBezTo>
                    <a:close/>
                    <a:moveTo>
                      <a:pt x="91" y="186"/>
                    </a:moveTo>
                    <a:cubicBezTo>
                      <a:pt x="91" y="185"/>
                      <a:pt x="91" y="185"/>
                      <a:pt x="92" y="184"/>
                    </a:cubicBezTo>
                    <a:cubicBezTo>
                      <a:pt x="92" y="184"/>
                      <a:pt x="92" y="184"/>
                      <a:pt x="92"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3"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7"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7" y="157"/>
                    </a:cubicBezTo>
                    <a:cubicBezTo>
                      <a:pt x="137" y="157"/>
                      <a:pt x="137" y="157"/>
                      <a:pt x="137"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3" y="133"/>
                    </a:cubicBezTo>
                    <a:cubicBezTo>
                      <a:pt x="173" y="133"/>
                      <a:pt x="173" y="133"/>
                      <a:pt x="173"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1"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2" y="119"/>
                      <a:pt x="193" y="118"/>
                      <a:pt x="193" y="118"/>
                    </a:cubicBezTo>
                    <a:cubicBezTo>
                      <a:pt x="193" y="118"/>
                      <a:pt x="193" y="118"/>
                      <a:pt x="193" y="118"/>
                    </a:cubicBezTo>
                    <a:cubicBezTo>
                      <a:pt x="194" y="118"/>
                      <a:pt x="195" y="118"/>
                      <a:pt x="195" y="118"/>
                    </a:cubicBezTo>
                    <a:cubicBezTo>
                      <a:pt x="195" y="118"/>
                      <a:pt x="195" y="118"/>
                      <a:pt x="195" y="118"/>
                    </a:cubicBezTo>
                    <a:cubicBezTo>
                      <a:pt x="196" y="119"/>
                      <a:pt x="195" y="120"/>
                      <a:pt x="195" y="120"/>
                    </a:cubicBezTo>
                    <a:cubicBezTo>
                      <a:pt x="195" y="120"/>
                      <a:pt x="195" y="120"/>
                      <a:pt x="195" y="120"/>
                    </a:cubicBezTo>
                    <a:cubicBezTo>
                      <a:pt x="195"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7"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5"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8" y="98"/>
                      <a:pt x="227" y="98"/>
                      <a:pt x="227" y="98"/>
                    </a:cubicBezTo>
                    <a:close/>
                    <a:moveTo>
                      <a:pt x="238" y="90"/>
                    </a:moveTo>
                    <a:cubicBezTo>
                      <a:pt x="238" y="90"/>
                      <a:pt x="238" y="89"/>
                      <a:pt x="239" y="88"/>
                    </a:cubicBezTo>
                    <a:cubicBezTo>
                      <a:pt x="239" y="88"/>
                      <a:pt x="239" y="88"/>
                      <a:pt x="239"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49" y="83"/>
                    </a:cubicBezTo>
                    <a:close/>
                    <a:moveTo>
                      <a:pt x="261" y="76"/>
                    </a:moveTo>
                    <a:cubicBezTo>
                      <a:pt x="260" y="75"/>
                      <a:pt x="261"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4"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4" y="61"/>
                    </a:cubicBezTo>
                    <a:cubicBezTo>
                      <a:pt x="284" y="61"/>
                      <a:pt x="284" y="61"/>
                      <a:pt x="284" y="61"/>
                    </a:cubicBezTo>
                    <a:cubicBezTo>
                      <a:pt x="284" y="61"/>
                      <a:pt x="284" y="61"/>
                      <a:pt x="283" y="61"/>
                    </a:cubicBezTo>
                    <a:close/>
                    <a:moveTo>
                      <a:pt x="295" y="53"/>
                    </a:moveTo>
                    <a:cubicBezTo>
                      <a:pt x="294" y="53"/>
                      <a:pt x="294" y="52"/>
                      <a:pt x="295" y="52"/>
                    </a:cubicBezTo>
                    <a:cubicBezTo>
                      <a:pt x="295" y="52"/>
                      <a:pt x="295" y="52"/>
                      <a:pt x="295" y="52"/>
                    </a:cubicBezTo>
                    <a:cubicBezTo>
                      <a:pt x="296" y="51"/>
                      <a:pt x="296" y="51"/>
                      <a:pt x="297" y="52"/>
                    </a:cubicBezTo>
                    <a:cubicBezTo>
                      <a:pt x="297" y="52"/>
                      <a:pt x="297" y="52"/>
                      <a:pt x="297" y="52"/>
                    </a:cubicBezTo>
                    <a:cubicBezTo>
                      <a:pt x="297" y="53"/>
                      <a:pt x="297" y="53"/>
                      <a:pt x="297" y="54"/>
                    </a:cubicBezTo>
                    <a:cubicBezTo>
                      <a:pt x="297" y="54"/>
                      <a:pt x="297" y="54"/>
                      <a:pt x="297"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20" y="37"/>
                    </a:cubicBezTo>
                    <a:cubicBezTo>
                      <a:pt x="320" y="37"/>
                      <a:pt x="320" y="37"/>
                      <a:pt x="320"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8"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40" y="23"/>
                      <a:pt x="340" y="23"/>
                      <a:pt x="340" y="22"/>
                    </a:cubicBezTo>
                    <a:cubicBezTo>
                      <a:pt x="340" y="22"/>
                      <a:pt x="340" y="22"/>
                      <a:pt x="340" y="22"/>
                    </a:cubicBezTo>
                    <a:cubicBezTo>
                      <a:pt x="341" y="22"/>
                      <a:pt x="342" y="22"/>
                      <a:pt x="342" y="23"/>
                    </a:cubicBezTo>
                    <a:cubicBezTo>
                      <a:pt x="342" y="23"/>
                      <a:pt x="342" y="23"/>
                      <a:pt x="342" y="23"/>
                    </a:cubicBezTo>
                    <a:cubicBezTo>
                      <a:pt x="343" y="23"/>
                      <a:pt x="342" y="24"/>
                      <a:pt x="342" y="24"/>
                    </a:cubicBezTo>
                    <a:cubicBezTo>
                      <a:pt x="342" y="24"/>
                      <a:pt x="342" y="24"/>
                      <a:pt x="342" y="24"/>
                    </a:cubicBezTo>
                    <a:cubicBezTo>
                      <a:pt x="342"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1" y="17"/>
                      <a:pt x="351" y="17"/>
                    </a:cubicBezTo>
                    <a:close/>
                    <a:moveTo>
                      <a:pt x="363" y="9"/>
                    </a:moveTo>
                    <a:cubicBezTo>
                      <a:pt x="362" y="9"/>
                      <a:pt x="362" y="8"/>
                      <a:pt x="363" y="7"/>
                    </a:cubicBezTo>
                    <a:cubicBezTo>
                      <a:pt x="363" y="7"/>
                      <a:pt x="363" y="7"/>
                      <a:pt x="363" y="7"/>
                    </a:cubicBezTo>
                    <a:cubicBezTo>
                      <a:pt x="364"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3"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5"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4" name="Google Shape;1224;p22"/>
              <p:cNvSpPr/>
              <p:nvPr/>
            </p:nvSpPr>
            <p:spPr>
              <a:xfrm>
                <a:off x="10375515" y="5123909"/>
                <a:ext cx="19581" cy="19580"/>
              </a:xfrm>
              <a:custGeom>
                <a:avLst/>
                <a:gdLst/>
                <a:ahLst/>
                <a:cxnLst/>
                <a:rect l="l" t="t" r="r" b="b"/>
                <a:pathLst>
                  <a:path w="3" h="3" extrusionOk="0">
                    <a:moveTo>
                      <a:pt x="1" y="3"/>
                    </a:moveTo>
                    <a:cubicBezTo>
                      <a:pt x="1" y="3"/>
                      <a:pt x="1" y="3"/>
                      <a:pt x="1" y="3"/>
                    </a:cubicBezTo>
                    <a:cubicBezTo>
                      <a:pt x="0" y="2"/>
                      <a:pt x="0" y="2"/>
                      <a:pt x="0" y="2"/>
                    </a:cubicBezTo>
                    <a:cubicBezTo>
                      <a:pt x="0" y="1"/>
                      <a:pt x="0" y="1"/>
                      <a:pt x="0" y="1"/>
                    </a:cubicBezTo>
                    <a:cubicBezTo>
                      <a:pt x="0" y="1"/>
                      <a:pt x="0" y="1"/>
                      <a:pt x="1" y="1"/>
                    </a:cubicBezTo>
                    <a:cubicBezTo>
                      <a:pt x="1" y="1"/>
                      <a:pt x="1" y="0"/>
                      <a:pt x="1" y="0"/>
                    </a:cubicBezTo>
                    <a:cubicBezTo>
                      <a:pt x="1" y="0"/>
                      <a:pt x="2" y="0"/>
                      <a:pt x="2" y="0"/>
                    </a:cubicBezTo>
                    <a:cubicBezTo>
                      <a:pt x="2" y="0"/>
                      <a:pt x="2" y="1"/>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5" name="Google Shape;1225;p22"/>
              <p:cNvSpPr/>
              <p:nvPr/>
            </p:nvSpPr>
            <p:spPr>
              <a:xfrm>
                <a:off x="12975813" y="3526140"/>
                <a:ext cx="15664" cy="15664"/>
              </a:xfrm>
              <a:custGeom>
                <a:avLst/>
                <a:gdLst/>
                <a:ahLst/>
                <a:cxnLst/>
                <a:rect l="l" t="t" r="r" b="b"/>
                <a:pathLst>
                  <a:path w="3" h="3" extrusionOk="0">
                    <a:moveTo>
                      <a:pt x="2" y="3"/>
                    </a:moveTo>
                    <a:cubicBezTo>
                      <a:pt x="1" y="3"/>
                      <a:pt x="1" y="3"/>
                      <a:pt x="1" y="3"/>
                    </a:cubicBezTo>
                    <a:cubicBezTo>
                      <a:pt x="0" y="3"/>
                      <a:pt x="0" y="2"/>
                      <a:pt x="0" y="2"/>
                    </a:cubicBezTo>
                    <a:cubicBezTo>
                      <a:pt x="0" y="1"/>
                      <a:pt x="0" y="1"/>
                      <a:pt x="1" y="1"/>
                    </a:cubicBezTo>
                    <a:cubicBezTo>
                      <a:pt x="1" y="0"/>
                      <a:pt x="2" y="0"/>
                      <a:pt x="3" y="1"/>
                    </a:cubicBezTo>
                    <a:cubicBezTo>
                      <a:pt x="3" y="1"/>
                      <a:pt x="3" y="1"/>
                      <a:pt x="3" y="2"/>
                    </a:cubicBezTo>
                    <a:cubicBezTo>
                      <a:pt x="3" y="2"/>
                      <a:pt x="3" y="3"/>
                      <a:pt x="3"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6" name="Google Shape;1226;p22"/>
              <p:cNvSpPr/>
              <p:nvPr/>
            </p:nvSpPr>
            <p:spPr>
              <a:xfrm>
                <a:off x="10594817" y="3573133"/>
                <a:ext cx="2330087"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4" y="236"/>
                    </a:cubicBezTo>
                    <a:cubicBezTo>
                      <a:pt x="14" y="236"/>
                      <a:pt x="14" y="236"/>
                      <a:pt x="14"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4"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6"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5" y="216"/>
                      <a:pt x="45" y="216"/>
                    </a:cubicBezTo>
                    <a:close/>
                    <a:moveTo>
                      <a:pt x="57"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7"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1"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0"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3" y="169"/>
                    </a:cubicBezTo>
                    <a:cubicBezTo>
                      <a:pt x="113" y="169"/>
                      <a:pt x="113" y="169"/>
                      <a:pt x="113"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5" y="165"/>
                    </a:cubicBezTo>
                    <a:cubicBezTo>
                      <a:pt x="125" y="165"/>
                      <a:pt x="125" y="165"/>
                      <a:pt x="125" y="165"/>
                    </a:cubicBezTo>
                    <a:cubicBezTo>
                      <a:pt x="125" y="165"/>
                      <a:pt x="125" y="164"/>
                      <a:pt x="124" y="164"/>
                    </a:cubicBezTo>
                    <a:close/>
                    <a:moveTo>
                      <a:pt x="136" y="157"/>
                    </a:moveTo>
                    <a:cubicBezTo>
                      <a:pt x="135" y="156"/>
                      <a:pt x="135" y="155"/>
                      <a:pt x="136" y="155"/>
                    </a:cubicBezTo>
                    <a:cubicBezTo>
                      <a:pt x="136" y="155"/>
                      <a:pt x="136" y="155"/>
                      <a:pt x="136" y="155"/>
                    </a:cubicBezTo>
                    <a:cubicBezTo>
                      <a:pt x="137" y="154"/>
                      <a:pt x="138"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1"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4" y="118"/>
                    </a:cubicBezTo>
                    <a:cubicBezTo>
                      <a:pt x="194" y="118"/>
                      <a:pt x="194" y="118"/>
                      <a:pt x="194"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2" y="120"/>
                      <a:pt x="192" y="120"/>
                    </a:cubicBezTo>
                    <a:close/>
                    <a:moveTo>
                      <a:pt x="204"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4"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7" y="104"/>
                      <a:pt x="217" y="105"/>
                      <a:pt x="217" y="105"/>
                    </a:cubicBezTo>
                    <a:cubicBezTo>
                      <a:pt x="217" y="105"/>
                      <a:pt x="217" y="105"/>
                      <a:pt x="217" y="105"/>
                    </a:cubicBezTo>
                    <a:cubicBezTo>
                      <a:pt x="216"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8"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0" y="74"/>
                    </a:cubicBezTo>
                    <a:cubicBezTo>
                      <a:pt x="260" y="74"/>
                      <a:pt x="260" y="74"/>
                      <a:pt x="260"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1" y="68"/>
                    </a:cubicBezTo>
                    <a:close/>
                    <a:moveTo>
                      <a:pt x="283" y="61"/>
                    </a:moveTo>
                    <a:cubicBezTo>
                      <a:pt x="282" y="60"/>
                      <a:pt x="282"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8"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1" y="23"/>
                    </a:cubicBezTo>
                    <a:cubicBezTo>
                      <a:pt x="341" y="23"/>
                      <a:pt x="341" y="23"/>
                      <a:pt x="341"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40"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4" y="8"/>
                      <a:pt x="364" y="9"/>
                      <a:pt x="364" y="10"/>
                    </a:cubicBezTo>
                    <a:cubicBezTo>
                      <a:pt x="364" y="10"/>
                      <a:pt x="364" y="10"/>
                      <a:pt x="364" y="10"/>
                    </a:cubicBezTo>
                    <a:cubicBezTo>
                      <a:pt x="363"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7" name="Google Shape;1227;p22"/>
              <p:cNvSpPr/>
              <p:nvPr/>
            </p:nvSpPr>
            <p:spPr>
              <a:xfrm>
                <a:off x="10520411" y="5123909"/>
                <a:ext cx="15664" cy="19580"/>
              </a:xfrm>
              <a:custGeom>
                <a:avLst/>
                <a:gdLst/>
                <a:ahLst/>
                <a:cxnLst/>
                <a:rect l="l" t="t" r="r" b="b"/>
                <a:pathLst>
                  <a:path w="3" h="3" extrusionOk="0">
                    <a:moveTo>
                      <a:pt x="2" y="3"/>
                    </a:moveTo>
                    <a:cubicBezTo>
                      <a:pt x="2" y="3"/>
                      <a:pt x="1" y="3"/>
                      <a:pt x="1" y="3"/>
                    </a:cubicBezTo>
                    <a:cubicBezTo>
                      <a:pt x="1" y="3"/>
                      <a:pt x="1" y="3"/>
                      <a:pt x="1" y="3"/>
                    </a:cubicBezTo>
                    <a:cubicBezTo>
                      <a:pt x="1" y="2"/>
                      <a:pt x="0" y="2"/>
                      <a:pt x="0" y="2"/>
                    </a:cubicBezTo>
                    <a:cubicBezTo>
                      <a:pt x="0" y="1"/>
                      <a:pt x="0" y="1"/>
                      <a:pt x="1" y="1"/>
                    </a:cubicBezTo>
                    <a:cubicBezTo>
                      <a:pt x="1" y="1"/>
                      <a:pt x="1" y="1"/>
                      <a:pt x="1" y="1"/>
                    </a:cubicBezTo>
                    <a:cubicBezTo>
                      <a:pt x="1" y="1"/>
                      <a:pt x="1" y="0"/>
                      <a:pt x="1" y="0"/>
                    </a:cubicBezTo>
                    <a:cubicBezTo>
                      <a:pt x="2" y="0"/>
                      <a:pt x="2" y="0"/>
                      <a:pt x="2" y="0"/>
                    </a:cubicBezTo>
                    <a:cubicBezTo>
                      <a:pt x="2" y="0"/>
                      <a:pt x="3" y="1"/>
                      <a:pt x="3" y="1"/>
                    </a:cubicBezTo>
                    <a:cubicBezTo>
                      <a:pt x="3" y="1"/>
                      <a:pt x="3" y="1"/>
                      <a:pt x="3" y="1"/>
                    </a:cubicBezTo>
                    <a:cubicBezTo>
                      <a:pt x="3" y="1"/>
                      <a:pt x="3" y="1"/>
                      <a:pt x="3" y="2"/>
                    </a:cubicBezTo>
                    <a:cubicBezTo>
                      <a:pt x="3" y="2"/>
                      <a:pt x="3" y="2"/>
                      <a:pt x="3"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8" name="Google Shape;1228;p22"/>
              <p:cNvSpPr/>
              <p:nvPr/>
            </p:nvSpPr>
            <p:spPr>
              <a:xfrm>
                <a:off x="13124625" y="3526140"/>
                <a:ext cx="11748" cy="15664"/>
              </a:xfrm>
              <a:custGeom>
                <a:avLst/>
                <a:gdLst/>
                <a:ahLst/>
                <a:cxnLst/>
                <a:rect l="l" t="t" r="r" b="b"/>
                <a:pathLst>
                  <a:path w="2" h="3" extrusionOk="0">
                    <a:moveTo>
                      <a:pt x="1" y="3"/>
                    </a:moveTo>
                    <a:cubicBezTo>
                      <a:pt x="1" y="3"/>
                      <a:pt x="1" y="3"/>
                      <a:pt x="0" y="3"/>
                    </a:cubicBezTo>
                    <a:cubicBezTo>
                      <a:pt x="0"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9" name="Google Shape;1229;p22"/>
              <p:cNvSpPr/>
              <p:nvPr/>
            </p:nvSpPr>
            <p:spPr>
              <a:xfrm>
                <a:off x="10735797" y="3573133"/>
                <a:ext cx="2330087"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3" y="244"/>
                    </a:cubicBezTo>
                    <a:cubicBezTo>
                      <a:pt x="3" y="244"/>
                      <a:pt x="3" y="244"/>
                      <a:pt x="3"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3" y="236"/>
                      <a:pt x="14" y="236"/>
                    </a:cubicBezTo>
                    <a:cubicBezTo>
                      <a:pt x="14" y="236"/>
                      <a:pt x="14" y="236"/>
                      <a:pt x="14" y="236"/>
                    </a:cubicBezTo>
                    <a:cubicBezTo>
                      <a:pt x="14" y="237"/>
                      <a:pt x="14" y="238"/>
                      <a:pt x="13" y="238"/>
                    </a:cubicBezTo>
                    <a:cubicBezTo>
                      <a:pt x="13" y="238"/>
                      <a:pt x="13" y="238"/>
                      <a:pt x="13" y="238"/>
                    </a:cubicBezTo>
                    <a:cubicBezTo>
                      <a:pt x="13" y="238"/>
                      <a:pt x="13" y="238"/>
                      <a:pt x="13" y="238"/>
                    </a:cubicBezTo>
                    <a:cubicBezTo>
                      <a:pt x="13" y="238"/>
                      <a:pt x="13" y="238"/>
                      <a:pt x="13" y="238"/>
                    </a:cubicBezTo>
                    <a:cubicBezTo>
                      <a:pt x="12" y="238"/>
                      <a:pt x="12" y="238"/>
                      <a:pt x="12" y="238"/>
                    </a:cubicBezTo>
                    <a:close/>
                    <a:moveTo>
                      <a:pt x="23" y="230"/>
                    </a:moveTo>
                    <a:cubicBezTo>
                      <a:pt x="23"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5"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6" y="221"/>
                    </a:cubicBezTo>
                    <a:cubicBezTo>
                      <a:pt x="36" y="221"/>
                      <a:pt x="36" y="221"/>
                      <a:pt x="36"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5" y="223"/>
                      <a:pt x="34" y="223"/>
                    </a:cubicBezTo>
                    <a:close/>
                    <a:moveTo>
                      <a:pt x="46" y="216"/>
                    </a:moveTo>
                    <a:cubicBezTo>
                      <a:pt x="45" y="215"/>
                      <a:pt x="45" y="214"/>
                      <a:pt x="46" y="214"/>
                    </a:cubicBezTo>
                    <a:cubicBezTo>
                      <a:pt x="46" y="214"/>
                      <a:pt x="46" y="214"/>
                      <a:pt x="46" y="214"/>
                    </a:cubicBezTo>
                    <a:cubicBezTo>
                      <a:pt x="47"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60" y="207"/>
                      <a:pt x="59" y="208"/>
                      <a:pt x="59" y="209"/>
                    </a:cubicBezTo>
                    <a:cubicBezTo>
                      <a:pt x="59" y="209"/>
                      <a:pt x="59" y="209"/>
                      <a:pt x="59" y="209"/>
                    </a:cubicBezTo>
                    <a:cubicBezTo>
                      <a:pt x="58"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70" y="201"/>
                      <a:pt x="69" y="201"/>
                    </a:cubicBezTo>
                    <a:cubicBezTo>
                      <a:pt x="69" y="201"/>
                      <a:pt x="69" y="201"/>
                      <a:pt x="69" y="201"/>
                    </a:cubicBezTo>
                    <a:cubicBezTo>
                      <a:pt x="69" y="201"/>
                      <a:pt x="68" y="201"/>
                      <a:pt x="68" y="201"/>
                    </a:cubicBezTo>
                    <a:close/>
                    <a:moveTo>
                      <a:pt x="80" y="193"/>
                    </a:moveTo>
                    <a:cubicBezTo>
                      <a:pt x="79" y="193"/>
                      <a:pt x="79" y="192"/>
                      <a:pt x="80" y="192"/>
                    </a:cubicBezTo>
                    <a:cubicBezTo>
                      <a:pt x="80" y="192"/>
                      <a:pt x="80" y="192"/>
                      <a:pt x="80" y="192"/>
                    </a:cubicBezTo>
                    <a:cubicBezTo>
                      <a:pt x="80"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80" y="193"/>
                    </a:cubicBezTo>
                    <a:close/>
                    <a:moveTo>
                      <a:pt x="91" y="186"/>
                    </a:moveTo>
                    <a:cubicBezTo>
                      <a:pt x="90" y="185"/>
                      <a:pt x="91"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1" y="187"/>
                      <a:pt x="91" y="186"/>
                      <a:pt x="91" y="186"/>
                    </a:cubicBezTo>
                    <a:close/>
                    <a:moveTo>
                      <a:pt x="102" y="179"/>
                    </a:moveTo>
                    <a:cubicBezTo>
                      <a:pt x="102" y="178"/>
                      <a:pt x="102" y="177"/>
                      <a:pt x="102" y="177"/>
                    </a:cubicBezTo>
                    <a:cubicBezTo>
                      <a:pt x="102" y="177"/>
                      <a:pt x="102" y="177"/>
                      <a:pt x="102"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3" y="171"/>
                    </a:cubicBezTo>
                    <a:close/>
                    <a:moveTo>
                      <a:pt x="125" y="164"/>
                    </a:moveTo>
                    <a:cubicBezTo>
                      <a:pt x="124" y="163"/>
                      <a:pt x="124" y="162"/>
                      <a:pt x="125" y="162"/>
                    </a:cubicBezTo>
                    <a:cubicBezTo>
                      <a:pt x="125" y="162"/>
                      <a:pt x="125" y="162"/>
                      <a:pt x="125" y="162"/>
                    </a:cubicBezTo>
                    <a:cubicBezTo>
                      <a:pt x="126" y="162"/>
                      <a:pt x="127"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9"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0" y="140"/>
                      <a:pt x="161" y="140"/>
                    </a:cubicBezTo>
                    <a:cubicBezTo>
                      <a:pt x="161" y="140"/>
                      <a:pt x="161" y="140"/>
                      <a:pt x="161" y="140"/>
                    </a:cubicBezTo>
                    <a:cubicBezTo>
                      <a:pt x="161" y="141"/>
                      <a:pt x="161" y="142"/>
                      <a:pt x="161" y="142"/>
                    </a:cubicBezTo>
                    <a:cubicBezTo>
                      <a:pt x="161" y="142"/>
                      <a:pt x="161" y="142"/>
                      <a:pt x="161" y="142"/>
                    </a:cubicBezTo>
                    <a:cubicBezTo>
                      <a:pt x="160" y="142"/>
                      <a:pt x="160" y="142"/>
                      <a:pt x="160" y="142"/>
                    </a:cubicBezTo>
                    <a:cubicBezTo>
                      <a:pt x="160" y="142"/>
                      <a:pt x="160" y="142"/>
                      <a:pt x="160" y="142"/>
                    </a:cubicBezTo>
                    <a:cubicBezTo>
                      <a:pt x="159" y="142"/>
                      <a:pt x="159" y="142"/>
                      <a:pt x="159" y="142"/>
                    </a:cubicBezTo>
                    <a:close/>
                    <a:moveTo>
                      <a:pt x="170" y="134"/>
                    </a:moveTo>
                    <a:cubicBezTo>
                      <a:pt x="170"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2"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3" y="126"/>
                    </a:cubicBezTo>
                    <a:cubicBezTo>
                      <a:pt x="183" y="126"/>
                      <a:pt x="183" y="126"/>
                      <a:pt x="183"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2"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3" y="112"/>
                      <a:pt x="204" y="111"/>
                      <a:pt x="204" y="111"/>
                    </a:cubicBezTo>
                    <a:cubicBezTo>
                      <a:pt x="204" y="111"/>
                      <a:pt x="204" y="111"/>
                      <a:pt x="204" y="111"/>
                    </a:cubicBezTo>
                    <a:cubicBezTo>
                      <a:pt x="205" y="110"/>
                      <a:pt x="206" y="110"/>
                      <a:pt x="206" y="111"/>
                    </a:cubicBezTo>
                    <a:cubicBezTo>
                      <a:pt x="206" y="111"/>
                      <a:pt x="206" y="111"/>
                      <a:pt x="206" y="111"/>
                    </a:cubicBezTo>
                    <a:cubicBezTo>
                      <a:pt x="207" y="112"/>
                      <a:pt x="206" y="112"/>
                      <a:pt x="206" y="113"/>
                    </a:cubicBezTo>
                    <a:cubicBezTo>
                      <a:pt x="206" y="113"/>
                      <a:pt x="206" y="113"/>
                      <a:pt x="206" y="113"/>
                    </a:cubicBezTo>
                    <a:cubicBezTo>
                      <a:pt x="205"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7" y="106"/>
                      <a:pt x="216" y="106"/>
                    </a:cubicBezTo>
                    <a:cubicBezTo>
                      <a:pt x="216" y="106"/>
                      <a:pt x="216" y="106"/>
                      <a:pt x="216" y="106"/>
                    </a:cubicBezTo>
                    <a:cubicBezTo>
                      <a:pt x="216" y="106"/>
                      <a:pt x="215" y="105"/>
                      <a:pt x="215" y="105"/>
                    </a:cubicBezTo>
                    <a:close/>
                    <a:moveTo>
                      <a:pt x="227" y="98"/>
                    </a:moveTo>
                    <a:cubicBezTo>
                      <a:pt x="226" y="97"/>
                      <a:pt x="226" y="96"/>
                      <a:pt x="227" y="96"/>
                    </a:cubicBezTo>
                    <a:cubicBezTo>
                      <a:pt x="227" y="96"/>
                      <a:pt x="227" y="96"/>
                      <a:pt x="227" y="96"/>
                    </a:cubicBezTo>
                    <a:cubicBezTo>
                      <a:pt x="227"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7" y="98"/>
                    </a:cubicBezTo>
                    <a:close/>
                    <a:moveTo>
                      <a:pt x="238" y="90"/>
                    </a:moveTo>
                    <a:cubicBezTo>
                      <a:pt x="237" y="90"/>
                      <a:pt x="238"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8" y="91"/>
                      <a:pt x="238" y="91"/>
                      <a:pt x="238" y="90"/>
                    </a:cubicBezTo>
                    <a:close/>
                    <a:moveTo>
                      <a:pt x="249" y="83"/>
                    </a:moveTo>
                    <a:cubicBezTo>
                      <a:pt x="249" y="82"/>
                      <a:pt x="249" y="81"/>
                      <a:pt x="250" y="81"/>
                    </a:cubicBezTo>
                    <a:cubicBezTo>
                      <a:pt x="250" y="81"/>
                      <a:pt x="250" y="81"/>
                      <a:pt x="250"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2" y="76"/>
                    </a:cubicBezTo>
                    <a:cubicBezTo>
                      <a:pt x="262" y="76"/>
                      <a:pt x="262" y="76"/>
                      <a:pt x="262" y="76"/>
                    </a:cubicBezTo>
                    <a:cubicBezTo>
                      <a:pt x="261" y="76"/>
                      <a:pt x="261" y="76"/>
                      <a:pt x="260" y="76"/>
                    </a:cubicBezTo>
                    <a:close/>
                    <a:moveTo>
                      <a:pt x="272" y="68"/>
                    </a:moveTo>
                    <a:cubicBezTo>
                      <a:pt x="271" y="68"/>
                      <a:pt x="272"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6"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7" y="44"/>
                      <a:pt x="308" y="45"/>
                    </a:cubicBezTo>
                    <a:cubicBezTo>
                      <a:pt x="308" y="45"/>
                      <a:pt x="308" y="45"/>
                      <a:pt x="308" y="45"/>
                    </a:cubicBezTo>
                    <a:cubicBezTo>
                      <a:pt x="308" y="45"/>
                      <a:pt x="308" y="46"/>
                      <a:pt x="308" y="46"/>
                    </a:cubicBezTo>
                    <a:cubicBezTo>
                      <a:pt x="308" y="46"/>
                      <a:pt x="308" y="46"/>
                      <a:pt x="308" y="46"/>
                    </a:cubicBezTo>
                    <a:cubicBezTo>
                      <a:pt x="307" y="47"/>
                      <a:pt x="307" y="47"/>
                      <a:pt x="307" y="47"/>
                    </a:cubicBezTo>
                    <a:cubicBezTo>
                      <a:pt x="307" y="47"/>
                      <a:pt x="307" y="47"/>
                      <a:pt x="307" y="47"/>
                    </a:cubicBezTo>
                    <a:cubicBezTo>
                      <a:pt x="306" y="47"/>
                      <a:pt x="306" y="46"/>
                      <a:pt x="306" y="46"/>
                    </a:cubicBezTo>
                    <a:close/>
                    <a:moveTo>
                      <a:pt x="317" y="39"/>
                    </a:moveTo>
                    <a:cubicBezTo>
                      <a:pt x="317"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1" y="30"/>
                    </a:cubicBezTo>
                    <a:cubicBezTo>
                      <a:pt x="331" y="30"/>
                      <a:pt x="331" y="30"/>
                      <a:pt x="331"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9"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0" y="16"/>
                      <a:pt x="351" y="15"/>
                      <a:pt x="351" y="15"/>
                    </a:cubicBezTo>
                    <a:cubicBezTo>
                      <a:pt x="351" y="15"/>
                      <a:pt x="351" y="15"/>
                      <a:pt x="351" y="15"/>
                    </a:cubicBezTo>
                    <a:cubicBezTo>
                      <a:pt x="352" y="14"/>
                      <a:pt x="353" y="15"/>
                      <a:pt x="353" y="15"/>
                    </a:cubicBezTo>
                    <a:cubicBezTo>
                      <a:pt x="353" y="15"/>
                      <a:pt x="353" y="15"/>
                      <a:pt x="353" y="15"/>
                    </a:cubicBezTo>
                    <a:cubicBezTo>
                      <a:pt x="354" y="16"/>
                      <a:pt x="353" y="17"/>
                      <a:pt x="353" y="17"/>
                    </a:cubicBezTo>
                    <a:cubicBezTo>
                      <a:pt x="353" y="17"/>
                      <a:pt x="353" y="17"/>
                      <a:pt x="353" y="17"/>
                    </a:cubicBezTo>
                    <a:cubicBezTo>
                      <a:pt x="353"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4" y="2"/>
                    </a:moveTo>
                    <a:cubicBezTo>
                      <a:pt x="373" y="1"/>
                      <a:pt x="373" y="0"/>
                      <a:pt x="374" y="0"/>
                    </a:cubicBezTo>
                    <a:cubicBezTo>
                      <a:pt x="374" y="0"/>
                      <a:pt x="374" y="0"/>
                      <a:pt x="374" y="0"/>
                    </a:cubicBezTo>
                    <a:cubicBezTo>
                      <a:pt x="375"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0" name="Google Shape;1230;p22"/>
              <p:cNvSpPr/>
              <p:nvPr/>
            </p:nvSpPr>
            <p:spPr>
              <a:xfrm>
                <a:off x="10669223" y="5123909"/>
                <a:ext cx="11748" cy="19580"/>
              </a:xfrm>
              <a:custGeom>
                <a:avLst/>
                <a:gdLst/>
                <a:ahLst/>
                <a:cxnLst/>
                <a:rect l="l" t="t" r="r" b="b"/>
                <a:pathLst>
                  <a:path w="2"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0" y="0"/>
                      <a:pt x="1" y="0"/>
                    </a:cubicBezTo>
                    <a:cubicBezTo>
                      <a:pt x="1" y="0"/>
                      <a:pt x="1" y="0"/>
                      <a:pt x="2" y="0"/>
                    </a:cubicBezTo>
                    <a:cubicBezTo>
                      <a:pt x="2" y="0"/>
                      <a:pt x="2" y="1"/>
                      <a:pt x="2" y="1"/>
                    </a:cubicBezTo>
                    <a:cubicBezTo>
                      <a:pt x="2" y="1"/>
                      <a:pt x="2" y="1"/>
                      <a:pt x="2" y="2"/>
                    </a:cubicBezTo>
                    <a:cubicBezTo>
                      <a:pt x="2" y="2"/>
                      <a:pt x="2" y="2"/>
                      <a:pt x="2" y="3"/>
                    </a:cubicBezTo>
                    <a:cubicBezTo>
                      <a:pt x="2" y="3"/>
                      <a:pt x="2" y="3"/>
                      <a:pt x="2" y="3"/>
                    </a:cubicBezTo>
                    <a:cubicBezTo>
                      <a:pt x="1"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1" name="Google Shape;1231;p22"/>
              <p:cNvSpPr/>
              <p:nvPr/>
            </p:nvSpPr>
            <p:spPr>
              <a:xfrm>
                <a:off x="13265605"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2" y="0"/>
                      <a:pt x="2" y="1"/>
                    </a:cubicBezTo>
                    <a:cubicBezTo>
                      <a:pt x="2" y="1"/>
                      <a:pt x="3" y="1"/>
                      <a:pt x="3" y="2"/>
                    </a:cubicBezTo>
                    <a:cubicBezTo>
                      <a:pt x="3" y="2"/>
                      <a:pt x="3" y="2"/>
                      <a:pt x="3" y="2"/>
                    </a:cubicBezTo>
                    <a:cubicBezTo>
                      <a:pt x="2" y="2"/>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2" name="Google Shape;1232;p22"/>
              <p:cNvSpPr/>
              <p:nvPr/>
            </p:nvSpPr>
            <p:spPr>
              <a:xfrm>
                <a:off x="10876777" y="3573133"/>
                <a:ext cx="2334003" cy="1527278"/>
              </a:xfrm>
              <a:custGeom>
                <a:avLst/>
                <a:gdLst/>
                <a:ahLst/>
                <a:cxnLst/>
                <a:rect l="l" t="t" r="r" b="b"/>
                <a:pathLst>
                  <a:path w="376" h="246" extrusionOk="0">
                    <a:moveTo>
                      <a:pt x="1" y="245"/>
                    </a:moveTo>
                    <a:cubicBezTo>
                      <a:pt x="0" y="244"/>
                      <a:pt x="0" y="244"/>
                      <a:pt x="1" y="243"/>
                    </a:cubicBezTo>
                    <a:cubicBezTo>
                      <a:pt x="1" y="243"/>
                      <a:pt x="1" y="243"/>
                      <a:pt x="1" y="243"/>
                    </a:cubicBezTo>
                    <a:cubicBezTo>
                      <a:pt x="2" y="243"/>
                      <a:pt x="3" y="243"/>
                      <a:pt x="3" y="244"/>
                    </a:cubicBezTo>
                    <a:cubicBezTo>
                      <a:pt x="3" y="244"/>
                      <a:pt x="3" y="244"/>
                      <a:pt x="3" y="244"/>
                    </a:cubicBezTo>
                    <a:cubicBezTo>
                      <a:pt x="3" y="244"/>
                      <a:pt x="3" y="245"/>
                      <a:pt x="3" y="245"/>
                    </a:cubicBezTo>
                    <a:cubicBezTo>
                      <a:pt x="3" y="245"/>
                      <a:pt x="3" y="245"/>
                      <a:pt x="3"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6" y="229"/>
                    </a:cubicBezTo>
                    <a:cubicBezTo>
                      <a:pt x="26" y="229"/>
                      <a:pt x="26" y="229"/>
                      <a:pt x="26"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4"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6" y="215"/>
                      <a:pt x="46" y="214"/>
                      <a:pt x="46" y="214"/>
                    </a:cubicBezTo>
                    <a:cubicBezTo>
                      <a:pt x="46" y="214"/>
                      <a:pt x="46" y="214"/>
                      <a:pt x="46" y="214"/>
                    </a:cubicBezTo>
                    <a:cubicBezTo>
                      <a:pt x="47" y="213"/>
                      <a:pt x="48" y="213"/>
                      <a:pt x="48" y="214"/>
                    </a:cubicBezTo>
                    <a:cubicBezTo>
                      <a:pt x="48" y="214"/>
                      <a:pt x="48" y="214"/>
                      <a:pt x="48" y="214"/>
                    </a:cubicBezTo>
                    <a:cubicBezTo>
                      <a:pt x="49" y="215"/>
                      <a:pt x="48" y="215"/>
                      <a:pt x="48" y="216"/>
                    </a:cubicBezTo>
                    <a:cubicBezTo>
                      <a:pt x="48" y="216"/>
                      <a:pt x="48" y="216"/>
                      <a:pt x="48" y="216"/>
                    </a:cubicBezTo>
                    <a:cubicBezTo>
                      <a:pt x="48"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9" y="201"/>
                    </a:moveTo>
                    <a:cubicBezTo>
                      <a:pt x="68" y="200"/>
                      <a:pt x="68" y="199"/>
                      <a:pt x="69" y="199"/>
                    </a:cubicBezTo>
                    <a:cubicBezTo>
                      <a:pt x="69" y="199"/>
                      <a:pt x="69" y="199"/>
                      <a:pt x="69" y="199"/>
                    </a:cubicBezTo>
                    <a:cubicBezTo>
                      <a:pt x="70"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9"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2" y="193"/>
                      <a:pt x="82" y="193"/>
                      <a:pt x="82" y="194"/>
                    </a:cubicBezTo>
                    <a:cubicBezTo>
                      <a:pt x="82" y="194"/>
                      <a:pt x="82" y="194"/>
                      <a:pt x="82" y="194"/>
                    </a:cubicBezTo>
                    <a:cubicBezTo>
                      <a:pt x="81" y="194"/>
                      <a:pt x="81" y="194"/>
                      <a:pt x="81" y="194"/>
                    </a:cubicBezTo>
                    <a:cubicBezTo>
                      <a:pt x="81" y="194"/>
                      <a:pt x="81" y="194"/>
                      <a:pt x="81" y="194"/>
                    </a:cubicBezTo>
                    <a:cubicBezTo>
                      <a:pt x="81" y="194"/>
                      <a:pt x="80" y="194"/>
                      <a:pt x="80" y="193"/>
                    </a:cubicBezTo>
                    <a:close/>
                    <a:moveTo>
                      <a:pt x="91" y="186"/>
                    </a:moveTo>
                    <a:cubicBezTo>
                      <a:pt x="91" y="185"/>
                      <a:pt x="91" y="185"/>
                      <a:pt x="92" y="184"/>
                    </a:cubicBezTo>
                    <a:cubicBezTo>
                      <a:pt x="92" y="184"/>
                      <a:pt x="92" y="184"/>
                      <a:pt x="92"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3"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4"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8"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8" y="157"/>
                    </a:cubicBezTo>
                    <a:cubicBezTo>
                      <a:pt x="138" y="157"/>
                      <a:pt x="138" y="157"/>
                      <a:pt x="138"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50" y="147"/>
                      <a:pt x="150" y="148"/>
                    </a:cubicBezTo>
                    <a:cubicBezTo>
                      <a:pt x="150" y="148"/>
                      <a:pt x="150" y="148"/>
                      <a:pt x="150" y="148"/>
                    </a:cubicBezTo>
                    <a:cubicBezTo>
                      <a:pt x="150" y="148"/>
                      <a:pt x="150" y="149"/>
                      <a:pt x="150" y="150"/>
                    </a:cubicBezTo>
                    <a:cubicBezTo>
                      <a:pt x="150" y="150"/>
                      <a:pt x="150" y="150"/>
                      <a:pt x="150"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3" y="133"/>
                    </a:cubicBezTo>
                    <a:cubicBezTo>
                      <a:pt x="173" y="133"/>
                      <a:pt x="173" y="133"/>
                      <a:pt x="173"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1"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3" y="119"/>
                      <a:pt x="193" y="118"/>
                      <a:pt x="193" y="118"/>
                    </a:cubicBezTo>
                    <a:cubicBezTo>
                      <a:pt x="193" y="118"/>
                      <a:pt x="193" y="118"/>
                      <a:pt x="193" y="118"/>
                    </a:cubicBezTo>
                    <a:cubicBezTo>
                      <a:pt x="194" y="118"/>
                      <a:pt x="195" y="118"/>
                      <a:pt x="195" y="118"/>
                    </a:cubicBezTo>
                    <a:cubicBezTo>
                      <a:pt x="195" y="118"/>
                      <a:pt x="195" y="118"/>
                      <a:pt x="195" y="118"/>
                    </a:cubicBezTo>
                    <a:cubicBezTo>
                      <a:pt x="196" y="119"/>
                      <a:pt x="195" y="120"/>
                      <a:pt x="195" y="120"/>
                    </a:cubicBezTo>
                    <a:cubicBezTo>
                      <a:pt x="195" y="120"/>
                      <a:pt x="195" y="120"/>
                      <a:pt x="195" y="120"/>
                    </a:cubicBezTo>
                    <a:cubicBezTo>
                      <a:pt x="195"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4" y="113"/>
                      <a:pt x="204" y="112"/>
                    </a:cubicBezTo>
                    <a:close/>
                    <a:moveTo>
                      <a:pt x="216" y="105"/>
                    </a:moveTo>
                    <a:cubicBezTo>
                      <a:pt x="215" y="104"/>
                      <a:pt x="215" y="104"/>
                      <a:pt x="216" y="103"/>
                    </a:cubicBezTo>
                    <a:cubicBezTo>
                      <a:pt x="216" y="103"/>
                      <a:pt x="216" y="103"/>
                      <a:pt x="216" y="103"/>
                    </a:cubicBezTo>
                    <a:cubicBezTo>
                      <a:pt x="217"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6"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29" y="97"/>
                      <a:pt x="229" y="98"/>
                      <a:pt x="229" y="98"/>
                    </a:cubicBezTo>
                    <a:cubicBezTo>
                      <a:pt x="229" y="98"/>
                      <a:pt x="229" y="98"/>
                      <a:pt x="229" y="98"/>
                    </a:cubicBezTo>
                    <a:cubicBezTo>
                      <a:pt x="228" y="98"/>
                      <a:pt x="228" y="98"/>
                      <a:pt x="228" y="98"/>
                    </a:cubicBezTo>
                    <a:cubicBezTo>
                      <a:pt x="228" y="98"/>
                      <a:pt x="228" y="98"/>
                      <a:pt x="228" y="98"/>
                    </a:cubicBezTo>
                    <a:cubicBezTo>
                      <a:pt x="228" y="98"/>
                      <a:pt x="227" y="98"/>
                      <a:pt x="227" y="98"/>
                    </a:cubicBezTo>
                    <a:close/>
                    <a:moveTo>
                      <a:pt x="238" y="90"/>
                    </a:moveTo>
                    <a:cubicBezTo>
                      <a:pt x="238" y="90"/>
                      <a:pt x="238" y="89"/>
                      <a:pt x="239" y="88"/>
                    </a:cubicBezTo>
                    <a:cubicBezTo>
                      <a:pt x="239" y="88"/>
                      <a:pt x="239" y="88"/>
                      <a:pt x="239"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40"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49" y="83"/>
                    </a:cubicBezTo>
                    <a:close/>
                    <a:moveTo>
                      <a:pt x="261" y="76"/>
                    </a:moveTo>
                    <a:cubicBezTo>
                      <a:pt x="260" y="75"/>
                      <a:pt x="261"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5"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5" y="61"/>
                    </a:cubicBezTo>
                    <a:cubicBezTo>
                      <a:pt x="285" y="61"/>
                      <a:pt x="285" y="61"/>
                      <a:pt x="285" y="61"/>
                    </a:cubicBezTo>
                    <a:cubicBezTo>
                      <a:pt x="284" y="61"/>
                      <a:pt x="284" y="61"/>
                      <a:pt x="283" y="61"/>
                    </a:cubicBezTo>
                    <a:close/>
                    <a:moveTo>
                      <a:pt x="295" y="53"/>
                    </a:moveTo>
                    <a:cubicBezTo>
                      <a:pt x="294" y="53"/>
                      <a:pt x="294" y="52"/>
                      <a:pt x="295" y="52"/>
                    </a:cubicBezTo>
                    <a:cubicBezTo>
                      <a:pt x="295" y="52"/>
                      <a:pt x="295" y="52"/>
                      <a:pt x="295" y="52"/>
                    </a:cubicBezTo>
                    <a:cubicBezTo>
                      <a:pt x="296" y="51"/>
                      <a:pt x="297" y="51"/>
                      <a:pt x="297" y="52"/>
                    </a:cubicBezTo>
                    <a:cubicBezTo>
                      <a:pt x="297" y="52"/>
                      <a:pt x="297" y="52"/>
                      <a:pt x="297" y="52"/>
                    </a:cubicBezTo>
                    <a:cubicBezTo>
                      <a:pt x="297" y="53"/>
                      <a:pt x="297" y="53"/>
                      <a:pt x="297" y="54"/>
                    </a:cubicBezTo>
                    <a:cubicBezTo>
                      <a:pt x="297" y="54"/>
                      <a:pt x="297" y="54"/>
                      <a:pt x="297"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20" y="37"/>
                    </a:cubicBezTo>
                    <a:cubicBezTo>
                      <a:pt x="320" y="37"/>
                      <a:pt x="320" y="37"/>
                      <a:pt x="320"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8"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0" y="32"/>
                    </a:cubicBezTo>
                    <a:cubicBezTo>
                      <a:pt x="330" y="32"/>
                      <a:pt x="330" y="32"/>
                      <a:pt x="330" y="32"/>
                    </a:cubicBezTo>
                    <a:cubicBezTo>
                      <a:pt x="330" y="32"/>
                      <a:pt x="330" y="32"/>
                      <a:pt x="330" y="32"/>
                    </a:cubicBezTo>
                    <a:cubicBezTo>
                      <a:pt x="330" y="32"/>
                      <a:pt x="330" y="32"/>
                      <a:pt x="330" y="32"/>
                    </a:cubicBezTo>
                    <a:cubicBezTo>
                      <a:pt x="329" y="32"/>
                      <a:pt x="329" y="32"/>
                      <a:pt x="329" y="31"/>
                    </a:cubicBezTo>
                    <a:close/>
                    <a:moveTo>
                      <a:pt x="340" y="24"/>
                    </a:moveTo>
                    <a:cubicBezTo>
                      <a:pt x="340" y="23"/>
                      <a:pt x="340" y="23"/>
                      <a:pt x="340" y="22"/>
                    </a:cubicBezTo>
                    <a:cubicBezTo>
                      <a:pt x="340" y="22"/>
                      <a:pt x="340" y="22"/>
                      <a:pt x="340" y="22"/>
                    </a:cubicBezTo>
                    <a:cubicBezTo>
                      <a:pt x="341" y="22"/>
                      <a:pt x="342" y="22"/>
                      <a:pt x="342" y="23"/>
                    </a:cubicBezTo>
                    <a:cubicBezTo>
                      <a:pt x="342" y="23"/>
                      <a:pt x="342" y="23"/>
                      <a:pt x="342" y="23"/>
                    </a:cubicBezTo>
                    <a:cubicBezTo>
                      <a:pt x="343" y="23"/>
                      <a:pt x="342" y="24"/>
                      <a:pt x="342" y="24"/>
                    </a:cubicBezTo>
                    <a:cubicBezTo>
                      <a:pt x="342" y="24"/>
                      <a:pt x="342" y="24"/>
                      <a:pt x="342" y="24"/>
                    </a:cubicBezTo>
                    <a:cubicBezTo>
                      <a:pt x="342"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3" y="15"/>
                    </a:cubicBezTo>
                    <a:cubicBezTo>
                      <a:pt x="353" y="15"/>
                      <a:pt x="353" y="15"/>
                      <a:pt x="353"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1" y="17"/>
                      <a:pt x="351" y="17"/>
                    </a:cubicBezTo>
                    <a:close/>
                    <a:moveTo>
                      <a:pt x="363" y="9"/>
                    </a:moveTo>
                    <a:cubicBezTo>
                      <a:pt x="362" y="9"/>
                      <a:pt x="362" y="8"/>
                      <a:pt x="363" y="7"/>
                    </a:cubicBezTo>
                    <a:cubicBezTo>
                      <a:pt x="363" y="7"/>
                      <a:pt x="363" y="7"/>
                      <a:pt x="363" y="7"/>
                    </a:cubicBezTo>
                    <a:cubicBezTo>
                      <a:pt x="364"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3"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6" y="1"/>
                      <a:pt x="376" y="2"/>
                      <a:pt x="376" y="2"/>
                    </a:cubicBezTo>
                    <a:cubicBezTo>
                      <a:pt x="376" y="2"/>
                      <a:pt x="376" y="2"/>
                      <a:pt x="376" y="2"/>
                    </a:cubicBezTo>
                    <a:cubicBezTo>
                      <a:pt x="375" y="2"/>
                      <a:pt x="375" y="3"/>
                      <a:pt x="375" y="3"/>
                    </a:cubicBezTo>
                    <a:cubicBezTo>
                      <a:pt x="375" y="3"/>
                      <a:pt x="375" y="3"/>
                      <a:pt x="375" y="3"/>
                    </a:cubicBezTo>
                    <a:cubicBezTo>
                      <a:pt x="375"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3" name="Google Shape;1233;p22"/>
              <p:cNvSpPr/>
              <p:nvPr/>
            </p:nvSpPr>
            <p:spPr>
              <a:xfrm>
                <a:off x="10810203" y="5123909"/>
                <a:ext cx="19581" cy="19580"/>
              </a:xfrm>
              <a:custGeom>
                <a:avLst/>
                <a:gdLst/>
                <a:ahLst/>
                <a:cxnLst/>
                <a:rect l="l" t="t" r="r" b="b"/>
                <a:pathLst>
                  <a:path w="3" h="3" extrusionOk="0">
                    <a:moveTo>
                      <a:pt x="1" y="3"/>
                    </a:moveTo>
                    <a:cubicBezTo>
                      <a:pt x="1" y="3"/>
                      <a:pt x="1" y="3"/>
                      <a:pt x="1" y="3"/>
                    </a:cubicBezTo>
                    <a:cubicBezTo>
                      <a:pt x="0" y="2"/>
                      <a:pt x="0" y="2"/>
                      <a:pt x="0" y="2"/>
                    </a:cubicBezTo>
                    <a:cubicBezTo>
                      <a:pt x="0" y="1"/>
                      <a:pt x="0" y="1"/>
                      <a:pt x="1" y="1"/>
                    </a:cubicBezTo>
                    <a:cubicBezTo>
                      <a:pt x="1" y="1"/>
                      <a:pt x="1" y="0"/>
                      <a:pt x="1" y="0"/>
                    </a:cubicBezTo>
                    <a:cubicBezTo>
                      <a:pt x="1" y="0"/>
                      <a:pt x="2" y="0"/>
                      <a:pt x="2" y="0"/>
                    </a:cubicBezTo>
                    <a:cubicBezTo>
                      <a:pt x="2" y="0"/>
                      <a:pt x="2" y="1"/>
                      <a:pt x="2" y="1"/>
                    </a:cubicBezTo>
                    <a:cubicBezTo>
                      <a:pt x="3" y="1"/>
                      <a:pt x="3" y="1"/>
                      <a:pt x="3" y="2"/>
                    </a:cubicBezTo>
                    <a:cubicBezTo>
                      <a:pt x="3" y="2"/>
                      <a:pt x="3" y="2"/>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4" name="Google Shape;1234;p22"/>
              <p:cNvSpPr/>
              <p:nvPr/>
            </p:nvSpPr>
            <p:spPr>
              <a:xfrm>
                <a:off x="13406585" y="3526140"/>
                <a:ext cx="19581" cy="15664"/>
              </a:xfrm>
              <a:custGeom>
                <a:avLst/>
                <a:gdLst/>
                <a:ahLst/>
                <a:cxnLst/>
                <a:rect l="l" t="t" r="r" b="b"/>
                <a:pathLst>
                  <a:path w="3" h="3" extrusionOk="0">
                    <a:moveTo>
                      <a:pt x="2" y="3"/>
                    </a:moveTo>
                    <a:cubicBezTo>
                      <a:pt x="1" y="3"/>
                      <a:pt x="1" y="3"/>
                      <a:pt x="1" y="3"/>
                    </a:cubicBezTo>
                    <a:cubicBezTo>
                      <a:pt x="0" y="3"/>
                      <a:pt x="0" y="2"/>
                      <a:pt x="0" y="2"/>
                    </a:cubicBezTo>
                    <a:cubicBezTo>
                      <a:pt x="0" y="1"/>
                      <a:pt x="0" y="1"/>
                      <a:pt x="1" y="1"/>
                    </a:cubicBezTo>
                    <a:cubicBezTo>
                      <a:pt x="1" y="0"/>
                      <a:pt x="2" y="0"/>
                      <a:pt x="3" y="1"/>
                    </a:cubicBezTo>
                    <a:cubicBezTo>
                      <a:pt x="3" y="1"/>
                      <a:pt x="3" y="1"/>
                      <a:pt x="3" y="2"/>
                    </a:cubicBezTo>
                    <a:cubicBezTo>
                      <a:pt x="3" y="2"/>
                      <a:pt x="3" y="3"/>
                      <a:pt x="3"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5" name="Google Shape;1235;p22"/>
              <p:cNvSpPr/>
              <p:nvPr/>
            </p:nvSpPr>
            <p:spPr>
              <a:xfrm>
                <a:off x="11025589" y="3573133"/>
                <a:ext cx="2334003"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2"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4" y="236"/>
                    </a:cubicBezTo>
                    <a:cubicBezTo>
                      <a:pt x="14" y="236"/>
                      <a:pt x="14" y="236"/>
                      <a:pt x="14"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4" y="231"/>
                    </a:cubicBezTo>
                    <a:cubicBezTo>
                      <a:pt x="24" y="231"/>
                      <a:pt x="24" y="231"/>
                      <a:pt x="24" y="231"/>
                    </a:cubicBezTo>
                    <a:cubicBezTo>
                      <a:pt x="24" y="231"/>
                      <a:pt x="24" y="231"/>
                      <a:pt x="24" y="231"/>
                    </a:cubicBezTo>
                    <a:cubicBezTo>
                      <a:pt x="24" y="231"/>
                      <a:pt x="24" y="231"/>
                      <a:pt x="24" y="231"/>
                    </a:cubicBezTo>
                    <a:cubicBezTo>
                      <a:pt x="23" y="231"/>
                      <a:pt x="23" y="231"/>
                      <a:pt x="23" y="230"/>
                    </a:cubicBezTo>
                    <a:close/>
                    <a:moveTo>
                      <a:pt x="34" y="223"/>
                    </a:moveTo>
                    <a:cubicBezTo>
                      <a:pt x="34"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6"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7" y="214"/>
                    </a:cubicBezTo>
                    <a:cubicBezTo>
                      <a:pt x="47" y="214"/>
                      <a:pt x="47" y="214"/>
                      <a:pt x="47"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6" y="216"/>
                      <a:pt x="45" y="216"/>
                    </a:cubicBezTo>
                    <a:close/>
                    <a:moveTo>
                      <a:pt x="57"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7" y="208"/>
                    </a:cubicBezTo>
                    <a:close/>
                    <a:moveTo>
                      <a:pt x="68" y="201"/>
                    </a:moveTo>
                    <a:cubicBezTo>
                      <a:pt x="67" y="200"/>
                      <a:pt x="68" y="199"/>
                      <a:pt x="68" y="199"/>
                    </a:cubicBezTo>
                    <a:cubicBezTo>
                      <a:pt x="68" y="199"/>
                      <a:pt x="68" y="199"/>
                      <a:pt x="68" y="199"/>
                    </a:cubicBezTo>
                    <a:cubicBezTo>
                      <a:pt x="69" y="199"/>
                      <a:pt x="70" y="199"/>
                      <a:pt x="70" y="199"/>
                    </a:cubicBezTo>
                    <a:cubicBezTo>
                      <a:pt x="70" y="199"/>
                      <a:pt x="70" y="199"/>
                      <a:pt x="70" y="199"/>
                    </a:cubicBezTo>
                    <a:cubicBezTo>
                      <a:pt x="70" y="200"/>
                      <a:pt x="70" y="201"/>
                      <a:pt x="70" y="201"/>
                    </a:cubicBezTo>
                    <a:cubicBezTo>
                      <a:pt x="70" y="201"/>
                      <a:pt x="70" y="201"/>
                      <a:pt x="70" y="201"/>
                    </a:cubicBezTo>
                    <a:cubicBezTo>
                      <a:pt x="69"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1" y="194"/>
                      <a:pt x="80" y="194"/>
                    </a:cubicBezTo>
                    <a:cubicBezTo>
                      <a:pt x="80" y="194"/>
                      <a:pt x="80" y="194"/>
                      <a:pt x="80" y="194"/>
                    </a:cubicBezTo>
                    <a:cubicBezTo>
                      <a:pt x="80" y="194"/>
                      <a:pt x="79" y="194"/>
                      <a:pt x="79" y="193"/>
                    </a:cubicBezTo>
                    <a:close/>
                    <a:moveTo>
                      <a:pt x="90" y="186"/>
                    </a:moveTo>
                    <a:cubicBezTo>
                      <a:pt x="90" y="185"/>
                      <a:pt x="90" y="185"/>
                      <a:pt x="91" y="184"/>
                    </a:cubicBezTo>
                    <a:cubicBezTo>
                      <a:pt x="91" y="184"/>
                      <a:pt x="91" y="184"/>
                      <a:pt x="91" y="184"/>
                    </a:cubicBezTo>
                    <a:cubicBezTo>
                      <a:pt x="91"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0"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2" y="179"/>
                      <a:pt x="102" y="179"/>
                      <a:pt x="102" y="179"/>
                    </a:cubicBezTo>
                    <a:close/>
                    <a:moveTo>
                      <a:pt x="113" y="171"/>
                    </a:moveTo>
                    <a:cubicBezTo>
                      <a:pt x="113" y="171"/>
                      <a:pt x="113" y="170"/>
                      <a:pt x="114" y="169"/>
                    </a:cubicBezTo>
                    <a:cubicBezTo>
                      <a:pt x="114" y="169"/>
                      <a:pt x="114" y="169"/>
                      <a:pt x="114"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6" y="165"/>
                    </a:cubicBezTo>
                    <a:cubicBezTo>
                      <a:pt x="126" y="165"/>
                      <a:pt x="126" y="165"/>
                      <a:pt x="126" y="165"/>
                    </a:cubicBezTo>
                    <a:cubicBezTo>
                      <a:pt x="125" y="165"/>
                      <a:pt x="125" y="164"/>
                      <a:pt x="124" y="164"/>
                    </a:cubicBezTo>
                    <a:close/>
                    <a:moveTo>
                      <a:pt x="136" y="157"/>
                    </a:moveTo>
                    <a:cubicBezTo>
                      <a:pt x="135" y="156"/>
                      <a:pt x="136" y="155"/>
                      <a:pt x="136" y="155"/>
                    </a:cubicBezTo>
                    <a:cubicBezTo>
                      <a:pt x="136" y="155"/>
                      <a:pt x="136" y="155"/>
                      <a:pt x="136" y="155"/>
                    </a:cubicBezTo>
                    <a:cubicBezTo>
                      <a:pt x="137" y="154"/>
                      <a:pt x="138"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49"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1" y="132"/>
                      <a:pt x="172" y="133"/>
                    </a:cubicBezTo>
                    <a:cubicBezTo>
                      <a:pt x="172" y="133"/>
                      <a:pt x="172" y="133"/>
                      <a:pt x="172" y="133"/>
                    </a:cubicBezTo>
                    <a:cubicBezTo>
                      <a:pt x="172" y="134"/>
                      <a:pt x="172" y="134"/>
                      <a:pt x="171" y="135"/>
                    </a:cubicBezTo>
                    <a:cubicBezTo>
                      <a:pt x="171" y="135"/>
                      <a:pt x="171" y="135"/>
                      <a:pt x="171" y="135"/>
                    </a:cubicBezTo>
                    <a:cubicBezTo>
                      <a:pt x="171" y="135"/>
                      <a:pt x="171" y="135"/>
                      <a:pt x="171" y="135"/>
                    </a:cubicBezTo>
                    <a:cubicBezTo>
                      <a:pt x="171" y="135"/>
                      <a:pt x="171" y="135"/>
                      <a:pt x="171" y="135"/>
                    </a:cubicBezTo>
                    <a:cubicBezTo>
                      <a:pt x="170" y="135"/>
                      <a:pt x="170" y="135"/>
                      <a:pt x="170" y="134"/>
                    </a:cubicBezTo>
                    <a:close/>
                    <a:moveTo>
                      <a:pt x="181" y="127"/>
                    </a:moveTo>
                    <a:cubicBezTo>
                      <a:pt x="181"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3" y="120"/>
                      <a:pt x="192" y="120"/>
                    </a:cubicBezTo>
                    <a:close/>
                    <a:moveTo>
                      <a:pt x="204"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4" y="112"/>
                    </a:cubicBezTo>
                    <a:close/>
                    <a:moveTo>
                      <a:pt x="215" y="105"/>
                    </a:moveTo>
                    <a:cubicBezTo>
                      <a:pt x="214" y="104"/>
                      <a:pt x="215" y="104"/>
                      <a:pt x="215" y="103"/>
                    </a:cubicBezTo>
                    <a:cubicBezTo>
                      <a:pt x="215" y="103"/>
                      <a:pt x="215" y="103"/>
                      <a:pt x="215" y="103"/>
                    </a:cubicBezTo>
                    <a:cubicBezTo>
                      <a:pt x="216" y="103"/>
                      <a:pt x="217" y="103"/>
                      <a:pt x="217" y="104"/>
                    </a:cubicBezTo>
                    <a:cubicBezTo>
                      <a:pt x="217" y="104"/>
                      <a:pt x="217" y="104"/>
                      <a:pt x="217" y="104"/>
                    </a:cubicBezTo>
                    <a:cubicBezTo>
                      <a:pt x="218" y="104"/>
                      <a:pt x="217"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7" y="90"/>
                    </a:moveTo>
                    <a:cubicBezTo>
                      <a:pt x="237" y="90"/>
                      <a:pt x="237" y="89"/>
                      <a:pt x="238" y="88"/>
                    </a:cubicBezTo>
                    <a:cubicBezTo>
                      <a:pt x="238" y="88"/>
                      <a:pt x="238" y="88"/>
                      <a:pt x="238" y="88"/>
                    </a:cubicBezTo>
                    <a:cubicBezTo>
                      <a:pt x="239"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7"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49" y="84"/>
                      <a:pt x="249" y="83"/>
                      <a:pt x="249" y="83"/>
                    </a:cubicBezTo>
                    <a:close/>
                    <a:moveTo>
                      <a:pt x="260" y="76"/>
                    </a:moveTo>
                    <a:cubicBezTo>
                      <a:pt x="260" y="75"/>
                      <a:pt x="260" y="74"/>
                      <a:pt x="261" y="74"/>
                    </a:cubicBezTo>
                    <a:cubicBezTo>
                      <a:pt x="261" y="74"/>
                      <a:pt x="261" y="74"/>
                      <a:pt x="261"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1"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1" y="68"/>
                    </a:cubicBezTo>
                    <a:close/>
                    <a:moveTo>
                      <a:pt x="283" y="61"/>
                    </a:moveTo>
                    <a:cubicBezTo>
                      <a:pt x="282" y="60"/>
                      <a:pt x="283"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6"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6" y="47"/>
                    </a:cubicBezTo>
                    <a:cubicBezTo>
                      <a:pt x="306" y="47"/>
                      <a:pt x="306" y="47"/>
                      <a:pt x="306" y="47"/>
                    </a:cubicBezTo>
                    <a:cubicBezTo>
                      <a:pt x="306" y="47"/>
                      <a:pt x="306" y="46"/>
                      <a:pt x="305" y="46"/>
                    </a:cubicBezTo>
                    <a:close/>
                    <a:moveTo>
                      <a:pt x="317" y="39"/>
                    </a:moveTo>
                    <a:cubicBezTo>
                      <a:pt x="316" y="38"/>
                      <a:pt x="316" y="37"/>
                      <a:pt x="317" y="37"/>
                    </a:cubicBezTo>
                    <a:cubicBezTo>
                      <a:pt x="317" y="37"/>
                      <a:pt x="317" y="37"/>
                      <a:pt x="317" y="37"/>
                    </a:cubicBezTo>
                    <a:cubicBezTo>
                      <a:pt x="318" y="36"/>
                      <a:pt x="318" y="37"/>
                      <a:pt x="319" y="37"/>
                    </a:cubicBezTo>
                    <a:cubicBezTo>
                      <a:pt x="319" y="37"/>
                      <a:pt x="319" y="37"/>
                      <a:pt x="319" y="37"/>
                    </a:cubicBezTo>
                    <a:cubicBezTo>
                      <a:pt x="319" y="38"/>
                      <a:pt x="319" y="39"/>
                      <a:pt x="318" y="39"/>
                    </a:cubicBezTo>
                    <a:cubicBezTo>
                      <a:pt x="318" y="39"/>
                      <a:pt x="318" y="39"/>
                      <a:pt x="318" y="39"/>
                    </a:cubicBezTo>
                    <a:cubicBezTo>
                      <a:pt x="318" y="39"/>
                      <a:pt x="318" y="39"/>
                      <a:pt x="318" y="39"/>
                    </a:cubicBezTo>
                    <a:cubicBezTo>
                      <a:pt x="318" y="39"/>
                      <a:pt x="318" y="39"/>
                      <a:pt x="318" y="39"/>
                    </a:cubicBezTo>
                    <a:cubicBezTo>
                      <a:pt x="317" y="39"/>
                      <a:pt x="317" y="39"/>
                      <a:pt x="317" y="39"/>
                    </a:cubicBezTo>
                    <a:close/>
                    <a:moveTo>
                      <a:pt x="328" y="31"/>
                    </a:moveTo>
                    <a:cubicBezTo>
                      <a:pt x="328"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2" y="23"/>
                    </a:cubicBezTo>
                    <a:cubicBezTo>
                      <a:pt x="342" y="23"/>
                      <a:pt x="342" y="23"/>
                      <a:pt x="342"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40"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1" y="9"/>
                      <a:pt x="362" y="8"/>
                      <a:pt x="362" y="7"/>
                    </a:cubicBezTo>
                    <a:cubicBezTo>
                      <a:pt x="362" y="7"/>
                      <a:pt x="362" y="7"/>
                      <a:pt x="362" y="7"/>
                    </a:cubicBezTo>
                    <a:cubicBezTo>
                      <a:pt x="363" y="7"/>
                      <a:pt x="364" y="7"/>
                      <a:pt x="364" y="8"/>
                    </a:cubicBezTo>
                    <a:cubicBezTo>
                      <a:pt x="364" y="8"/>
                      <a:pt x="364" y="8"/>
                      <a:pt x="364" y="8"/>
                    </a:cubicBezTo>
                    <a:cubicBezTo>
                      <a:pt x="365" y="8"/>
                      <a:pt x="364" y="9"/>
                      <a:pt x="364" y="10"/>
                    </a:cubicBezTo>
                    <a:cubicBezTo>
                      <a:pt x="364" y="10"/>
                      <a:pt x="364" y="10"/>
                      <a:pt x="364" y="10"/>
                    </a:cubicBezTo>
                    <a:cubicBezTo>
                      <a:pt x="364"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3"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6" name="Google Shape;1236;p22"/>
              <p:cNvSpPr/>
              <p:nvPr/>
            </p:nvSpPr>
            <p:spPr>
              <a:xfrm>
                <a:off x="10959015" y="5123909"/>
                <a:ext cx="11748" cy="19580"/>
              </a:xfrm>
              <a:custGeom>
                <a:avLst/>
                <a:gdLst/>
                <a:ahLst/>
                <a:cxnLst/>
                <a:rect l="l" t="t" r="r" b="b"/>
                <a:pathLst>
                  <a:path w="2" h="3" extrusionOk="0">
                    <a:moveTo>
                      <a:pt x="1" y="3"/>
                    </a:moveTo>
                    <a:cubicBezTo>
                      <a:pt x="1" y="3"/>
                      <a:pt x="0" y="3"/>
                      <a:pt x="0" y="3"/>
                    </a:cubicBezTo>
                    <a:cubicBezTo>
                      <a:pt x="0" y="3"/>
                      <a:pt x="0" y="3"/>
                      <a:pt x="0" y="3"/>
                    </a:cubicBezTo>
                    <a:cubicBezTo>
                      <a:pt x="0" y="2"/>
                      <a:pt x="0" y="2"/>
                      <a:pt x="0" y="2"/>
                    </a:cubicBezTo>
                    <a:cubicBezTo>
                      <a:pt x="0" y="1"/>
                      <a:pt x="0" y="1"/>
                      <a:pt x="0" y="1"/>
                    </a:cubicBezTo>
                    <a:cubicBezTo>
                      <a:pt x="0" y="1"/>
                      <a:pt x="0" y="1"/>
                      <a:pt x="0" y="1"/>
                    </a:cubicBezTo>
                    <a:cubicBezTo>
                      <a:pt x="0" y="1"/>
                      <a:pt x="0" y="0"/>
                      <a:pt x="0" y="0"/>
                    </a:cubicBezTo>
                    <a:cubicBezTo>
                      <a:pt x="1" y="0"/>
                      <a:pt x="1" y="0"/>
                      <a:pt x="1" y="0"/>
                    </a:cubicBezTo>
                    <a:cubicBezTo>
                      <a:pt x="2" y="0"/>
                      <a:pt x="2" y="1"/>
                      <a:pt x="2" y="1"/>
                    </a:cubicBezTo>
                    <a:cubicBezTo>
                      <a:pt x="2" y="1"/>
                      <a:pt x="2" y="1"/>
                      <a:pt x="2" y="1"/>
                    </a:cubicBezTo>
                    <a:cubicBezTo>
                      <a:pt x="2" y="1"/>
                      <a:pt x="2" y="1"/>
                      <a:pt x="2" y="2"/>
                    </a:cubicBezTo>
                    <a:cubicBezTo>
                      <a:pt x="2" y="2"/>
                      <a:pt x="2" y="2"/>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7" name="Google Shape;1237;p22"/>
              <p:cNvSpPr/>
              <p:nvPr/>
            </p:nvSpPr>
            <p:spPr>
              <a:xfrm>
                <a:off x="13555397" y="3526140"/>
                <a:ext cx="15664" cy="15664"/>
              </a:xfrm>
              <a:custGeom>
                <a:avLst/>
                <a:gdLst/>
                <a:ahLst/>
                <a:cxnLst/>
                <a:rect l="l" t="t" r="r" b="b"/>
                <a:pathLst>
                  <a:path w="2" h="3" extrusionOk="0">
                    <a:moveTo>
                      <a:pt x="1" y="3"/>
                    </a:moveTo>
                    <a:cubicBezTo>
                      <a:pt x="1" y="3"/>
                      <a:pt x="1" y="3"/>
                      <a:pt x="0" y="3"/>
                    </a:cubicBezTo>
                    <a:cubicBezTo>
                      <a:pt x="0" y="3"/>
                      <a:pt x="0" y="3"/>
                      <a:pt x="0" y="3"/>
                    </a:cubicBezTo>
                    <a:cubicBezTo>
                      <a:pt x="0" y="3"/>
                      <a:pt x="0" y="2"/>
                      <a:pt x="0" y="2"/>
                    </a:cubicBezTo>
                    <a:cubicBezTo>
                      <a:pt x="0" y="1"/>
                      <a:pt x="0" y="1"/>
                      <a:pt x="0" y="1"/>
                    </a:cubicBezTo>
                    <a:cubicBezTo>
                      <a:pt x="0" y="0"/>
                      <a:pt x="1" y="0"/>
                      <a:pt x="1" y="1"/>
                    </a:cubicBezTo>
                    <a:cubicBezTo>
                      <a:pt x="2" y="1"/>
                      <a:pt x="2" y="1"/>
                      <a:pt x="2" y="1"/>
                    </a:cubicBezTo>
                    <a:cubicBezTo>
                      <a:pt x="2" y="1"/>
                      <a:pt x="2" y="1"/>
                      <a:pt x="2" y="2"/>
                    </a:cubicBezTo>
                    <a:cubicBezTo>
                      <a:pt x="2" y="2"/>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8" name="Google Shape;1238;p22"/>
              <p:cNvSpPr/>
              <p:nvPr/>
            </p:nvSpPr>
            <p:spPr>
              <a:xfrm>
                <a:off x="11170485" y="3573133"/>
                <a:ext cx="2330087" cy="1527278"/>
              </a:xfrm>
              <a:custGeom>
                <a:avLst/>
                <a:gdLst/>
                <a:ahLst/>
                <a:cxnLst/>
                <a:rect l="l" t="t" r="r" b="b"/>
                <a:pathLst>
                  <a:path w="376" h="246" extrusionOk="0">
                    <a:moveTo>
                      <a:pt x="0" y="245"/>
                    </a:moveTo>
                    <a:cubicBezTo>
                      <a:pt x="0" y="244"/>
                      <a:pt x="0" y="244"/>
                      <a:pt x="1" y="243"/>
                    </a:cubicBezTo>
                    <a:cubicBezTo>
                      <a:pt x="1" y="243"/>
                      <a:pt x="1" y="243"/>
                      <a:pt x="1" y="243"/>
                    </a:cubicBezTo>
                    <a:cubicBezTo>
                      <a:pt x="1" y="243"/>
                      <a:pt x="2" y="243"/>
                      <a:pt x="3" y="244"/>
                    </a:cubicBezTo>
                    <a:cubicBezTo>
                      <a:pt x="3" y="244"/>
                      <a:pt x="3" y="244"/>
                      <a:pt x="3" y="244"/>
                    </a:cubicBezTo>
                    <a:cubicBezTo>
                      <a:pt x="3" y="244"/>
                      <a:pt x="3" y="245"/>
                      <a:pt x="2" y="245"/>
                    </a:cubicBezTo>
                    <a:cubicBezTo>
                      <a:pt x="2" y="245"/>
                      <a:pt x="2" y="245"/>
                      <a:pt x="2" y="245"/>
                    </a:cubicBezTo>
                    <a:cubicBezTo>
                      <a:pt x="2" y="246"/>
                      <a:pt x="2" y="246"/>
                      <a:pt x="1" y="246"/>
                    </a:cubicBezTo>
                    <a:cubicBezTo>
                      <a:pt x="1" y="246"/>
                      <a:pt x="1" y="246"/>
                      <a:pt x="1" y="246"/>
                    </a:cubicBezTo>
                    <a:cubicBezTo>
                      <a:pt x="1" y="246"/>
                      <a:pt x="1" y="245"/>
                      <a:pt x="0" y="245"/>
                    </a:cubicBezTo>
                    <a:close/>
                    <a:moveTo>
                      <a:pt x="12" y="238"/>
                    </a:moveTo>
                    <a:cubicBezTo>
                      <a:pt x="11" y="237"/>
                      <a:pt x="11" y="236"/>
                      <a:pt x="12" y="236"/>
                    </a:cubicBezTo>
                    <a:cubicBezTo>
                      <a:pt x="12" y="236"/>
                      <a:pt x="12" y="236"/>
                      <a:pt x="12" y="236"/>
                    </a:cubicBezTo>
                    <a:cubicBezTo>
                      <a:pt x="13" y="235"/>
                      <a:pt x="14" y="236"/>
                      <a:pt x="14" y="236"/>
                    </a:cubicBezTo>
                    <a:cubicBezTo>
                      <a:pt x="14" y="236"/>
                      <a:pt x="14" y="236"/>
                      <a:pt x="14" y="236"/>
                    </a:cubicBezTo>
                    <a:cubicBezTo>
                      <a:pt x="14" y="237"/>
                      <a:pt x="14" y="238"/>
                      <a:pt x="14" y="238"/>
                    </a:cubicBezTo>
                    <a:cubicBezTo>
                      <a:pt x="14" y="238"/>
                      <a:pt x="14" y="238"/>
                      <a:pt x="14" y="238"/>
                    </a:cubicBezTo>
                    <a:cubicBezTo>
                      <a:pt x="13" y="238"/>
                      <a:pt x="13" y="238"/>
                      <a:pt x="13" y="238"/>
                    </a:cubicBezTo>
                    <a:cubicBezTo>
                      <a:pt x="13" y="238"/>
                      <a:pt x="13" y="238"/>
                      <a:pt x="13" y="238"/>
                    </a:cubicBezTo>
                    <a:cubicBezTo>
                      <a:pt x="12" y="238"/>
                      <a:pt x="12" y="238"/>
                      <a:pt x="12" y="238"/>
                    </a:cubicBezTo>
                    <a:close/>
                    <a:moveTo>
                      <a:pt x="23" y="230"/>
                    </a:moveTo>
                    <a:cubicBezTo>
                      <a:pt x="23" y="230"/>
                      <a:pt x="23" y="229"/>
                      <a:pt x="23" y="228"/>
                    </a:cubicBezTo>
                    <a:cubicBezTo>
                      <a:pt x="23" y="228"/>
                      <a:pt x="23" y="228"/>
                      <a:pt x="23" y="228"/>
                    </a:cubicBezTo>
                    <a:cubicBezTo>
                      <a:pt x="24" y="228"/>
                      <a:pt x="25" y="228"/>
                      <a:pt x="25" y="229"/>
                    </a:cubicBezTo>
                    <a:cubicBezTo>
                      <a:pt x="25" y="229"/>
                      <a:pt x="25" y="229"/>
                      <a:pt x="25" y="229"/>
                    </a:cubicBezTo>
                    <a:cubicBezTo>
                      <a:pt x="26" y="229"/>
                      <a:pt x="25" y="230"/>
                      <a:pt x="25" y="231"/>
                    </a:cubicBezTo>
                    <a:cubicBezTo>
                      <a:pt x="25" y="231"/>
                      <a:pt x="25" y="231"/>
                      <a:pt x="25" y="231"/>
                    </a:cubicBezTo>
                    <a:cubicBezTo>
                      <a:pt x="25" y="231"/>
                      <a:pt x="24" y="231"/>
                      <a:pt x="24" y="231"/>
                    </a:cubicBezTo>
                    <a:cubicBezTo>
                      <a:pt x="24" y="231"/>
                      <a:pt x="24" y="231"/>
                      <a:pt x="24" y="231"/>
                    </a:cubicBezTo>
                    <a:cubicBezTo>
                      <a:pt x="24" y="231"/>
                      <a:pt x="23" y="231"/>
                      <a:pt x="23" y="230"/>
                    </a:cubicBezTo>
                    <a:close/>
                    <a:moveTo>
                      <a:pt x="34" y="223"/>
                    </a:moveTo>
                    <a:cubicBezTo>
                      <a:pt x="34" y="222"/>
                      <a:pt x="34" y="221"/>
                      <a:pt x="35" y="221"/>
                    </a:cubicBezTo>
                    <a:cubicBezTo>
                      <a:pt x="35" y="221"/>
                      <a:pt x="35" y="221"/>
                      <a:pt x="35" y="221"/>
                    </a:cubicBezTo>
                    <a:cubicBezTo>
                      <a:pt x="35" y="221"/>
                      <a:pt x="36" y="221"/>
                      <a:pt x="37" y="221"/>
                    </a:cubicBezTo>
                    <a:cubicBezTo>
                      <a:pt x="37" y="221"/>
                      <a:pt x="37" y="221"/>
                      <a:pt x="37" y="221"/>
                    </a:cubicBezTo>
                    <a:cubicBezTo>
                      <a:pt x="37" y="222"/>
                      <a:pt x="37" y="223"/>
                      <a:pt x="36" y="223"/>
                    </a:cubicBezTo>
                    <a:cubicBezTo>
                      <a:pt x="36" y="223"/>
                      <a:pt x="36" y="223"/>
                      <a:pt x="36" y="223"/>
                    </a:cubicBezTo>
                    <a:cubicBezTo>
                      <a:pt x="36" y="223"/>
                      <a:pt x="36" y="223"/>
                      <a:pt x="35" y="223"/>
                    </a:cubicBezTo>
                    <a:cubicBezTo>
                      <a:pt x="35" y="223"/>
                      <a:pt x="35" y="223"/>
                      <a:pt x="35" y="223"/>
                    </a:cubicBezTo>
                    <a:cubicBezTo>
                      <a:pt x="35" y="223"/>
                      <a:pt x="35" y="223"/>
                      <a:pt x="34" y="223"/>
                    </a:cubicBezTo>
                    <a:close/>
                    <a:moveTo>
                      <a:pt x="46" y="216"/>
                    </a:moveTo>
                    <a:cubicBezTo>
                      <a:pt x="45" y="215"/>
                      <a:pt x="45" y="214"/>
                      <a:pt x="46" y="214"/>
                    </a:cubicBezTo>
                    <a:cubicBezTo>
                      <a:pt x="46" y="214"/>
                      <a:pt x="46" y="214"/>
                      <a:pt x="46" y="214"/>
                    </a:cubicBezTo>
                    <a:cubicBezTo>
                      <a:pt x="47" y="213"/>
                      <a:pt x="47" y="213"/>
                      <a:pt x="48" y="214"/>
                    </a:cubicBezTo>
                    <a:cubicBezTo>
                      <a:pt x="48" y="214"/>
                      <a:pt x="48" y="214"/>
                      <a:pt x="48" y="214"/>
                    </a:cubicBezTo>
                    <a:cubicBezTo>
                      <a:pt x="48" y="215"/>
                      <a:pt x="48" y="215"/>
                      <a:pt x="47" y="216"/>
                    </a:cubicBezTo>
                    <a:cubicBezTo>
                      <a:pt x="47" y="216"/>
                      <a:pt x="47" y="216"/>
                      <a:pt x="47" y="216"/>
                    </a:cubicBezTo>
                    <a:cubicBezTo>
                      <a:pt x="47" y="216"/>
                      <a:pt x="47" y="216"/>
                      <a:pt x="47" y="216"/>
                    </a:cubicBezTo>
                    <a:cubicBezTo>
                      <a:pt x="47" y="216"/>
                      <a:pt x="47" y="216"/>
                      <a:pt x="47" y="216"/>
                    </a:cubicBezTo>
                    <a:cubicBezTo>
                      <a:pt x="46" y="216"/>
                      <a:pt x="46" y="216"/>
                      <a:pt x="46" y="216"/>
                    </a:cubicBezTo>
                    <a:close/>
                    <a:moveTo>
                      <a:pt x="57" y="208"/>
                    </a:moveTo>
                    <a:cubicBezTo>
                      <a:pt x="56" y="208"/>
                      <a:pt x="57" y="207"/>
                      <a:pt x="57" y="206"/>
                    </a:cubicBezTo>
                    <a:cubicBezTo>
                      <a:pt x="57" y="206"/>
                      <a:pt x="57" y="206"/>
                      <a:pt x="57" y="206"/>
                    </a:cubicBezTo>
                    <a:cubicBezTo>
                      <a:pt x="58" y="206"/>
                      <a:pt x="59" y="206"/>
                      <a:pt x="59" y="207"/>
                    </a:cubicBezTo>
                    <a:cubicBezTo>
                      <a:pt x="59" y="207"/>
                      <a:pt x="59" y="207"/>
                      <a:pt x="59" y="207"/>
                    </a:cubicBezTo>
                    <a:cubicBezTo>
                      <a:pt x="60" y="207"/>
                      <a:pt x="59" y="208"/>
                      <a:pt x="59" y="209"/>
                    </a:cubicBezTo>
                    <a:cubicBezTo>
                      <a:pt x="59" y="209"/>
                      <a:pt x="59" y="209"/>
                      <a:pt x="59" y="209"/>
                    </a:cubicBezTo>
                    <a:cubicBezTo>
                      <a:pt x="59" y="209"/>
                      <a:pt x="58" y="209"/>
                      <a:pt x="58" y="209"/>
                    </a:cubicBezTo>
                    <a:cubicBezTo>
                      <a:pt x="58" y="209"/>
                      <a:pt x="58" y="209"/>
                      <a:pt x="58" y="209"/>
                    </a:cubicBezTo>
                    <a:cubicBezTo>
                      <a:pt x="58" y="209"/>
                      <a:pt x="57" y="209"/>
                      <a:pt x="57" y="208"/>
                    </a:cubicBezTo>
                    <a:close/>
                    <a:moveTo>
                      <a:pt x="68" y="201"/>
                    </a:moveTo>
                    <a:cubicBezTo>
                      <a:pt x="68" y="200"/>
                      <a:pt x="68" y="199"/>
                      <a:pt x="69" y="199"/>
                    </a:cubicBezTo>
                    <a:cubicBezTo>
                      <a:pt x="69" y="199"/>
                      <a:pt x="69" y="199"/>
                      <a:pt x="69" y="199"/>
                    </a:cubicBezTo>
                    <a:cubicBezTo>
                      <a:pt x="69" y="199"/>
                      <a:pt x="70" y="199"/>
                      <a:pt x="70" y="199"/>
                    </a:cubicBezTo>
                    <a:cubicBezTo>
                      <a:pt x="70" y="199"/>
                      <a:pt x="70" y="199"/>
                      <a:pt x="70" y="199"/>
                    </a:cubicBezTo>
                    <a:cubicBezTo>
                      <a:pt x="71" y="200"/>
                      <a:pt x="71" y="201"/>
                      <a:pt x="70" y="201"/>
                    </a:cubicBezTo>
                    <a:cubicBezTo>
                      <a:pt x="70" y="201"/>
                      <a:pt x="70" y="201"/>
                      <a:pt x="70" y="201"/>
                    </a:cubicBezTo>
                    <a:cubicBezTo>
                      <a:pt x="70" y="201"/>
                      <a:pt x="70" y="201"/>
                      <a:pt x="69" y="201"/>
                    </a:cubicBezTo>
                    <a:cubicBezTo>
                      <a:pt x="69" y="201"/>
                      <a:pt x="69" y="201"/>
                      <a:pt x="69" y="201"/>
                    </a:cubicBezTo>
                    <a:cubicBezTo>
                      <a:pt x="69" y="201"/>
                      <a:pt x="68" y="201"/>
                      <a:pt x="68" y="201"/>
                    </a:cubicBezTo>
                    <a:close/>
                    <a:moveTo>
                      <a:pt x="80" y="193"/>
                    </a:moveTo>
                    <a:cubicBezTo>
                      <a:pt x="79" y="193"/>
                      <a:pt x="79" y="192"/>
                      <a:pt x="80" y="192"/>
                    </a:cubicBezTo>
                    <a:cubicBezTo>
                      <a:pt x="80" y="192"/>
                      <a:pt x="80" y="192"/>
                      <a:pt x="80" y="192"/>
                    </a:cubicBezTo>
                    <a:cubicBezTo>
                      <a:pt x="81" y="191"/>
                      <a:pt x="81" y="191"/>
                      <a:pt x="82" y="192"/>
                    </a:cubicBezTo>
                    <a:cubicBezTo>
                      <a:pt x="82" y="192"/>
                      <a:pt x="82" y="192"/>
                      <a:pt x="82" y="192"/>
                    </a:cubicBezTo>
                    <a:cubicBezTo>
                      <a:pt x="82" y="193"/>
                      <a:pt x="82" y="193"/>
                      <a:pt x="81" y="194"/>
                    </a:cubicBezTo>
                    <a:cubicBezTo>
                      <a:pt x="81" y="194"/>
                      <a:pt x="81" y="194"/>
                      <a:pt x="81" y="194"/>
                    </a:cubicBezTo>
                    <a:cubicBezTo>
                      <a:pt x="81" y="194"/>
                      <a:pt x="81" y="194"/>
                      <a:pt x="81" y="194"/>
                    </a:cubicBezTo>
                    <a:cubicBezTo>
                      <a:pt x="81" y="194"/>
                      <a:pt x="81" y="194"/>
                      <a:pt x="81" y="194"/>
                    </a:cubicBezTo>
                    <a:cubicBezTo>
                      <a:pt x="80" y="194"/>
                      <a:pt x="80" y="194"/>
                      <a:pt x="80" y="193"/>
                    </a:cubicBezTo>
                    <a:close/>
                    <a:moveTo>
                      <a:pt x="91" y="186"/>
                    </a:moveTo>
                    <a:cubicBezTo>
                      <a:pt x="90" y="185"/>
                      <a:pt x="91" y="185"/>
                      <a:pt x="91" y="184"/>
                    </a:cubicBezTo>
                    <a:cubicBezTo>
                      <a:pt x="91" y="184"/>
                      <a:pt x="91" y="184"/>
                      <a:pt x="91" y="184"/>
                    </a:cubicBezTo>
                    <a:cubicBezTo>
                      <a:pt x="92" y="184"/>
                      <a:pt x="93" y="184"/>
                      <a:pt x="93" y="185"/>
                    </a:cubicBezTo>
                    <a:cubicBezTo>
                      <a:pt x="93" y="185"/>
                      <a:pt x="93" y="185"/>
                      <a:pt x="93" y="185"/>
                    </a:cubicBezTo>
                    <a:cubicBezTo>
                      <a:pt x="93" y="185"/>
                      <a:pt x="93" y="186"/>
                      <a:pt x="93" y="186"/>
                    </a:cubicBezTo>
                    <a:cubicBezTo>
                      <a:pt x="93" y="186"/>
                      <a:pt x="93" y="186"/>
                      <a:pt x="93" y="186"/>
                    </a:cubicBezTo>
                    <a:cubicBezTo>
                      <a:pt x="92" y="187"/>
                      <a:pt x="92"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4" y="177"/>
                    </a:cubicBezTo>
                    <a:cubicBezTo>
                      <a:pt x="104" y="177"/>
                      <a:pt x="104" y="177"/>
                      <a:pt x="104" y="177"/>
                    </a:cubicBezTo>
                    <a:cubicBezTo>
                      <a:pt x="105" y="178"/>
                      <a:pt x="105" y="179"/>
                      <a:pt x="104" y="179"/>
                    </a:cubicBezTo>
                    <a:cubicBezTo>
                      <a:pt x="104" y="179"/>
                      <a:pt x="104" y="179"/>
                      <a:pt x="104" y="179"/>
                    </a:cubicBezTo>
                    <a:cubicBezTo>
                      <a:pt x="104" y="179"/>
                      <a:pt x="104"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6" y="170"/>
                    </a:cubicBezTo>
                    <a:cubicBezTo>
                      <a:pt x="116" y="170"/>
                      <a:pt x="116" y="170"/>
                      <a:pt x="116" y="170"/>
                    </a:cubicBezTo>
                    <a:cubicBezTo>
                      <a:pt x="116" y="170"/>
                      <a:pt x="116" y="171"/>
                      <a:pt x="115" y="172"/>
                    </a:cubicBezTo>
                    <a:cubicBezTo>
                      <a:pt x="115" y="172"/>
                      <a:pt x="115" y="172"/>
                      <a:pt x="115" y="172"/>
                    </a:cubicBezTo>
                    <a:cubicBezTo>
                      <a:pt x="115" y="172"/>
                      <a:pt x="115" y="172"/>
                      <a:pt x="115" y="172"/>
                    </a:cubicBezTo>
                    <a:cubicBezTo>
                      <a:pt x="115" y="172"/>
                      <a:pt x="115" y="172"/>
                      <a:pt x="115" y="172"/>
                    </a:cubicBezTo>
                    <a:cubicBezTo>
                      <a:pt x="114" y="172"/>
                      <a:pt x="114" y="172"/>
                      <a:pt x="113" y="171"/>
                    </a:cubicBezTo>
                    <a:close/>
                    <a:moveTo>
                      <a:pt x="125" y="164"/>
                    </a:moveTo>
                    <a:cubicBezTo>
                      <a:pt x="124" y="163"/>
                      <a:pt x="125" y="162"/>
                      <a:pt x="125" y="162"/>
                    </a:cubicBezTo>
                    <a:cubicBezTo>
                      <a:pt x="125" y="162"/>
                      <a:pt x="125" y="162"/>
                      <a:pt x="125" y="162"/>
                    </a:cubicBezTo>
                    <a:cubicBezTo>
                      <a:pt x="126" y="162"/>
                      <a:pt x="127" y="162"/>
                      <a:pt x="127" y="162"/>
                    </a:cubicBezTo>
                    <a:cubicBezTo>
                      <a:pt x="127" y="162"/>
                      <a:pt x="127" y="162"/>
                      <a:pt x="127" y="162"/>
                    </a:cubicBezTo>
                    <a:cubicBezTo>
                      <a:pt x="127" y="163"/>
                      <a:pt x="127" y="164"/>
                      <a:pt x="127" y="164"/>
                    </a:cubicBezTo>
                    <a:cubicBezTo>
                      <a:pt x="127" y="164"/>
                      <a:pt x="127" y="164"/>
                      <a:pt x="127" y="164"/>
                    </a:cubicBezTo>
                    <a:cubicBezTo>
                      <a:pt x="126" y="164"/>
                      <a:pt x="126" y="165"/>
                      <a:pt x="126" y="165"/>
                    </a:cubicBezTo>
                    <a:cubicBezTo>
                      <a:pt x="126" y="165"/>
                      <a:pt x="126" y="165"/>
                      <a:pt x="126" y="165"/>
                    </a:cubicBezTo>
                    <a:cubicBezTo>
                      <a:pt x="125" y="165"/>
                      <a:pt x="125" y="164"/>
                      <a:pt x="125" y="164"/>
                    </a:cubicBezTo>
                    <a:close/>
                    <a:moveTo>
                      <a:pt x="136" y="157"/>
                    </a:moveTo>
                    <a:cubicBezTo>
                      <a:pt x="136" y="156"/>
                      <a:pt x="136" y="155"/>
                      <a:pt x="136" y="155"/>
                    </a:cubicBezTo>
                    <a:cubicBezTo>
                      <a:pt x="136" y="155"/>
                      <a:pt x="136" y="155"/>
                      <a:pt x="136" y="155"/>
                    </a:cubicBezTo>
                    <a:cubicBezTo>
                      <a:pt x="137" y="154"/>
                      <a:pt x="138" y="155"/>
                      <a:pt x="138" y="155"/>
                    </a:cubicBezTo>
                    <a:cubicBezTo>
                      <a:pt x="138" y="155"/>
                      <a:pt x="138" y="155"/>
                      <a:pt x="138" y="155"/>
                    </a:cubicBezTo>
                    <a:cubicBezTo>
                      <a:pt x="139" y="156"/>
                      <a:pt x="139" y="157"/>
                      <a:pt x="138" y="157"/>
                    </a:cubicBezTo>
                    <a:cubicBezTo>
                      <a:pt x="138" y="157"/>
                      <a:pt x="138" y="157"/>
                      <a:pt x="138" y="157"/>
                    </a:cubicBezTo>
                    <a:cubicBezTo>
                      <a:pt x="138" y="157"/>
                      <a:pt x="137" y="157"/>
                      <a:pt x="137" y="157"/>
                    </a:cubicBezTo>
                    <a:cubicBezTo>
                      <a:pt x="137" y="157"/>
                      <a:pt x="137" y="157"/>
                      <a:pt x="137" y="157"/>
                    </a:cubicBezTo>
                    <a:cubicBezTo>
                      <a:pt x="137" y="157"/>
                      <a:pt x="136" y="157"/>
                      <a:pt x="136" y="157"/>
                    </a:cubicBezTo>
                    <a:close/>
                    <a:moveTo>
                      <a:pt x="147" y="149"/>
                    </a:moveTo>
                    <a:cubicBezTo>
                      <a:pt x="147" y="149"/>
                      <a:pt x="147" y="148"/>
                      <a:pt x="148" y="147"/>
                    </a:cubicBezTo>
                    <a:cubicBezTo>
                      <a:pt x="148" y="147"/>
                      <a:pt x="148" y="147"/>
                      <a:pt x="148" y="147"/>
                    </a:cubicBezTo>
                    <a:cubicBezTo>
                      <a:pt x="148" y="147"/>
                      <a:pt x="149" y="147"/>
                      <a:pt x="150" y="148"/>
                    </a:cubicBezTo>
                    <a:cubicBezTo>
                      <a:pt x="150" y="148"/>
                      <a:pt x="150" y="148"/>
                      <a:pt x="150" y="148"/>
                    </a:cubicBezTo>
                    <a:cubicBezTo>
                      <a:pt x="150" y="148"/>
                      <a:pt x="150" y="149"/>
                      <a:pt x="149" y="150"/>
                    </a:cubicBezTo>
                    <a:cubicBezTo>
                      <a:pt x="149" y="150"/>
                      <a:pt x="149" y="150"/>
                      <a:pt x="149" y="150"/>
                    </a:cubicBezTo>
                    <a:cubicBezTo>
                      <a:pt x="149" y="150"/>
                      <a:pt x="149" y="150"/>
                      <a:pt x="148" y="150"/>
                    </a:cubicBezTo>
                    <a:cubicBezTo>
                      <a:pt x="148" y="150"/>
                      <a:pt x="148" y="150"/>
                      <a:pt x="148" y="150"/>
                    </a:cubicBezTo>
                    <a:cubicBezTo>
                      <a:pt x="148" y="150"/>
                      <a:pt x="148" y="150"/>
                      <a:pt x="147" y="149"/>
                    </a:cubicBezTo>
                    <a:close/>
                    <a:moveTo>
                      <a:pt x="159" y="142"/>
                    </a:moveTo>
                    <a:cubicBezTo>
                      <a:pt x="158" y="141"/>
                      <a:pt x="158" y="140"/>
                      <a:pt x="159" y="140"/>
                    </a:cubicBezTo>
                    <a:cubicBezTo>
                      <a:pt x="159" y="140"/>
                      <a:pt x="159" y="140"/>
                      <a:pt x="159" y="140"/>
                    </a:cubicBezTo>
                    <a:cubicBezTo>
                      <a:pt x="160" y="140"/>
                      <a:pt x="161" y="140"/>
                      <a:pt x="161" y="140"/>
                    </a:cubicBezTo>
                    <a:cubicBezTo>
                      <a:pt x="161" y="140"/>
                      <a:pt x="161" y="140"/>
                      <a:pt x="161" y="140"/>
                    </a:cubicBezTo>
                    <a:cubicBezTo>
                      <a:pt x="161" y="141"/>
                      <a:pt x="161" y="142"/>
                      <a:pt x="161" y="142"/>
                    </a:cubicBezTo>
                    <a:cubicBezTo>
                      <a:pt x="161" y="142"/>
                      <a:pt x="161" y="142"/>
                      <a:pt x="161" y="142"/>
                    </a:cubicBezTo>
                    <a:cubicBezTo>
                      <a:pt x="160" y="142"/>
                      <a:pt x="160" y="142"/>
                      <a:pt x="160" y="142"/>
                    </a:cubicBezTo>
                    <a:cubicBezTo>
                      <a:pt x="160" y="142"/>
                      <a:pt x="160" y="142"/>
                      <a:pt x="160" y="142"/>
                    </a:cubicBezTo>
                    <a:cubicBezTo>
                      <a:pt x="159" y="142"/>
                      <a:pt x="159" y="142"/>
                      <a:pt x="159" y="142"/>
                    </a:cubicBezTo>
                    <a:close/>
                    <a:moveTo>
                      <a:pt x="170" y="134"/>
                    </a:moveTo>
                    <a:cubicBezTo>
                      <a:pt x="170" y="134"/>
                      <a:pt x="170" y="133"/>
                      <a:pt x="170" y="133"/>
                    </a:cubicBezTo>
                    <a:cubicBezTo>
                      <a:pt x="170" y="133"/>
                      <a:pt x="170" y="133"/>
                      <a:pt x="170" y="133"/>
                    </a:cubicBezTo>
                    <a:cubicBezTo>
                      <a:pt x="171" y="132"/>
                      <a:pt x="172" y="132"/>
                      <a:pt x="172" y="133"/>
                    </a:cubicBezTo>
                    <a:cubicBezTo>
                      <a:pt x="172" y="133"/>
                      <a:pt x="172" y="133"/>
                      <a:pt x="172" y="133"/>
                    </a:cubicBezTo>
                    <a:cubicBezTo>
                      <a:pt x="173" y="134"/>
                      <a:pt x="172" y="134"/>
                      <a:pt x="172" y="135"/>
                    </a:cubicBezTo>
                    <a:cubicBezTo>
                      <a:pt x="172" y="135"/>
                      <a:pt x="172" y="135"/>
                      <a:pt x="172" y="135"/>
                    </a:cubicBezTo>
                    <a:cubicBezTo>
                      <a:pt x="172" y="135"/>
                      <a:pt x="171" y="135"/>
                      <a:pt x="171" y="135"/>
                    </a:cubicBezTo>
                    <a:cubicBezTo>
                      <a:pt x="171" y="135"/>
                      <a:pt x="171" y="135"/>
                      <a:pt x="171" y="135"/>
                    </a:cubicBezTo>
                    <a:cubicBezTo>
                      <a:pt x="171" y="135"/>
                      <a:pt x="170" y="135"/>
                      <a:pt x="170" y="134"/>
                    </a:cubicBezTo>
                    <a:close/>
                    <a:moveTo>
                      <a:pt x="181" y="127"/>
                    </a:moveTo>
                    <a:cubicBezTo>
                      <a:pt x="181" y="127"/>
                      <a:pt x="181" y="126"/>
                      <a:pt x="182" y="125"/>
                    </a:cubicBezTo>
                    <a:cubicBezTo>
                      <a:pt x="182" y="125"/>
                      <a:pt x="182" y="125"/>
                      <a:pt x="182" y="125"/>
                    </a:cubicBezTo>
                    <a:cubicBezTo>
                      <a:pt x="182"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2" y="128"/>
                    </a:cubicBezTo>
                    <a:cubicBezTo>
                      <a:pt x="182" y="128"/>
                      <a:pt x="182" y="128"/>
                      <a:pt x="182" y="128"/>
                    </a:cubicBezTo>
                    <a:cubicBezTo>
                      <a:pt x="182" y="128"/>
                      <a:pt x="182" y="128"/>
                      <a:pt x="181" y="127"/>
                    </a:cubicBezTo>
                    <a:close/>
                    <a:moveTo>
                      <a:pt x="193" y="120"/>
                    </a:moveTo>
                    <a:cubicBezTo>
                      <a:pt x="192" y="119"/>
                      <a:pt x="192" y="118"/>
                      <a:pt x="193" y="118"/>
                    </a:cubicBezTo>
                    <a:cubicBezTo>
                      <a:pt x="193" y="118"/>
                      <a:pt x="193" y="118"/>
                      <a:pt x="193" y="118"/>
                    </a:cubicBezTo>
                    <a:cubicBezTo>
                      <a:pt x="194"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4" y="120"/>
                    </a:cubicBezTo>
                    <a:cubicBezTo>
                      <a:pt x="194" y="120"/>
                      <a:pt x="194" y="120"/>
                      <a:pt x="194" y="120"/>
                    </a:cubicBezTo>
                    <a:cubicBezTo>
                      <a:pt x="193" y="120"/>
                      <a:pt x="193" y="120"/>
                      <a:pt x="193" y="120"/>
                    </a:cubicBezTo>
                    <a:close/>
                    <a:moveTo>
                      <a:pt x="204" y="112"/>
                    </a:moveTo>
                    <a:cubicBezTo>
                      <a:pt x="204" y="112"/>
                      <a:pt x="204" y="111"/>
                      <a:pt x="204" y="111"/>
                    </a:cubicBezTo>
                    <a:cubicBezTo>
                      <a:pt x="204" y="111"/>
                      <a:pt x="204" y="111"/>
                      <a:pt x="204" y="111"/>
                    </a:cubicBezTo>
                    <a:cubicBezTo>
                      <a:pt x="205" y="110"/>
                      <a:pt x="206" y="110"/>
                      <a:pt x="206" y="111"/>
                    </a:cubicBezTo>
                    <a:cubicBezTo>
                      <a:pt x="206" y="111"/>
                      <a:pt x="206" y="111"/>
                      <a:pt x="206" y="111"/>
                    </a:cubicBezTo>
                    <a:cubicBezTo>
                      <a:pt x="207" y="112"/>
                      <a:pt x="206" y="112"/>
                      <a:pt x="206" y="113"/>
                    </a:cubicBezTo>
                    <a:cubicBezTo>
                      <a:pt x="206" y="113"/>
                      <a:pt x="206" y="113"/>
                      <a:pt x="206" y="113"/>
                    </a:cubicBezTo>
                    <a:cubicBezTo>
                      <a:pt x="206" y="113"/>
                      <a:pt x="205" y="113"/>
                      <a:pt x="205" y="113"/>
                    </a:cubicBezTo>
                    <a:cubicBezTo>
                      <a:pt x="205" y="113"/>
                      <a:pt x="205" y="113"/>
                      <a:pt x="205" y="113"/>
                    </a:cubicBezTo>
                    <a:cubicBezTo>
                      <a:pt x="205" y="113"/>
                      <a:pt x="204" y="113"/>
                      <a:pt x="204" y="112"/>
                    </a:cubicBezTo>
                    <a:close/>
                    <a:moveTo>
                      <a:pt x="215" y="105"/>
                    </a:moveTo>
                    <a:cubicBezTo>
                      <a:pt x="215" y="104"/>
                      <a:pt x="215" y="104"/>
                      <a:pt x="216" y="103"/>
                    </a:cubicBezTo>
                    <a:cubicBezTo>
                      <a:pt x="216" y="103"/>
                      <a:pt x="216" y="103"/>
                      <a:pt x="216" y="103"/>
                    </a:cubicBezTo>
                    <a:cubicBezTo>
                      <a:pt x="216" y="103"/>
                      <a:pt x="217" y="103"/>
                      <a:pt x="217" y="104"/>
                    </a:cubicBezTo>
                    <a:cubicBezTo>
                      <a:pt x="217" y="104"/>
                      <a:pt x="217" y="104"/>
                      <a:pt x="217" y="104"/>
                    </a:cubicBezTo>
                    <a:cubicBezTo>
                      <a:pt x="218" y="104"/>
                      <a:pt x="218" y="105"/>
                      <a:pt x="217" y="105"/>
                    </a:cubicBezTo>
                    <a:cubicBezTo>
                      <a:pt x="217" y="105"/>
                      <a:pt x="217" y="105"/>
                      <a:pt x="217" y="105"/>
                    </a:cubicBezTo>
                    <a:cubicBezTo>
                      <a:pt x="217" y="106"/>
                      <a:pt x="217" y="106"/>
                      <a:pt x="216" y="106"/>
                    </a:cubicBezTo>
                    <a:cubicBezTo>
                      <a:pt x="216" y="106"/>
                      <a:pt x="216" y="106"/>
                      <a:pt x="216" y="106"/>
                    </a:cubicBezTo>
                    <a:cubicBezTo>
                      <a:pt x="216" y="106"/>
                      <a:pt x="215" y="105"/>
                      <a:pt x="215" y="105"/>
                    </a:cubicBezTo>
                    <a:close/>
                    <a:moveTo>
                      <a:pt x="227" y="98"/>
                    </a:moveTo>
                    <a:cubicBezTo>
                      <a:pt x="226" y="97"/>
                      <a:pt x="226" y="96"/>
                      <a:pt x="227" y="96"/>
                    </a:cubicBezTo>
                    <a:cubicBezTo>
                      <a:pt x="227" y="96"/>
                      <a:pt x="227" y="96"/>
                      <a:pt x="227" y="96"/>
                    </a:cubicBezTo>
                    <a:cubicBezTo>
                      <a:pt x="228" y="95"/>
                      <a:pt x="228" y="96"/>
                      <a:pt x="229" y="96"/>
                    </a:cubicBezTo>
                    <a:cubicBezTo>
                      <a:pt x="229" y="96"/>
                      <a:pt x="229" y="96"/>
                      <a:pt x="229" y="96"/>
                    </a:cubicBezTo>
                    <a:cubicBezTo>
                      <a:pt x="229" y="97"/>
                      <a:pt x="229" y="98"/>
                      <a:pt x="228" y="98"/>
                    </a:cubicBezTo>
                    <a:cubicBezTo>
                      <a:pt x="228" y="98"/>
                      <a:pt x="228" y="98"/>
                      <a:pt x="228" y="98"/>
                    </a:cubicBezTo>
                    <a:cubicBezTo>
                      <a:pt x="228" y="98"/>
                      <a:pt x="228" y="98"/>
                      <a:pt x="228" y="98"/>
                    </a:cubicBezTo>
                    <a:cubicBezTo>
                      <a:pt x="228" y="98"/>
                      <a:pt x="228" y="98"/>
                      <a:pt x="228" y="98"/>
                    </a:cubicBezTo>
                    <a:cubicBezTo>
                      <a:pt x="227" y="98"/>
                      <a:pt x="227" y="98"/>
                      <a:pt x="227" y="98"/>
                    </a:cubicBezTo>
                    <a:close/>
                    <a:moveTo>
                      <a:pt x="238" y="90"/>
                    </a:moveTo>
                    <a:cubicBezTo>
                      <a:pt x="237" y="90"/>
                      <a:pt x="238" y="89"/>
                      <a:pt x="238" y="88"/>
                    </a:cubicBezTo>
                    <a:cubicBezTo>
                      <a:pt x="238" y="88"/>
                      <a:pt x="238" y="88"/>
                      <a:pt x="238" y="88"/>
                    </a:cubicBezTo>
                    <a:cubicBezTo>
                      <a:pt x="239" y="88"/>
                      <a:pt x="240" y="88"/>
                      <a:pt x="240" y="89"/>
                    </a:cubicBezTo>
                    <a:cubicBezTo>
                      <a:pt x="240" y="89"/>
                      <a:pt x="240" y="89"/>
                      <a:pt x="240" y="89"/>
                    </a:cubicBezTo>
                    <a:cubicBezTo>
                      <a:pt x="240" y="89"/>
                      <a:pt x="240" y="90"/>
                      <a:pt x="240" y="91"/>
                    </a:cubicBezTo>
                    <a:cubicBezTo>
                      <a:pt x="240" y="91"/>
                      <a:pt x="240" y="91"/>
                      <a:pt x="240" y="91"/>
                    </a:cubicBezTo>
                    <a:cubicBezTo>
                      <a:pt x="239" y="91"/>
                      <a:pt x="239" y="91"/>
                      <a:pt x="239" y="91"/>
                    </a:cubicBezTo>
                    <a:cubicBezTo>
                      <a:pt x="239" y="91"/>
                      <a:pt x="239" y="91"/>
                      <a:pt x="239" y="91"/>
                    </a:cubicBezTo>
                    <a:cubicBezTo>
                      <a:pt x="239" y="91"/>
                      <a:pt x="238" y="91"/>
                      <a:pt x="238" y="90"/>
                    </a:cubicBezTo>
                    <a:close/>
                    <a:moveTo>
                      <a:pt x="249" y="83"/>
                    </a:moveTo>
                    <a:cubicBezTo>
                      <a:pt x="249" y="82"/>
                      <a:pt x="249" y="81"/>
                      <a:pt x="250" y="81"/>
                    </a:cubicBezTo>
                    <a:cubicBezTo>
                      <a:pt x="250" y="81"/>
                      <a:pt x="250" y="81"/>
                      <a:pt x="250" y="81"/>
                    </a:cubicBezTo>
                    <a:cubicBezTo>
                      <a:pt x="250" y="81"/>
                      <a:pt x="251" y="81"/>
                      <a:pt x="251" y="81"/>
                    </a:cubicBezTo>
                    <a:cubicBezTo>
                      <a:pt x="251" y="81"/>
                      <a:pt x="251" y="81"/>
                      <a:pt x="251" y="81"/>
                    </a:cubicBezTo>
                    <a:cubicBezTo>
                      <a:pt x="252" y="82"/>
                      <a:pt x="252" y="83"/>
                      <a:pt x="251" y="83"/>
                    </a:cubicBezTo>
                    <a:cubicBezTo>
                      <a:pt x="251" y="83"/>
                      <a:pt x="251" y="83"/>
                      <a:pt x="251" y="83"/>
                    </a:cubicBezTo>
                    <a:cubicBezTo>
                      <a:pt x="251" y="83"/>
                      <a:pt x="251"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3" y="74"/>
                    </a:cubicBezTo>
                    <a:cubicBezTo>
                      <a:pt x="263" y="74"/>
                      <a:pt x="263" y="74"/>
                      <a:pt x="263" y="74"/>
                    </a:cubicBezTo>
                    <a:cubicBezTo>
                      <a:pt x="263" y="75"/>
                      <a:pt x="263" y="76"/>
                      <a:pt x="262" y="76"/>
                    </a:cubicBezTo>
                    <a:cubicBezTo>
                      <a:pt x="262" y="76"/>
                      <a:pt x="262" y="76"/>
                      <a:pt x="262" y="76"/>
                    </a:cubicBezTo>
                    <a:cubicBezTo>
                      <a:pt x="262" y="76"/>
                      <a:pt x="262" y="76"/>
                      <a:pt x="262" y="76"/>
                    </a:cubicBezTo>
                    <a:cubicBezTo>
                      <a:pt x="262" y="76"/>
                      <a:pt x="262" y="76"/>
                      <a:pt x="262" y="76"/>
                    </a:cubicBezTo>
                    <a:cubicBezTo>
                      <a:pt x="261" y="76"/>
                      <a:pt x="261" y="76"/>
                      <a:pt x="260" y="76"/>
                    </a:cubicBezTo>
                    <a:close/>
                    <a:moveTo>
                      <a:pt x="272" y="68"/>
                    </a:moveTo>
                    <a:cubicBezTo>
                      <a:pt x="271" y="68"/>
                      <a:pt x="272" y="67"/>
                      <a:pt x="272" y="66"/>
                    </a:cubicBezTo>
                    <a:cubicBezTo>
                      <a:pt x="272" y="66"/>
                      <a:pt x="272" y="66"/>
                      <a:pt x="272" y="66"/>
                    </a:cubicBezTo>
                    <a:cubicBezTo>
                      <a:pt x="273" y="66"/>
                      <a:pt x="274" y="66"/>
                      <a:pt x="274" y="67"/>
                    </a:cubicBezTo>
                    <a:cubicBezTo>
                      <a:pt x="274" y="67"/>
                      <a:pt x="274" y="67"/>
                      <a:pt x="274" y="67"/>
                    </a:cubicBezTo>
                    <a:cubicBezTo>
                      <a:pt x="274" y="67"/>
                      <a:pt x="274" y="68"/>
                      <a:pt x="274" y="69"/>
                    </a:cubicBezTo>
                    <a:cubicBezTo>
                      <a:pt x="274" y="69"/>
                      <a:pt x="274" y="69"/>
                      <a:pt x="274" y="69"/>
                    </a:cubicBezTo>
                    <a:cubicBezTo>
                      <a:pt x="273" y="69"/>
                      <a:pt x="273" y="69"/>
                      <a:pt x="273" y="69"/>
                    </a:cubicBezTo>
                    <a:cubicBezTo>
                      <a:pt x="273" y="69"/>
                      <a:pt x="273" y="69"/>
                      <a:pt x="273" y="69"/>
                    </a:cubicBezTo>
                    <a:cubicBezTo>
                      <a:pt x="272" y="69"/>
                      <a:pt x="272" y="69"/>
                      <a:pt x="272" y="68"/>
                    </a:cubicBezTo>
                    <a:close/>
                    <a:moveTo>
                      <a:pt x="283" y="61"/>
                    </a:moveTo>
                    <a:cubicBezTo>
                      <a:pt x="283" y="60"/>
                      <a:pt x="283" y="59"/>
                      <a:pt x="283" y="59"/>
                    </a:cubicBezTo>
                    <a:cubicBezTo>
                      <a:pt x="283" y="59"/>
                      <a:pt x="283" y="59"/>
                      <a:pt x="283" y="59"/>
                    </a:cubicBezTo>
                    <a:cubicBezTo>
                      <a:pt x="284" y="59"/>
                      <a:pt x="285" y="59"/>
                      <a:pt x="285" y="59"/>
                    </a:cubicBezTo>
                    <a:cubicBezTo>
                      <a:pt x="285" y="59"/>
                      <a:pt x="285" y="59"/>
                      <a:pt x="285" y="59"/>
                    </a:cubicBezTo>
                    <a:cubicBezTo>
                      <a:pt x="286" y="60"/>
                      <a:pt x="286" y="61"/>
                      <a:pt x="285" y="61"/>
                    </a:cubicBezTo>
                    <a:cubicBezTo>
                      <a:pt x="285" y="61"/>
                      <a:pt x="285" y="61"/>
                      <a:pt x="285" y="61"/>
                    </a:cubicBezTo>
                    <a:cubicBezTo>
                      <a:pt x="285" y="61"/>
                      <a:pt x="284" y="61"/>
                      <a:pt x="284" y="61"/>
                    </a:cubicBezTo>
                    <a:cubicBezTo>
                      <a:pt x="284" y="61"/>
                      <a:pt x="284" y="61"/>
                      <a:pt x="284" y="61"/>
                    </a:cubicBezTo>
                    <a:cubicBezTo>
                      <a:pt x="284" y="61"/>
                      <a:pt x="283" y="61"/>
                      <a:pt x="283" y="61"/>
                    </a:cubicBezTo>
                    <a:close/>
                    <a:moveTo>
                      <a:pt x="294" y="53"/>
                    </a:moveTo>
                    <a:cubicBezTo>
                      <a:pt x="294" y="53"/>
                      <a:pt x="294" y="52"/>
                      <a:pt x="295" y="52"/>
                    </a:cubicBezTo>
                    <a:cubicBezTo>
                      <a:pt x="295" y="52"/>
                      <a:pt x="295" y="52"/>
                      <a:pt x="295" y="52"/>
                    </a:cubicBezTo>
                    <a:cubicBezTo>
                      <a:pt x="295" y="51"/>
                      <a:pt x="296" y="51"/>
                      <a:pt x="297" y="52"/>
                    </a:cubicBezTo>
                    <a:cubicBezTo>
                      <a:pt x="297" y="52"/>
                      <a:pt x="297" y="52"/>
                      <a:pt x="297" y="52"/>
                    </a:cubicBezTo>
                    <a:cubicBezTo>
                      <a:pt x="297" y="53"/>
                      <a:pt x="297" y="53"/>
                      <a:pt x="296" y="54"/>
                    </a:cubicBezTo>
                    <a:cubicBezTo>
                      <a:pt x="296" y="54"/>
                      <a:pt x="296" y="54"/>
                      <a:pt x="296" y="54"/>
                    </a:cubicBezTo>
                    <a:cubicBezTo>
                      <a:pt x="296" y="54"/>
                      <a:pt x="296" y="54"/>
                      <a:pt x="295" y="54"/>
                    </a:cubicBezTo>
                    <a:cubicBezTo>
                      <a:pt x="295" y="54"/>
                      <a:pt x="295" y="54"/>
                      <a:pt x="295" y="54"/>
                    </a:cubicBezTo>
                    <a:cubicBezTo>
                      <a:pt x="295" y="54"/>
                      <a:pt x="295" y="54"/>
                      <a:pt x="294" y="53"/>
                    </a:cubicBezTo>
                    <a:close/>
                    <a:moveTo>
                      <a:pt x="306" y="46"/>
                    </a:moveTo>
                    <a:cubicBezTo>
                      <a:pt x="305" y="45"/>
                      <a:pt x="305" y="45"/>
                      <a:pt x="306" y="44"/>
                    </a:cubicBezTo>
                    <a:cubicBezTo>
                      <a:pt x="306" y="44"/>
                      <a:pt x="306" y="44"/>
                      <a:pt x="306" y="44"/>
                    </a:cubicBezTo>
                    <a:cubicBezTo>
                      <a:pt x="307" y="44"/>
                      <a:pt x="308" y="44"/>
                      <a:pt x="308" y="45"/>
                    </a:cubicBezTo>
                    <a:cubicBezTo>
                      <a:pt x="308" y="45"/>
                      <a:pt x="308" y="45"/>
                      <a:pt x="308" y="45"/>
                    </a:cubicBezTo>
                    <a:cubicBezTo>
                      <a:pt x="308" y="45"/>
                      <a:pt x="308" y="46"/>
                      <a:pt x="308" y="46"/>
                    </a:cubicBezTo>
                    <a:cubicBezTo>
                      <a:pt x="308" y="46"/>
                      <a:pt x="308" y="46"/>
                      <a:pt x="308" y="46"/>
                    </a:cubicBezTo>
                    <a:cubicBezTo>
                      <a:pt x="307" y="47"/>
                      <a:pt x="307" y="47"/>
                      <a:pt x="307" y="47"/>
                    </a:cubicBezTo>
                    <a:cubicBezTo>
                      <a:pt x="307" y="47"/>
                      <a:pt x="307" y="47"/>
                      <a:pt x="307" y="47"/>
                    </a:cubicBezTo>
                    <a:cubicBezTo>
                      <a:pt x="306" y="47"/>
                      <a:pt x="306" y="46"/>
                      <a:pt x="306" y="46"/>
                    </a:cubicBezTo>
                    <a:close/>
                    <a:moveTo>
                      <a:pt x="317" y="39"/>
                    </a:moveTo>
                    <a:cubicBezTo>
                      <a:pt x="317" y="38"/>
                      <a:pt x="317" y="37"/>
                      <a:pt x="317" y="37"/>
                    </a:cubicBezTo>
                    <a:cubicBezTo>
                      <a:pt x="317" y="37"/>
                      <a:pt x="317" y="37"/>
                      <a:pt x="317" y="37"/>
                    </a:cubicBezTo>
                    <a:cubicBezTo>
                      <a:pt x="318" y="36"/>
                      <a:pt x="319" y="37"/>
                      <a:pt x="319" y="37"/>
                    </a:cubicBezTo>
                    <a:cubicBezTo>
                      <a:pt x="319" y="37"/>
                      <a:pt x="319" y="37"/>
                      <a:pt x="319" y="37"/>
                    </a:cubicBezTo>
                    <a:cubicBezTo>
                      <a:pt x="320" y="38"/>
                      <a:pt x="319" y="39"/>
                      <a:pt x="319" y="39"/>
                    </a:cubicBezTo>
                    <a:cubicBezTo>
                      <a:pt x="319" y="39"/>
                      <a:pt x="319" y="39"/>
                      <a:pt x="319" y="39"/>
                    </a:cubicBezTo>
                    <a:cubicBezTo>
                      <a:pt x="319" y="39"/>
                      <a:pt x="318" y="39"/>
                      <a:pt x="318" y="39"/>
                    </a:cubicBezTo>
                    <a:cubicBezTo>
                      <a:pt x="318" y="39"/>
                      <a:pt x="318" y="39"/>
                      <a:pt x="318" y="39"/>
                    </a:cubicBezTo>
                    <a:cubicBezTo>
                      <a:pt x="318" y="39"/>
                      <a:pt x="317" y="39"/>
                      <a:pt x="317" y="39"/>
                    </a:cubicBezTo>
                    <a:close/>
                    <a:moveTo>
                      <a:pt x="328" y="31"/>
                    </a:moveTo>
                    <a:cubicBezTo>
                      <a:pt x="328" y="31"/>
                      <a:pt x="328" y="30"/>
                      <a:pt x="329" y="30"/>
                    </a:cubicBezTo>
                    <a:cubicBezTo>
                      <a:pt x="329" y="30"/>
                      <a:pt x="329" y="30"/>
                      <a:pt x="329" y="30"/>
                    </a:cubicBezTo>
                    <a:cubicBezTo>
                      <a:pt x="329" y="29"/>
                      <a:pt x="330" y="29"/>
                      <a:pt x="331" y="30"/>
                    </a:cubicBezTo>
                    <a:cubicBezTo>
                      <a:pt x="331" y="30"/>
                      <a:pt x="331" y="30"/>
                      <a:pt x="331" y="30"/>
                    </a:cubicBezTo>
                    <a:cubicBezTo>
                      <a:pt x="331" y="31"/>
                      <a:pt x="331" y="31"/>
                      <a:pt x="330" y="32"/>
                    </a:cubicBezTo>
                    <a:cubicBezTo>
                      <a:pt x="330" y="32"/>
                      <a:pt x="330" y="32"/>
                      <a:pt x="330" y="32"/>
                    </a:cubicBezTo>
                    <a:cubicBezTo>
                      <a:pt x="330" y="32"/>
                      <a:pt x="330" y="32"/>
                      <a:pt x="329" y="32"/>
                    </a:cubicBezTo>
                    <a:cubicBezTo>
                      <a:pt x="329" y="32"/>
                      <a:pt x="329" y="32"/>
                      <a:pt x="329" y="32"/>
                    </a:cubicBezTo>
                    <a:cubicBezTo>
                      <a:pt x="329" y="32"/>
                      <a:pt x="329" y="32"/>
                      <a:pt x="328" y="31"/>
                    </a:cubicBezTo>
                    <a:close/>
                    <a:moveTo>
                      <a:pt x="340" y="24"/>
                    </a:moveTo>
                    <a:cubicBezTo>
                      <a:pt x="339" y="23"/>
                      <a:pt x="339" y="23"/>
                      <a:pt x="340" y="22"/>
                    </a:cubicBezTo>
                    <a:cubicBezTo>
                      <a:pt x="340" y="22"/>
                      <a:pt x="340" y="22"/>
                      <a:pt x="340" y="22"/>
                    </a:cubicBezTo>
                    <a:cubicBezTo>
                      <a:pt x="341" y="22"/>
                      <a:pt x="341" y="22"/>
                      <a:pt x="342" y="23"/>
                    </a:cubicBezTo>
                    <a:cubicBezTo>
                      <a:pt x="342" y="23"/>
                      <a:pt x="342" y="23"/>
                      <a:pt x="342" y="23"/>
                    </a:cubicBezTo>
                    <a:cubicBezTo>
                      <a:pt x="342" y="23"/>
                      <a:pt x="342" y="24"/>
                      <a:pt x="341" y="24"/>
                    </a:cubicBezTo>
                    <a:cubicBezTo>
                      <a:pt x="341" y="24"/>
                      <a:pt x="341" y="24"/>
                      <a:pt x="341" y="24"/>
                    </a:cubicBezTo>
                    <a:cubicBezTo>
                      <a:pt x="341" y="25"/>
                      <a:pt x="341" y="25"/>
                      <a:pt x="341" y="25"/>
                    </a:cubicBezTo>
                    <a:cubicBezTo>
                      <a:pt x="341" y="25"/>
                      <a:pt x="341" y="25"/>
                      <a:pt x="341" y="25"/>
                    </a:cubicBezTo>
                    <a:cubicBezTo>
                      <a:pt x="340" y="25"/>
                      <a:pt x="340" y="24"/>
                      <a:pt x="340" y="24"/>
                    </a:cubicBezTo>
                    <a:close/>
                    <a:moveTo>
                      <a:pt x="351" y="17"/>
                    </a:moveTo>
                    <a:cubicBezTo>
                      <a:pt x="351" y="16"/>
                      <a:pt x="351" y="15"/>
                      <a:pt x="351" y="15"/>
                    </a:cubicBezTo>
                    <a:cubicBezTo>
                      <a:pt x="351" y="15"/>
                      <a:pt x="351" y="15"/>
                      <a:pt x="351" y="15"/>
                    </a:cubicBezTo>
                    <a:cubicBezTo>
                      <a:pt x="352" y="14"/>
                      <a:pt x="353" y="15"/>
                      <a:pt x="353" y="15"/>
                    </a:cubicBezTo>
                    <a:cubicBezTo>
                      <a:pt x="353" y="15"/>
                      <a:pt x="353" y="15"/>
                      <a:pt x="353" y="15"/>
                    </a:cubicBezTo>
                    <a:cubicBezTo>
                      <a:pt x="354" y="16"/>
                      <a:pt x="353" y="17"/>
                      <a:pt x="353" y="17"/>
                    </a:cubicBezTo>
                    <a:cubicBezTo>
                      <a:pt x="353" y="17"/>
                      <a:pt x="353" y="17"/>
                      <a:pt x="353" y="17"/>
                    </a:cubicBezTo>
                    <a:cubicBezTo>
                      <a:pt x="353" y="17"/>
                      <a:pt x="352" y="17"/>
                      <a:pt x="352" y="17"/>
                    </a:cubicBezTo>
                    <a:cubicBezTo>
                      <a:pt x="352" y="17"/>
                      <a:pt x="352" y="17"/>
                      <a:pt x="352" y="17"/>
                    </a:cubicBezTo>
                    <a:cubicBezTo>
                      <a:pt x="352" y="17"/>
                      <a:pt x="351" y="17"/>
                      <a:pt x="351" y="17"/>
                    </a:cubicBezTo>
                    <a:close/>
                    <a:moveTo>
                      <a:pt x="362" y="9"/>
                    </a:moveTo>
                    <a:cubicBezTo>
                      <a:pt x="362" y="9"/>
                      <a:pt x="362" y="8"/>
                      <a:pt x="363" y="7"/>
                    </a:cubicBezTo>
                    <a:cubicBezTo>
                      <a:pt x="363" y="7"/>
                      <a:pt x="363" y="7"/>
                      <a:pt x="363" y="7"/>
                    </a:cubicBezTo>
                    <a:cubicBezTo>
                      <a:pt x="363" y="7"/>
                      <a:pt x="364" y="7"/>
                      <a:pt x="364" y="8"/>
                    </a:cubicBezTo>
                    <a:cubicBezTo>
                      <a:pt x="364" y="8"/>
                      <a:pt x="364" y="8"/>
                      <a:pt x="364" y="8"/>
                    </a:cubicBezTo>
                    <a:cubicBezTo>
                      <a:pt x="365" y="8"/>
                      <a:pt x="365" y="9"/>
                      <a:pt x="364" y="10"/>
                    </a:cubicBezTo>
                    <a:cubicBezTo>
                      <a:pt x="364" y="10"/>
                      <a:pt x="364" y="10"/>
                      <a:pt x="364" y="10"/>
                    </a:cubicBezTo>
                    <a:cubicBezTo>
                      <a:pt x="364" y="10"/>
                      <a:pt x="364" y="10"/>
                      <a:pt x="363" y="10"/>
                    </a:cubicBezTo>
                    <a:cubicBezTo>
                      <a:pt x="363" y="10"/>
                      <a:pt x="363" y="10"/>
                      <a:pt x="363" y="10"/>
                    </a:cubicBezTo>
                    <a:cubicBezTo>
                      <a:pt x="363" y="10"/>
                      <a:pt x="362" y="10"/>
                      <a:pt x="362" y="9"/>
                    </a:cubicBezTo>
                    <a:close/>
                    <a:moveTo>
                      <a:pt x="374" y="2"/>
                    </a:moveTo>
                    <a:cubicBezTo>
                      <a:pt x="373" y="1"/>
                      <a:pt x="373" y="0"/>
                      <a:pt x="374" y="0"/>
                    </a:cubicBezTo>
                    <a:cubicBezTo>
                      <a:pt x="374" y="0"/>
                      <a:pt x="374" y="0"/>
                      <a:pt x="374" y="0"/>
                    </a:cubicBezTo>
                    <a:cubicBezTo>
                      <a:pt x="375" y="0"/>
                      <a:pt x="375" y="0"/>
                      <a:pt x="376" y="0"/>
                    </a:cubicBezTo>
                    <a:cubicBezTo>
                      <a:pt x="376" y="0"/>
                      <a:pt x="376" y="0"/>
                      <a:pt x="376" y="0"/>
                    </a:cubicBezTo>
                    <a:cubicBezTo>
                      <a:pt x="376" y="1"/>
                      <a:pt x="376" y="2"/>
                      <a:pt x="375" y="2"/>
                    </a:cubicBezTo>
                    <a:cubicBezTo>
                      <a:pt x="375" y="2"/>
                      <a:pt x="375" y="2"/>
                      <a:pt x="375" y="2"/>
                    </a:cubicBezTo>
                    <a:cubicBezTo>
                      <a:pt x="375" y="2"/>
                      <a:pt x="375" y="3"/>
                      <a:pt x="375" y="3"/>
                    </a:cubicBezTo>
                    <a:cubicBezTo>
                      <a:pt x="375" y="3"/>
                      <a:pt x="375" y="3"/>
                      <a:pt x="375" y="3"/>
                    </a:cubicBezTo>
                    <a:cubicBezTo>
                      <a:pt x="374"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9" name="Google Shape;1239;p22"/>
              <p:cNvSpPr/>
              <p:nvPr/>
            </p:nvSpPr>
            <p:spPr>
              <a:xfrm>
                <a:off x="11099995" y="5123909"/>
                <a:ext cx="19581" cy="19580"/>
              </a:xfrm>
              <a:custGeom>
                <a:avLst/>
                <a:gdLst/>
                <a:ahLst/>
                <a:cxnLst/>
                <a:rect l="l" t="t" r="r" b="b"/>
                <a:pathLst>
                  <a:path w="3" h="3" extrusionOk="0">
                    <a:moveTo>
                      <a:pt x="1" y="3"/>
                    </a:moveTo>
                    <a:cubicBezTo>
                      <a:pt x="1" y="3"/>
                      <a:pt x="0" y="3"/>
                      <a:pt x="0" y="3"/>
                    </a:cubicBezTo>
                    <a:cubicBezTo>
                      <a:pt x="0" y="2"/>
                      <a:pt x="0" y="2"/>
                      <a:pt x="0" y="2"/>
                    </a:cubicBezTo>
                    <a:cubicBezTo>
                      <a:pt x="0" y="1"/>
                      <a:pt x="0" y="1"/>
                      <a:pt x="0" y="1"/>
                    </a:cubicBezTo>
                    <a:cubicBezTo>
                      <a:pt x="0" y="1"/>
                      <a:pt x="0" y="1"/>
                      <a:pt x="0" y="1"/>
                    </a:cubicBezTo>
                    <a:cubicBezTo>
                      <a:pt x="0" y="1"/>
                      <a:pt x="1" y="0"/>
                      <a:pt x="1" y="0"/>
                    </a:cubicBezTo>
                    <a:cubicBezTo>
                      <a:pt x="1" y="0"/>
                      <a:pt x="1" y="0"/>
                      <a:pt x="2" y="0"/>
                    </a:cubicBezTo>
                    <a:cubicBezTo>
                      <a:pt x="2" y="0"/>
                      <a:pt x="2" y="1"/>
                      <a:pt x="2" y="1"/>
                    </a:cubicBezTo>
                    <a:cubicBezTo>
                      <a:pt x="2" y="1"/>
                      <a:pt x="3" y="1"/>
                      <a:pt x="3" y="2"/>
                    </a:cubicBezTo>
                    <a:cubicBezTo>
                      <a:pt x="3" y="2"/>
                      <a:pt x="2" y="2"/>
                      <a:pt x="2" y="3"/>
                    </a:cubicBezTo>
                    <a:cubicBezTo>
                      <a:pt x="2" y="3"/>
                      <a:pt x="2" y="3"/>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0" name="Google Shape;1240;p22"/>
              <p:cNvSpPr/>
              <p:nvPr/>
            </p:nvSpPr>
            <p:spPr>
              <a:xfrm>
                <a:off x="13700293" y="3526140"/>
                <a:ext cx="19581" cy="15664"/>
              </a:xfrm>
              <a:custGeom>
                <a:avLst/>
                <a:gdLst/>
                <a:ahLst/>
                <a:cxnLst/>
                <a:rect l="l" t="t" r="r" b="b"/>
                <a:pathLst>
                  <a:path w="3" h="3" extrusionOk="0">
                    <a:moveTo>
                      <a:pt x="1" y="3"/>
                    </a:moveTo>
                    <a:cubicBezTo>
                      <a:pt x="1" y="3"/>
                      <a:pt x="1" y="3"/>
                      <a:pt x="1" y="3"/>
                    </a:cubicBezTo>
                    <a:cubicBezTo>
                      <a:pt x="1" y="3"/>
                      <a:pt x="0" y="3"/>
                      <a:pt x="0" y="3"/>
                    </a:cubicBezTo>
                    <a:cubicBezTo>
                      <a:pt x="0" y="3"/>
                      <a:pt x="0" y="2"/>
                      <a:pt x="0" y="2"/>
                    </a:cubicBezTo>
                    <a:cubicBezTo>
                      <a:pt x="0" y="1"/>
                      <a:pt x="0" y="1"/>
                      <a:pt x="0" y="1"/>
                    </a:cubicBezTo>
                    <a:cubicBezTo>
                      <a:pt x="1" y="0"/>
                      <a:pt x="2" y="0"/>
                      <a:pt x="2" y="1"/>
                    </a:cubicBezTo>
                    <a:cubicBezTo>
                      <a:pt x="3" y="1"/>
                      <a:pt x="3" y="1"/>
                      <a:pt x="3" y="2"/>
                    </a:cubicBezTo>
                    <a:cubicBezTo>
                      <a:pt x="3" y="2"/>
                      <a:pt x="3" y="2"/>
                      <a:pt x="3" y="2"/>
                    </a:cubicBezTo>
                    <a:cubicBezTo>
                      <a:pt x="2" y="2"/>
                      <a:pt x="2" y="3"/>
                      <a:pt x="2" y="3"/>
                    </a:cubicBezTo>
                    <a:cubicBezTo>
                      <a:pt x="2" y="3"/>
                      <a:pt x="2" y="3"/>
                      <a:pt x="2" y="3"/>
                    </a:cubicBezTo>
                    <a:cubicBezTo>
                      <a:pt x="2" y="3"/>
                      <a:pt x="2"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1" name="Google Shape;1241;p22"/>
              <p:cNvSpPr/>
              <p:nvPr/>
            </p:nvSpPr>
            <p:spPr>
              <a:xfrm>
                <a:off x="11311465" y="3573133"/>
                <a:ext cx="2337917" cy="1527278"/>
              </a:xfrm>
              <a:custGeom>
                <a:avLst/>
                <a:gdLst/>
                <a:ahLst/>
                <a:cxnLst/>
                <a:rect l="l" t="t" r="r" b="b"/>
                <a:pathLst>
                  <a:path w="377" h="246" extrusionOk="0">
                    <a:moveTo>
                      <a:pt x="1" y="245"/>
                    </a:moveTo>
                    <a:cubicBezTo>
                      <a:pt x="0" y="244"/>
                      <a:pt x="0" y="244"/>
                      <a:pt x="1" y="243"/>
                    </a:cubicBezTo>
                    <a:cubicBezTo>
                      <a:pt x="1" y="243"/>
                      <a:pt x="1" y="243"/>
                      <a:pt x="1" y="243"/>
                    </a:cubicBezTo>
                    <a:cubicBezTo>
                      <a:pt x="2" y="243"/>
                      <a:pt x="3" y="243"/>
                      <a:pt x="3" y="244"/>
                    </a:cubicBezTo>
                    <a:cubicBezTo>
                      <a:pt x="3" y="244"/>
                      <a:pt x="3" y="244"/>
                      <a:pt x="3" y="244"/>
                    </a:cubicBezTo>
                    <a:cubicBezTo>
                      <a:pt x="3" y="244"/>
                      <a:pt x="3" y="245"/>
                      <a:pt x="3" y="245"/>
                    </a:cubicBezTo>
                    <a:cubicBezTo>
                      <a:pt x="3" y="245"/>
                      <a:pt x="3" y="245"/>
                      <a:pt x="3" y="245"/>
                    </a:cubicBezTo>
                    <a:cubicBezTo>
                      <a:pt x="2" y="246"/>
                      <a:pt x="2" y="246"/>
                      <a:pt x="2" y="246"/>
                    </a:cubicBezTo>
                    <a:cubicBezTo>
                      <a:pt x="2" y="246"/>
                      <a:pt x="2" y="246"/>
                      <a:pt x="2" y="246"/>
                    </a:cubicBezTo>
                    <a:cubicBezTo>
                      <a:pt x="1" y="246"/>
                      <a:pt x="1" y="245"/>
                      <a:pt x="1" y="245"/>
                    </a:cubicBezTo>
                    <a:close/>
                    <a:moveTo>
                      <a:pt x="12" y="238"/>
                    </a:moveTo>
                    <a:cubicBezTo>
                      <a:pt x="12" y="237"/>
                      <a:pt x="12" y="236"/>
                      <a:pt x="12" y="236"/>
                    </a:cubicBezTo>
                    <a:cubicBezTo>
                      <a:pt x="12" y="236"/>
                      <a:pt x="12" y="236"/>
                      <a:pt x="12" y="236"/>
                    </a:cubicBezTo>
                    <a:cubicBezTo>
                      <a:pt x="13" y="235"/>
                      <a:pt x="14" y="236"/>
                      <a:pt x="14" y="236"/>
                    </a:cubicBezTo>
                    <a:cubicBezTo>
                      <a:pt x="14" y="236"/>
                      <a:pt x="14" y="236"/>
                      <a:pt x="14" y="236"/>
                    </a:cubicBezTo>
                    <a:cubicBezTo>
                      <a:pt x="15" y="237"/>
                      <a:pt x="14" y="238"/>
                      <a:pt x="14" y="238"/>
                    </a:cubicBezTo>
                    <a:cubicBezTo>
                      <a:pt x="14" y="238"/>
                      <a:pt x="14" y="238"/>
                      <a:pt x="14" y="238"/>
                    </a:cubicBezTo>
                    <a:cubicBezTo>
                      <a:pt x="14" y="238"/>
                      <a:pt x="13" y="238"/>
                      <a:pt x="13" y="238"/>
                    </a:cubicBezTo>
                    <a:cubicBezTo>
                      <a:pt x="13" y="238"/>
                      <a:pt x="13" y="238"/>
                      <a:pt x="13" y="238"/>
                    </a:cubicBezTo>
                    <a:cubicBezTo>
                      <a:pt x="13" y="238"/>
                      <a:pt x="12" y="238"/>
                      <a:pt x="12" y="238"/>
                    </a:cubicBezTo>
                    <a:close/>
                    <a:moveTo>
                      <a:pt x="23" y="230"/>
                    </a:moveTo>
                    <a:cubicBezTo>
                      <a:pt x="23" y="230"/>
                      <a:pt x="23" y="229"/>
                      <a:pt x="24" y="228"/>
                    </a:cubicBezTo>
                    <a:cubicBezTo>
                      <a:pt x="24" y="228"/>
                      <a:pt x="24" y="228"/>
                      <a:pt x="24" y="228"/>
                    </a:cubicBezTo>
                    <a:cubicBezTo>
                      <a:pt x="24" y="228"/>
                      <a:pt x="25" y="228"/>
                      <a:pt x="26" y="229"/>
                    </a:cubicBezTo>
                    <a:cubicBezTo>
                      <a:pt x="26" y="229"/>
                      <a:pt x="26" y="229"/>
                      <a:pt x="26" y="229"/>
                    </a:cubicBezTo>
                    <a:cubicBezTo>
                      <a:pt x="26" y="229"/>
                      <a:pt x="26" y="230"/>
                      <a:pt x="25" y="231"/>
                    </a:cubicBezTo>
                    <a:cubicBezTo>
                      <a:pt x="25" y="231"/>
                      <a:pt x="25" y="231"/>
                      <a:pt x="25" y="231"/>
                    </a:cubicBezTo>
                    <a:cubicBezTo>
                      <a:pt x="25" y="231"/>
                      <a:pt x="25" y="231"/>
                      <a:pt x="24" y="231"/>
                    </a:cubicBezTo>
                    <a:cubicBezTo>
                      <a:pt x="24" y="231"/>
                      <a:pt x="24" y="231"/>
                      <a:pt x="24" y="231"/>
                    </a:cubicBezTo>
                    <a:cubicBezTo>
                      <a:pt x="24" y="231"/>
                      <a:pt x="24" y="231"/>
                      <a:pt x="23" y="230"/>
                    </a:cubicBezTo>
                    <a:close/>
                    <a:moveTo>
                      <a:pt x="35" y="223"/>
                    </a:moveTo>
                    <a:cubicBezTo>
                      <a:pt x="34" y="222"/>
                      <a:pt x="34" y="221"/>
                      <a:pt x="35" y="221"/>
                    </a:cubicBezTo>
                    <a:cubicBezTo>
                      <a:pt x="35" y="221"/>
                      <a:pt x="35" y="221"/>
                      <a:pt x="35" y="221"/>
                    </a:cubicBezTo>
                    <a:cubicBezTo>
                      <a:pt x="36" y="221"/>
                      <a:pt x="36" y="221"/>
                      <a:pt x="37" y="221"/>
                    </a:cubicBezTo>
                    <a:cubicBezTo>
                      <a:pt x="37" y="221"/>
                      <a:pt x="37" y="221"/>
                      <a:pt x="37" y="221"/>
                    </a:cubicBezTo>
                    <a:cubicBezTo>
                      <a:pt x="37" y="222"/>
                      <a:pt x="37" y="223"/>
                      <a:pt x="36" y="223"/>
                    </a:cubicBezTo>
                    <a:cubicBezTo>
                      <a:pt x="36" y="223"/>
                      <a:pt x="36" y="223"/>
                      <a:pt x="36" y="223"/>
                    </a:cubicBezTo>
                    <a:cubicBezTo>
                      <a:pt x="36" y="223"/>
                      <a:pt x="36" y="223"/>
                      <a:pt x="36" y="223"/>
                    </a:cubicBezTo>
                    <a:cubicBezTo>
                      <a:pt x="36" y="223"/>
                      <a:pt x="36" y="223"/>
                      <a:pt x="36" y="223"/>
                    </a:cubicBezTo>
                    <a:cubicBezTo>
                      <a:pt x="35" y="223"/>
                      <a:pt x="35" y="223"/>
                      <a:pt x="35" y="223"/>
                    </a:cubicBezTo>
                    <a:close/>
                    <a:moveTo>
                      <a:pt x="46" y="216"/>
                    </a:moveTo>
                    <a:cubicBezTo>
                      <a:pt x="46" y="215"/>
                      <a:pt x="46" y="214"/>
                      <a:pt x="46" y="214"/>
                    </a:cubicBezTo>
                    <a:cubicBezTo>
                      <a:pt x="46" y="214"/>
                      <a:pt x="46" y="214"/>
                      <a:pt x="46" y="214"/>
                    </a:cubicBezTo>
                    <a:cubicBezTo>
                      <a:pt x="47" y="213"/>
                      <a:pt x="48" y="213"/>
                      <a:pt x="48" y="214"/>
                    </a:cubicBezTo>
                    <a:cubicBezTo>
                      <a:pt x="48" y="214"/>
                      <a:pt x="48" y="214"/>
                      <a:pt x="48" y="214"/>
                    </a:cubicBezTo>
                    <a:cubicBezTo>
                      <a:pt x="49" y="215"/>
                      <a:pt x="48" y="215"/>
                      <a:pt x="48" y="216"/>
                    </a:cubicBezTo>
                    <a:cubicBezTo>
                      <a:pt x="48" y="216"/>
                      <a:pt x="48" y="216"/>
                      <a:pt x="48" y="216"/>
                    </a:cubicBezTo>
                    <a:cubicBezTo>
                      <a:pt x="48" y="216"/>
                      <a:pt x="47" y="216"/>
                      <a:pt x="47" y="216"/>
                    </a:cubicBezTo>
                    <a:cubicBezTo>
                      <a:pt x="47" y="216"/>
                      <a:pt x="47" y="216"/>
                      <a:pt x="47" y="216"/>
                    </a:cubicBezTo>
                    <a:cubicBezTo>
                      <a:pt x="47" y="216"/>
                      <a:pt x="46" y="216"/>
                      <a:pt x="46" y="216"/>
                    </a:cubicBezTo>
                    <a:close/>
                    <a:moveTo>
                      <a:pt x="57" y="208"/>
                    </a:moveTo>
                    <a:cubicBezTo>
                      <a:pt x="57" y="208"/>
                      <a:pt x="57" y="207"/>
                      <a:pt x="58" y="206"/>
                    </a:cubicBezTo>
                    <a:cubicBezTo>
                      <a:pt x="58" y="206"/>
                      <a:pt x="58" y="206"/>
                      <a:pt x="58" y="206"/>
                    </a:cubicBezTo>
                    <a:cubicBezTo>
                      <a:pt x="58" y="206"/>
                      <a:pt x="59" y="206"/>
                      <a:pt x="59" y="207"/>
                    </a:cubicBezTo>
                    <a:cubicBezTo>
                      <a:pt x="59" y="207"/>
                      <a:pt x="59" y="207"/>
                      <a:pt x="59" y="207"/>
                    </a:cubicBezTo>
                    <a:cubicBezTo>
                      <a:pt x="60" y="207"/>
                      <a:pt x="60" y="208"/>
                      <a:pt x="59" y="209"/>
                    </a:cubicBezTo>
                    <a:cubicBezTo>
                      <a:pt x="59" y="209"/>
                      <a:pt x="59" y="209"/>
                      <a:pt x="59" y="209"/>
                    </a:cubicBezTo>
                    <a:cubicBezTo>
                      <a:pt x="59" y="209"/>
                      <a:pt x="59" y="209"/>
                      <a:pt x="58" y="209"/>
                    </a:cubicBezTo>
                    <a:cubicBezTo>
                      <a:pt x="58" y="209"/>
                      <a:pt x="58" y="209"/>
                      <a:pt x="58" y="209"/>
                    </a:cubicBezTo>
                    <a:cubicBezTo>
                      <a:pt x="58" y="209"/>
                      <a:pt x="57" y="209"/>
                      <a:pt x="57" y="208"/>
                    </a:cubicBezTo>
                    <a:close/>
                    <a:moveTo>
                      <a:pt x="69" y="201"/>
                    </a:moveTo>
                    <a:cubicBezTo>
                      <a:pt x="68" y="200"/>
                      <a:pt x="68" y="199"/>
                      <a:pt x="69" y="199"/>
                    </a:cubicBezTo>
                    <a:cubicBezTo>
                      <a:pt x="69" y="199"/>
                      <a:pt x="69" y="199"/>
                      <a:pt x="69" y="199"/>
                    </a:cubicBezTo>
                    <a:cubicBezTo>
                      <a:pt x="70" y="199"/>
                      <a:pt x="70" y="199"/>
                      <a:pt x="71" y="199"/>
                    </a:cubicBezTo>
                    <a:cubicBezTo>
                      <a:pt x="71" y="199"/>
                      <a:pt x="71" y="199"/>
                      <a:pt x="71" y="199"/>
                    </a:cubicBezTo>
                    <a:cubicBezTo>
                      <a:pt x="71" y="200"/>
                      <a:pt x="71" y="201"/>
                      <a:pt x="70" y="201"/>
                    </a:cubicBezTo>
                    <a:cubicBezTo>
                      <a:pt x="70" y="201"/>
                      <a:pt x="70" y="201"/>
                      <a:pt x="70" y="201"/>
                    </a:cubicBezTo>
                    <a:cubicBezTo>
                      <a:pt x="70" y="201"/>
                      <a:pt x="70" y="201"/>
                      <a:pt x="70" y="201"/>
                    </a:cubicBezTo>
                    <a:cubicBezTo>
                      <a:pt x="70" y="201"/>
                      <a:pt x="70" y="201"/>
                      <a:pt x="70" y="201"/>
                    </a:cubicBezTo>
                    <a:cubicBezTo>
                      <a:pt x="69" y="201"/>
                      <a:pt x="69" y="201"/>
                      <a:pt x="69" y="201"/>
                    </a:cubicBezTo>
                    <a:close/>
                    <a:moveTo>
                      <a:pt x="80" y="193"/>
                    </a:moveTo>
                    <a:cubicBezTo>
                      <a:pt x="79" y="193"/>
                      <a:pt x="80" y="192"/>
                      <a:pt x="80" y="192"/>
                    </a:cubicBezTo>
                    <a:cubicBezTo>
                      <a:pt x="80" y="192"/>
                      <a:pt x="80" y="192"/>
                      <a:pt x="80" y="192"/>
                    </a:cubicBezTo>
                    <a:cubicBezTo>
                      <a:pt x="81" y="191"/>
                      <a:pt x="82" y="191"/>
                      <a:pt x="82" y="192"/>
                    </a:cubicBezTo>
                    <a:cubicBezTo>
                      <a:pt x="82" y="192"/>
                      <a:pt x="82" y="192"/>
                      <a:pt x="82" y="192"/>
                    </a:cubicBezTo>
                    <a:cubicBezTo>
                      <a:pt x="83" y="193"/>
                      <a:pt x="82" y="193"/>
                      <a:pt x="82" y="194"/>
                    </a:cubicBezTo>
                    <a:cubicBezTo>
                      <a:pt x="82" y="194"/>
                      <a:pt x="82" y="194"/>
                      <a:pt x="82" y="194"/>
                    </a:cubicBezTo>
                    <a:cubicBezTo>
                      <a:pt x="81" y="194"/>
                      <a:pt x="81" y="194"/>
                      <a:pt x="81" y="194"/>
                    </a:cubicBezTo>
                    <a:cubicBezTo>
                      <a:pt x="81" y="194"/>
                      <a:pt x="81" y="194"/>
                      <a:pt x="81" y="194"/>
                    </a:cubicBezTo>
                    <a:cubicBezTo>
                      <a:pt x="81" y="194"/>
                      <a:pt x="80" y="194"/>
                      <a:pt x="80" y="193"/>
                    </a:cubicBezTo>
                    <a:close/>
                    <a:moveTo>
                      <a:pt x="91" y="186"/>
                    </a:moveTo>
                    <a:cubicBezTo>
                      <a:pt x="91" y="185"/>
                      <a:pt x="91" y="185"/>
                      <a:pt x="92" y="184"/>
                    </a:cubicBezTo>
                    <a:cubicBezTo>
                      <a:pt x="92" y="184"/>
                      <a:pt x="92" y="184"/>
                      <a:pt x="92" y="184"/>
                    </a:cubicBezTo>
                    <a:cubicBezTo>
                      <a:pt x="92" y="184"/>
                      <a:pt x="93" y="184"/>
                      <a:pt x="93" y="185"/>
                    </a:cubicBezTo>
                    <a:cubicBezTo>
                      <a:pt x="93" y="185"/>
                      <a:pt x="93" y="185"/>
                      <a:pt x="93" y="185"/>
                    </a:cubicBezTo>
                    <a:cubicBezTo>
                      <a:pt x="94" y="185"/>
                      <a:pt x="94" y="186"/>
                      <a:pt x="93" y="186"/>
                    </a:cubicBezTo>
                    <a:cubicBezTo>
                      <a:pt x="93" y="186"/>
                      <a:pt x="93" y="186"/>
                      <a:pt x="93" y="186"/>
                    </a:cubicBezTo>
                    <a:cubicBezTo>
                      <a:pt x="93" y="187"/>
                      <a:pt x="93" y="187"/>
                      <a:pt x="92" y="187"/>
                    </a:cubicBezTo>
                    <a:cubicBezTo>
                      <a:pt x="92" y="187"/>
                      <a:pt x="92" y="187"/>
                      <a:pt x="92" y="187"/>
                    </a:cubicBezTo>
                    <a:cubicBezTo>
                      <a:pt x="92" y="187"/>
                      <a:pt x="91" y="186"/>
                      <a:pt x="91" y="186"/>
                    </a:cubicBezTo>
                    <a:close/>
                    <a:moveTo>
                      <a:pt x="102" y="179"/>
                    </a:moveTo>
                    <a:cubicBezTo>
                      <a:pt x="102" y="178"/>
                      <a:pt x="102" y="177"/>
                      <a:pt x="103" y="177"/>
                    </a:cubicBezTo>
                    <a:cubicBezTo>
                      <a:pt x="103" y="177"/>
                      <a:pt x="103" y="177"/>
                      <a:pt x="103" y="177"/>
                    </a:cubicBezTo>
                    <a:cubicBezTo>
                      <a:pt x="103" y="176"/>
                      <a:pt x="104" y="177"/>
                      <a:pt x="105" y="177"/>
                    </a:cubicBezTo>
                    <a:cubicBezTo>
                      <a:pt x="105" y="177"/>
                      <a:pt x="105" y="177"/>
                      <a:pt x="105" y="177"/>
                    </a:cubicBezTo>
                    <a:cubicBezTo>
                      <a:pt x="105" y="178"/>
                      <a:pt x="105" y="179"/>
                      <a:pt x="104" y="179"/>
                    </a:cubicBezTo>
                    <a:cubicBezTo>
                      <a:pt x="104" y="179"/>
                      <a:pt x="104" y="179"/>
                      <a:pt x="104" y="179"/>
                    </a:cubicBezTo>
                    <a:cubicBezTo>
                      <a:pt x="104" y="179"/>
                      <a:pt x="104" y="179"/>
                      <a:pt x="104" y="179"/>
                    </a:cubicBezTo>
                    <a:cubicBezTo>
                      <a:pt x="104" y="179"/>
                      <a:pt x="104" y="179"/>
                      <a:pt x="104" y="179"/>
                    </a:cubicBezTo>
                    <a:cubicBezTo>
                      <a:pt x="103" y="179"/>
                      <a:pt x="103" y="179"/>
                      <a:pt x="102" y="179"/>
                    </a:cubicBezTo>
                    <a:close/>
                    <a:moveTo>
                      <a:pt x="114" y="171"/>
                    </a:moveTo>
                    <a:cubicBezTo>
                      <a:pt x="113" y="171"/>
                      <a:pt x="114" y="170"/>
                      <a:pt x="114" y="169"/>
                    </a:cubicBezTo>
                    <a:cubicBezTo>
                      <a:pt x="114" y="169"/>
                      <a:pt x="114" y="169"/>
                      <a:pt x="114" y="169"/>
                    </a:cubicBezTo>
                    <a:cubicBezTo>
                      <a:pt x="115" y="169"/>
                      <a:pt x="116" y="169"/>
                      <a:pt x="116" y="170"/>
                    </a:cubicBezTo>
                    <a:cubicBezTo>
                      <a:pt x="116" y="170"/>
                      <a:pt x="116" y="170"/>
                      <a:pt x="116" y="170"/>
                    </a:cubicBezTo>
                    <a:cubicBezTo>
                      <a:pt x="116" y="170"/>
                      <a:pt x="116" y="171"/>
                      <a:pt x="116" y="172"/>
                    </a:cubicBezTo>
                    <a:cubicBezTo>
                      <a:pt x="116" y="172"/>
                      <a:pt x="116" y="172"/>
                      <a:pt x="116" y="172"/>
                    </a:cubicBezTo>
                    <a:cubicBezTo>
                      <a:pt x="115" y="172"/>
                      <a:pt x="115" y="172"/>
                      <a:pt x="115" y="172"/>
                    </a:cubicBezTo>
                    <a:cubicBezTo>
                      <a:pt x="115" y="172"/>
                      <a:pt x="115" y="172"/>
                      <a:pt x="115" y="172"/>
                    </a:cubicBezTo>
                    <a:cubicBezTo>
                      <a:pt x="114" y="172"/>
                      <a:pt x="114" y="172"/>
                      <a:pt x="114" y="171"/>
                    </a:cubicBezTo>
                    <a:close/>
                    <a:moveTo>
                      <a:pt x="125" y="164"/>
                    </a:moveTo>
                    <a:cubicBezTo>
                      <a:pt x="125" y="163"/>
                      <a:pt x="125" y="162"/>
                      <a:pt x="125" y="162"/>
                    </a:cubicBezTo>
                    <a:cubicBezTo>
                      <a:pt x="125" y="162"/>
                      <a:pt x="125" y="162"/>
                      <a:pt x="125" y="162"/>
                    </a:cubicBezTo>
                    <a:cubicBezTo>
                      <a:pt x="126" y="162"/>
                      <a:pt x="127" y="162"/>
                      <a:pt x="127" y="162"/>
                    </a:cubicBezTo>
                    <a:cubicBezTo>
                      <a:pt x="127" y="162"/>
                      <a:pt x="127" y="162"/>
                      <a:pt x="127" y="162"/>
                    </a:cubicBezTo>
                    <a:cubicBezTo>
                      <a:pt x="128" y="163"/>
                      <a:pt x="128" y="164"/>
                      <a:pt x="127" y="164"/>
                    </a:cubicBezTo>
                    <a:cubicBezTo>
                      <a:pt x="127" y="164"/>
                      <a:pt x="127" y="164"/>
                      <a:pt x="127" y="164"/>
                    </a:cubicBezTo>
                    <a:cubicBezTo>
                      <a:pt x="127" y="164"/>
                      <a:pt x="126" y="165"/>
                      <a:pt x="126" y="165"/>
                    </a:cubicBezTo>
                    <a:cubicBezTo>
                      <a:pt x="126" y="165"/>
                      <a:pt x="126" y="165"/>
                      <a:pt x="126" y="165"/>
                    </a:cubicBezTo>
                    <a:cubicBezTo>
                      <a:pt x="126" y="165"/>
                      <a:pt x="125" y="164"/>
                      <a:pt x="125" y="164"/>
                    </a:cubicBezTo>
                    <a:close/>
                    <a:moveTo>
                      <a:pt x="136" y="157"/>
                    </a:moveTo>
                    <a:cubicBezTo>
                      <a:pt x="136" y="156"/>
                      <a:pt x="136" y="155"/>
                      <a:pt x="137" y="155"/>
                    </a:cubicBezTo>
                    <a:cubicBezTo>
                      <a:pt x="137" y="155"/>
                      <a:pt x="137" y="155"/>
                      <a:pt x="137" y="155"/>
                    </a:cubicBezTo>
                    <a:cubicBezTo>
                      <a:pt x="137" y="154"/>
                      <a:pt x="138" y="155"/>
                      <a:pt x="139" y="155"/>
                    </a:cubicBezTo>
                    <a:cubicBezTo>
                      <a:pt x="139" y="155"/>
                      <a:pt x="139" y="155"/>
                      <a:pt x="139" y="155"/>
                    </a:cubicBezTo>
                    <a:cubicBezTo>
                      <a:pt x="139" y="156"/>
                      <a:pt x="139" y="157"/>
                      <a:pt x="138" y="157"/>
                    </a:cubicBezTo>
                    <a:cubicBezTo>
                      <a:pt x="138" y="157"/>
                      <a:pt x="138" y="157"/>
                      <a:pt x="138" y="157"/>
                    </a:cubicBezTo>
                    <a:cubicBezTo>
                      <a:pt x="138" y="157"/>
                      <a:pt x="138" y="157"/>
                      <a:pt x="138" y="157"/>
                    </a:cubicBezTo>
                    <a:cubicBezTo>
                      <a:pt x="138" y="157"/>
                      <a:pt x="138" y="157"/>
                      <a:pt x="138" y="157"/>
                    </a:cubicBezTo>
                    <a:cubicBezTo>
                      <a:pt x="137" y="157"/>
                      <a:pt x="137" y="157"/>
                      <a:pt x="136" y="157"/>
                    </a:cubicBezTo>
                    <a:close/>
                    <a:moveTo>
                      <a:pt x="148" y="149"/>
                    </a:moveTo>
                    <a:cubicBezTo>
                      <a:pt x="147" y="149"/>
                      <a:pt x="147" y="148"/>
                      <a:pt x="148" y="147"/>
                    </a:cubicBezTo>
                    <a:cubicBezTo>
                      <a:pt x="148" y="147"/>
                      <a:pt x="148" y="147"/>
                      <a:pt x="148" y="147"/>
                    </a:cubicBezTo>
                    <a:cubicBezTo>
                      <a:pt x="149" y="147"/>
                      <a:pt x="150" y="147"/>
                      <a:pt x="150" y="148"/>
                    </a:cubicBezTo>
                    <a:cubicBezTo>
                      <a:pt x="150" y="148"/>
                      <a:pt x="150" y="148"/>
                      <a:pt x="150" y="148"/>
                    </a:cubicBezTo>
                    <a:cubicBezTo>
                      <a:pt x="150" y="148"/>
                      <a:pt x="150" y="149"/>
                      <a:pt x="150" y="150"/>
                    </a:cubicBezTo>
                    <a:cubicBezTo>
                      <a:pt x="150" y="150"/>
                      <a:pt x="150" y="150"/>
                      <a:pt x="150" y="150"/>
                    </a:cubicBezTo>
                    <a:cubicBezTo>
                      <a:pt x="149" y="150"/>
                      <a:pt x="149" y="150"/>
                      <a:pt x="149" y="150"/>
                    </a:cubicBezTo>
                    <a:cubicBezTo>
                      <a:pt x="149" y="150"/>
                      <a:pt x="149" y="150"/>
                      <a:pt x="149" y="150"/>
                    </a:cubicBezTo>
                    <a:cubicBezTo>
                      <a:pt x="148" y="150"/>
                      <a:pt x="148" y="150"/>
                      <a:pt x="148" y="149"/>
                    </a:cubicBezTo>
                    <a:close/>
                    <a:moveTo>
                      <a:pt x="159" y="142"/>
                    </a:moveTo>
                    <a:cubicBezTo>
                      <a:pt x="159" y="141"/>
                      <a:pt x="159" y="140"/>
                      <a:pt x="159" y="140"/>
                    </a:cubicBezTo>
                    <a:cubicBezTo>
                      <a:pt x="159" y="140"/>
                      <a:pt x="159" y="140"/>
                      <a:pt x="159" y="140"/>
                    </a:cubicBezTo>
                    <a:cubicBezTo>
                      <a:pt x="160" y="140"/>
                      <a:pt x="161" y="140"/>
                      <a:pt x="161" y="140"/>
                    </a:cubicBezTo>
                    <a:cubicBezTo>
                      <a:pt x="161" y="140"/>
                      <a:pt x="161" y="140"/>
                      <a:pt x="161" y="140"/>
                    </a:cubicBezTo>
                    <a:cubicBezTo>
                      <a:pt x="162" y="141"/>
                      <a:pt x="161" y="142"/>
                      <a:pt x="161" y="142"/>
                    </a:cubicBezTo>
                    <a:cubicBezTo>
                      <a:pt x="161" y="142"/>
                      <a:pt x="161" y="142"/>
                      <a:pt x="161" y="142"/>
                    </a:cubicBezTo>
                    <a:cubicBezTo>
                      <a:pt x="161" y="142"/>
                      <a:pt x="160" y="142"/>
                      <a:pt x="160" y="142"/>
                    </a:cubicBezTo>
                    <a:cubicBezTo>
                      <a:pt x="160" y="142"/>
                      <a:pt x="160" y="142"/>
                      <a:pt x="160" y="142"/>
                    </a:cubicBezTo>
                    <a:cubicBezTo>
                      <a:pt x="160" y="142"/>
                      <a:pt x="159" y="142"/>
                      <a:pt x="159" y="142"/>
                    </a:cubicBezTo>
                    <a:close/>
                    <a:moveTo>
                      <a:pt x="170" y="134"/>
                    </a:moveTo>
                    <a:cubicBezTo>
                      <a:pt x="170" y="134"/>
                      <a:pt x="170" y="133"/>
                      <a:pt x="171" y="133"/>
                    </a:cubicBezTo>
                    <a:cubicBezTo>
                      <a:pt x="171" y="133"/>
                      <a:pt x="171" y="133"/>
                      <a:pt x="171" y="133"/>
                    </a:cubicBezTo>
                    <a:cubicBezTo>
                      <a:pt x="171" y="132"/>
                      <a:pt x="172" y="132"/>
                      <a:pt x="173" y="133"/>
                    </a:cubicBezTo>
                    <a:cubicBezTo>
                      <a:pt x="173" y="133"/>
                      <a:pt x="173" y="133"/>
                      <a:pt x="173" y="133"/>
                    </a:cubicBezTo>
                    <a:cubicBezTo>
                      <a:pt x="173" y="134"/>
                      <a:pt x="173" y="134"/>
                      <a:pt x="172" y="135"/>
                    </a:cubicBezTo>
                    <a:cubicBezTo>
                      <a:pt x="172" y="135"/>
                      <a:pt x="172" y="135"/>
                      <a:pt x="172" y="135"/>
                    </a:cubicBezTo>
                    <a:cubicBezTo>
                      <a:pt x="172" y="135"/>
                      <a:pt x="172" y="135"/>
                      <a:pt x="171" y="135"/>
                    </a:cubicBezTo>
                    <a:cubicBezTo>
                      <a:pt x="171" y="135"/>
                      <a:pt x="171" y="135"/>
                      <a:pt x="171" y="135"/>
                    </a:cubicBezTo>
                    <a:cubicBezTo>
                      <a:pt x="171" y="135"/>
                      <a:pt x="171" y="135"/>
                      <a:pt x="170" y="134"/>
                    </a:cubicBezTo>
                    <a:close/>
                    <a:moveTo>
                      <a:pt x="182" y="127"/>
                    </a:moveTo>
                    <a:cubicBezTo>
                      <a:pt x="181" y="127"/>
                      <a:pt x="181" y="126"/>
                      <a:pt x="182" y="125"/>
                    </a:cubicBezTo>
                    <a:cubicBezTo>
                      <a:pt x="182" y="125"/>
                      <a:pt x="182" y="125"/>
                      <a:pt x="182" y="125"/>
                    </a:cubicBezTo>
                    <a:cubicBezTo>
                      <a:pt x="183" y="125"/>
                      <a:pt x="183" y="125"/>
                      <a:pt x="184" y="126"/>
                    </a:cubicBezTo>
                    <a:cubicBezTo>
                      <a:pt x="184" y="126"/>
                      <a:pt x="184" y="126"/>
                      <a:pt x="184" y="126"/>
                    </a:cubicBezTo>
                    <a:cubicBezTo>
                      <a:pt x="184" y="126"/>
                      <a:pt x="184" y="127"/>
                      <a:pt x="183" y="128"/>
                    </a:cubicBezTo>
                    <a:cubicBezTo>
                      <a:pt x="183" y="128"/>
                      <a:pt x="183" y="128"/>
                      <a:pt x="183" y="128"/>
                    </a:cubicBezTo>
                    <a:cubicBezTo>
                      <a:pt x="183" y="128"/>
                      <a:pt x="183" y="128"/>
                      <a:pt x="183" y="128"/>
                    </a:cubicBezTo>
                    <a:cubicBezTo>
                      <a:pt x="183" y="128"/>
                      <a:pt x="183" y="128"/>
                      <a:pt x="183" y="128"/>
                    </a:cubicBezTo>
                    <a:cubicBezTo>
                      <a:pt x="182" y="128"/>
                      <a:pt x="182" y="128"/>
                      <a:pt x="182" y="127"/>
                    </a:cubicBezTo>
                    <a:close/>
                    <a:moveTo>
                      <a:pt x="193" y="120"/>
                    </a:moveTo>
                    <a:cubicBezTo>
                      <a:pt x="193" y="119"/>
                      <a:pt x="193" y="118"/>
                      <a:pt x="193" y="118"/>
                    </a:cubicBezTo>
                    <a:cubicBezTo>
                      <a:pt x="193" y="118"/>
                      <a:pt x="193" y="118"/>
                      <a:pt x="193" y="118"/>
                    </a:cubicBezTo>
                    <a:cubicBezTo>
                      <a:pt x="194" y="118"/>
                      <a:pt x="195" y="118"/>
                      <a:pt x="195" y="118"/>
                    </a:cubicBezTo>
                    <a:cubicBezTo>
                      <a:pt x="195" y="118"/>
                      <a:pt x="195" y="118"/>
                      <a:pt x="195" y="118"/>
                    </a:cubicBezTo>
                    <a:cubicBezTo>
                      <a:pt x="196" y="119"/>
                      <a:pt x="195" y="120"/>
                      <a:pt x="195" y="120"/>
                    </a:cubicBezTo>
                    <a:cubicBezTo>
                      <a:pt x="195" y="120"/>
                      <a:pt x="195" y="120"/>
                      <a:pt x="195" y="120"/>
                    </a:cubicBezTo>
                    <a:cubicBezTo>
                      <a:pt x="195" y="120"/>
                      <a:pt x="194" y="120"/>
                      <a:pt x="194" y="120"/>
                    </a:cubicBezTo>
                    <a:cubicBezTo>
                      <a:pt x="194" y="120"/>
                      <a:pt x="194" y="120"/>
                      <a:pt x="194" y="120"/>
                    </a:cubicBezTo>
                    <a:cubicBezTo>
                      <a:pt x="194" y="120"/>
                      <a:pt x="193" y="120"/>
                      <a:pt x="193" y="120"/>
                    </a:cubicBezTo>
                    <a:close/>
                    <a:moveTo>
                      <a:pt x="204" y="112"/>
                    </a:moveTo>
                    <a:cubicBezTo>
                      <a:pt x="204" y="112"/>
                      <a:pt x="204" y="111"/>
                      <a:pt x="205" y="111"/>
                    </a:cubicBezTo>
                    <a:cubicBezTo>
                      <a:pt x="205" y="111"/>
                      <a:pt x="205" y="111"/>
                      <a:pt x="205" y="111"/>
                    </a:cubicBezTo>
                    <a:cubicBezTo>
                      <a:pt x="205" y="110"/>
                      <a:pt x="206" y="110"/>
                      <a:pt x="206" y="111"/>
                    </a:cubicBezTo>
                    <a:cubicBezTo>
                      <a:pt x="206" y="111"/>
                      <a:pt x="206" y="111"/>
                      <a:pt x="206" y="111"/>
                    </a:cubicBezTo>
                    <a:cubicBezTo>
                      <a:pt x="207" y="112"/>
                      <a:pt x="207" y="112"/>
                      <a:pt x="206" y="113"/>
                    </a:cubicBezTo>
                    <a:cubicBezTo>
                      <a:pt x="206" y="113"/>
                      <a:pt x="206" y="113"/>
                      <a:pt x="206" y="113"/>
                    </a:cubicBezTo>
                    <a:cubicBezTo>
                      <a:pt x="206" y="113"/>
                      <a:pt x="206" y="113"/>
                      <a:pt x="205" y="113"/>
                    </a:cubicBezTo>
                    <a:cubicBezTo>
                      <a:pt x="205" y="113"/>
                      <a:pt x="205" y="113"/>
                      <a:pt x="205" y="113"/>
                    </a:cubicBezTo>
                    <a:cubicBezTo>
                      <a:pt x="205" y="113"/>
                      <a:pt x="205" y="113"/>
                      <a:pt x="204" y="112"/>
                    </a:cubicBezTo>
                    <a:close/>
                    <a:moveTo>
                      <a:pt x="216" y="105"/>
                    </a:moveTo>
                    <a:cubicBezTo>
                      <a:pt x="215" y="104"/>
                      <a:pt x="215" y="104"/>
                      <a:pt x="216" y="103"/>
                    </a:cubicBezTo>
                    <a:cubicBezTo>
                      <a:pt x="216" y="103"/>
                      <a:pt x="216" y="103"/>
                      <a:pt x="216" y="103"/>
                    </a:cubicBezTo>
                    <a:cubicBezTo>
                      <a:pt x="217" y="103"/>
                      <a:pt x="217" y="103"/>
                      <a:pt x="218" y="104"/>
                    </a:cubicBezTo>
                    <a:cubicBezTo>
                      <a:pt x="218" y="104"/>
                      <a:pt x="218" y="104"/>
                      <a:pt x="218" y="104"/>
                    </a:cubicBezTo>
                    <a:cubicBezTo>
                      <a:pt x="218" y="104"/>
                      <a:pt x="218" y="105"/>
                      <a:pt x="217" y="105"/>
                    </a:cubicBezTo>
                    <a:cubicBezTo>
                      <a:pt x="217" y="105"/>
                      <a:pt x="217" y="105"/>
                      <a:pt x="217" y="105"/>
                    </a:cubicBezTo>
                    <a:cubicBezTo>
                      <a:pt x="217" y="106"/>
                      <a:pt x="217" y="106"/>
                      <a:pt x="217" y="106"/>
                    </a:cubicBezTo>
                    <a:cubicBezTo>
                      <a:pt x="217" y="106"/>
                      <a:pt x="217" y="106"/>
                      <a:pt x="217" y="106"/>
                    </a:cubicBezTo>
                    <a:cubicBezTo>
                      <a:pt x="216" y="106"/>
                      <a:pt x="216" y="105"/>
                      <a:pt x="216" y="105"/>
                    </a:cubicBezTo>
                    <a:close/>
                    <a:moveTo>
                      <a:pt x="227" y="98"/>
                    </a:moveTo>
                    <a:cubicBezTo>
                      <a:pt x="226" y="97"/>
                      <a:pt x="227" y="96"/>
                      <a:pt x="227" y="96"/>
                    </a:cubicBezTo>
                    <a:cubicBezTo>
                      <a:pt x="227" y="96"/>
                      <a:pt x="227" y="96"/>
                      <a:pt x="227" y="96"/>
                    </a:cubicBezTo>
                    <a:cubicBezTo>
                      <a:pt x="228" y="95"/>
                      <a:pt x="229" y="96"/>
                      <a:pt x="229" y="96"/>
                    </a:cubicBezTo>
                    <a:cubicBezTo>
                      <a:pt x="229" y="96"/>
                      <a:pt x="229" y="96"/>
                      <a:pt x="229" y="96"/>
                    </a:cubicBezTo>
                    <a:cubicBezTo>
                      <a:pt x="230" y="97"/>
                      <a:pt x="229" y="98"/>
                      <a:pt x="229" y="98"/>
                    </a:cubicBezTo>
                    <a:cubicBezTo>
                      <a:pt x="229" y="98"/>
                      <a:pt x="229" y="98"/>
                      <a:pt x="229" y="98"/>
                    </a:cubicBezTo>
                    <a:cubicBezTo>
                      <a:pt x="228" y="98"/>
                      <a:pt x="228" y="98"/>
                      <a:pt x="228" y="98"/>
                    </a:cubicBezTo>
                    <a:cubicBezTo>
                      <a:pt x="228" y="98"/>
                      <a:pt x="228" y="98"/>
                      <a:pt x="228" y="98"/>
                    </a:cubicBezTo>
                    <a:cubicBezTo>
                      <a:pt x="228" y="98"/>
                      <a:pt x="227" y="98"/>
                      <a:pt x="227" y="98"/>
                    </a:cubicBezTo>
                    <a:close/>
                    <a:moveTo>
                      <a:pt x="238" y="90"/>
                    </a:moveTo>
                    <a:cubicBezTo>
                      <a:pt x="238" y="90"/>
                      <a:pt x="238" y="89"/>
                      <a:pt x="239" y="88"/>
                    </a:cubicBezTo>
                    <a:cubicBezTo>
                      <a:pt x="239" y="88"/>
                      <a:pt x="239" y="88"/>
                      <a:pt x="239" y="88"/>
                    </a:cubicBezTo>
                    <a:cubicBezTo>
                      <a:pt x="239" y="88"/>
                      <a:pt x="240" y="88"/>
                      <a:pt x="240" y="89"/>
                    </a:cubicBezTo>
                    <a:cubicBezTo>
                      <a:pt x="240" y="89"/>
                      <a:pt x="240" y="89"/>
                      <a:pt x="240" y="89"/>
                    </a:cubicBezTo>
                    <a:cubicBezTo>
                      <a:pt x="241" y="89"/>
                      <a:pt x="241" y="90"/>
                      <a:pt x="240" y="91"/>
                    </a:cubicBezTo>
                    <a:cubicBezTo>
                      <a:pt x="240" y="91"/>
                      <a:pt x="240" y="91"/>
                      <a:pt x="240" y="91"/>
                    </a:cubicBezTo>
                    <a:cubicBezTo>
                      <a:pt x="240" y="91"/>
                      <a:pt x="240" y="91"/>
                      <a:pt x="239" y="91"/>
                    </a:cubicBezTo>
                    <a:cubicBezTo>
                      <a:pt x="239" y="91"/>
                      <a:pt x="239" y="91"/>
                      <a:pt x="239" y="91"/>
                    </a:cubicBezTo>
                    <a:cubicBezTo>
                      <a:pt x="239" y="91"/>
                      <a:pt x="238" y="91"/>
                      <a:pt x="238" y="90"/>
                    </a:cubicBezTo>
                    <a:close/>
                    <a:moveTo>
                      <a:pt x="250" y="83"/>
                    </a:moveTo>
                    <a:cubicBezTo>
                      <a:pt x="249" y="82"/>
                      <a:pt x="249" y="81"/>
                      <a:pt x="250" y="81"/>
                    </a:cubicBezTo>
                    <a:cubicBezTo>
                      <a:pt x="250" y="81"/>
                      <a:pt x="250" y="81"/>
                      <a:pt x="250" y="81"/>
                    </a:cubicBezTo>
                    <a:cubicBezTo>
                      <a:pt x="250" y="81"/>
                      <a:pt x="251" y="81"/>
                      <a:pt x="252" y="81"/>
                    </a:cubicBezTo>
                    <a:cubicBezTo>
                      <a:pt x="252" y="81"/>
                      <a:pt x="252" y="81"/>
                      <a:pt x="252" y="81"/>
                    </a:cubicBezTo>
                    <a:cubicBezTo>
                      <a:pt x="252" y="82"/>
                      <a:pt x="252" y="83"/>
                      <a:pt x="251" y="83"/>
                    </a:cubicBezTo>
                    <a:cubicBezTo>
                      <a:pt x="251" y="83"/>
                      <a:pt x="251" y="83"/>
                      <a:pt x="251" y="83"/>
                    </a:cubicBezTo>
                    <a:cubicBezTo>
                      <a:pt x="251" y="83"/>
                      <a:pt x="251" y="84"/>
                      <a:pt x="251" y="84"/>
                    </a:cubicBezTo>
                    <a:cubicBezTo>
                      <a:pt x="251" y="84"/>
                      <a:pt x="251" y="84"/>
                      <a:pt x="251" y="84"/>
                    </a:cubicBezTo>
                    <a:cubicBezTo>
                      <a:pt x="250" y="84"/>
                      <a:pt x="250" y="83"/>
                      <a:pt x="250" y="83"/>
                    </a:cubicBezTo>
                    <a:close/>
                    <a:moveTo>
                      <a:pt x="261" y="76"/>
                    </a:moveTo>
                    <a:cubicBezTo>
                      <a:pt x="260" y="75"/>
                      <a:pt x="261" y="74"/>
                      <a:pt x="261" y="74"/>
                    </a:cubicBezTo>
                    <a:cubicBezTo>
                      <a:pt x="261" y="74"/>
                      <a:pt x="261" y="74"/>
                      <a:pt x="261" y="74"/>
                    </a:cubicBezTo>
                    <a:cubicBezTo>
                      <a:pt x="262" y="73"/>
                      <a:pt x="263" y="73"/>
                      <a:pt x="263" y="74"/>
                    </a:cubicBezTo>
                    <a:cubicBezTo>
                      <a:pt x="263" y="74"/>
                      <a:pt x="263" y="74"/>
                      <a:pt x="263" y="74"/>
                    </a:cubicBezTo>
                    <a:cubicBezTo>
                      <a:pt x="263" y="75"/>
                      <a:pt x="263" y="76"/>
                      <a:pt x="263" y="76"/>
                    </a:cubicBezTo>
                    <a:cubicBezTo>
                      <a:pt x="263" y="76"/>
                      <a:pt x="263" y="76"/>
                      <a:pt x="263" y="76"/>
                    </a:cubicBezTo>
                    <a:cubicBezTo>
                      <a:pt x="262" y="76"/>
                      <a:pt x="262" y="76"/>
                      <a:pt x="262" y="76"/>
                    </a:cubicBezTo>
                    <a:cubicBezTo>
                      <a:pt x="262" y="76"/>
                      <a:pt x="262" y="76"/>
                      <a:pt x="262" y="76"/>
                    </a:cubicBezTo>
                    <a:cubicBezTo>
                      <a:pt x="261" y="76"/>
                      <a:pt x="261" y="76"/>
                      <a:pt x="261" y="76"/>
                    </a:cubicBezTo>
                    <a:close/>
                    <a:moveTo>
                      <a:pt x="272" y="68"/>
                    </a:moveTo>
                    <a:cubicBezTo>
                      <a:pt x="272" y="68"/>
                      <a:pt x="272" y="67"/>
                      <a:pt x="272" y="66"/>
                    </a:cubicBezTo>
                    <a:cubicBezTo>
                      <a:pt x="272" y="66"/>
                      <a:pt x="272" y="66"/>
                      <a:pt x="272" y="66"/>
                    </a:cubicBezTo>
                    <a:cubicBezTo>
                      <a:pt x="273" y="66"/>
                      <a:pt x="274" y="66"/>
                      <a:pt x="274" y="67"/>
                    </a:cubicBezTo>
                    <a:cubicBezTo>
                      <a:pt x="274" y="67"/>
                      <a:pt x="274" y="67"/>
                      <a:pt x="274" y="67"/>
                    </a:cubicBezTo>
                    <a:cubicBezTo>
                      <a:pt x="275" y="67"/>
                      <a:pt x="275" y="68"/>
                      <a:pt x="274" y="69"/>
                    </a:cubicBezTo>
                    <a:cubicBezTo>
                      <a:pt x="274" y="69"/>
                      <a:pt x="274" y="69"/>
                      <a:pt x="274" y="69"/>
                    </a:cubicBezTo>
                    <a:cubicBezTo>
                      <a:pt x="274" y="69"/>
                      <a:pt x="273" y="69"/>
                      <a:pt x="273" y="69"/>
                    </a:cubicBezTo>
                    <a:cubicBezTo>
                      <a:pt x="273" y="69"/>
                      <a:pt x="273" y="69"/>
                      <a:pt x="273" y="69"/>
                    </a:cubicBezTo>
                    <a:cubicBezTo>
                      <a:pt x="273" y="69"/>
                      <a:pt x="272" y="69"/>
                      <a:pt x="272" y="68"/>
                    </a:cubicBezTo>
                    <a:close/>
                    <a:moveTo>
                      <a:pt x="283" y="61"/>
                    </a:moveTo>
                    <a:cubicBezTo>
                      <a:pt x="283" y="60"/>
                      <a:pt x="283" y="59"/>
                      <a:pt x="284" y="59"/>
                    </a:cubicBezTo>
                    <a:cubicBezTo>
                      <a:pt x="284" y="59"/>
                      <a:pt x="284" y="59"/>
                      <a:pt x="284" y="59"/>
                    </a:cubicBezTo>
                    <a:cubicBezTo>
                      <a:pt x="284" y="59"/>
                      <a:pt x="285" y="59"/>
                      <a:pt x="286" y="59"/>
                    </a:cubicBezTo>
                    <a:cubicBezTo>
                      <a:pt x="286" y="59"/>
                      <a:pt x="286" y="59"/>
                      <a:pt x="286" y="59"/>
                    </a:cubicBezTo>
                    <a:cubicBezTo>
                      <a:pt x="286" y="60"/>
                      <a:pt x="286" y="61"/>
                      <a:pt x="285" y="61"/>
                    </a:cubicBezTo>
                    <a:cubicBezTo>
                      <a:pt x="285" y="61"/>
                      <a:pt x="285" y="61"/>
                      <a:pt x="285" y="61"/>
                    </a:cubicBezTo>
                    <a:cubicBezTo>
                      <a:pt x="285" y="61"/>
                      <a:pt x="285" y="61"/>
                      <a:pt x="285" y="61"/>
                    </a:cubicBezTo>
                    <a:cubicBezTo>
                      <a:pt x="285" y="61"/>
                      <a:pt x="285" y="61"/>
                      <a:pt x="285" y="61"/>
                    </a:cubicBezTo>
                    <a:cubicBezTo>
                      <a:pt x="284" y="61"/>
                      <a:pt x="284" y="61"/>
                      <a:pt x="283" y="61"/>
                    </a:cubicBezTo>
                    <a:close/>
                    <a:moveTo>
                      <a:pt x="295" y="53"/>
                    </a:moveTo>
                    <a:cubicBezTo>
                      <a:pt x="294" y="53"/>
                      <a:pt x="294" y="52"/>
                      <a:pt x="295" y="52"/>
                    </a:cubicBezTo>
                    <a:cubicBezTo>
                      <a:pt x="295" y="52"/>
                      <a:pt x="295" y="52"/>
                      <a:pt x="295" y="52"/>
                    </a:cubicBezTo>
                    <a:cubicBezTo>
                      <a:pt x="296" y="51"/>
                      <a:pt x="297" y="51"/>
                      <a:pt x="297" y="52"/>
                    </a:cubicBezTo>
                    <a:cubicBezTo>
                      <a:pt x="297" y="52"/>
                      <a:pt x="297" y="52"/>
                      <a:pt x="297" y="52"/>
                    </a:cubicBezTo>
                    <a:cubicBezTo>
                      <a:pt x="297" y="53"/>
                      <a:pt x="297" y="53"/>
                      <a:pt x="297" y="54"/>
                    </a:cubicBezTo>
                    <a:cubicBezTo>
                      <a:pt x="297" y="54"/>
                      <a:pt x="297" y="54"/>
                      <a:pt x="297" y="54"/>
                    </a:cubicBezTo>
                    <a:cubicBezTo>
                      <a:pt x="296" y="54"/>
                      <a:pt x="296" y="54"/>
                      <a:pt x="296" y="54"/>
                    </a:cubicBezTo>
                    <a:cubicBezTo>
                      <a:pt x="296" y="54"/>
                      <a:pt x="296" y="54"/>
                      <a:pt x="296" y="54"/>
                    </a:cubicBezTo>
                    <a:cubicBezTo>
                      <a:pt x="295" y="54"/>
                      <a:pt x="295" y="54"/>
                      <a:pt x="295" y="53"/>
                    </a:cubicBezTo>
                    <a:close/>
                    <a:moveTo>
                      <a:pt x="306" y="46"/>
                    </a:moveTo>
                    <a:cubicBezTo>
                      <a:pt x="306" y="45"/>
                      <a:pt x="306" y="45"/>
                      <a:pt x="306" y="44"/>
                    </a:cubicBezTo>
                    <a:cubicBezTo>
                      <a:pt x="306" y="44"/>
                      <a:pt x="306" y="44"/>
                      <a:pt x="306" y="44"/>
                    </a:cubicBezTo>
                    <a:cubicBezTo>
                      <a:pt x="307" y="44"/>
                      <a:pt x="308" y="44"/>
                      <a:pt x="308" y="45"/>
                    </a:cubicBezTo>
                    <a:cubicBezTo>
                      <a:pt x="308" y="45"/>
                      <a:pt x="308" y="45"/>
                      <a:pt x="308" y="45"/>
                    </a:cubicBezTo>
                    <a:cubicBezTo>
                      <a:pt x="309" y="45"/>
                      <a:pt x="308" y="46"/>
                      <a:pt x="308" y="46"/>
                    </a:cubicBezTo>
                    <a:cubicBezTo>
                      <a:pt x="308" y="46"/>
                      <a:pt x="308" y="46"/>
                      <a:pt x="308" y="46"/>
                    </a:cubicBezTo>
                    <a:cubicBezTo>
                      <a:pt x="308" y="47"/>
                      <a:pt x="307" y="47"/>
                      <a:pt x="307" y="47"/>
                    </a:cubicBezTo>
                    <a:cubicBezTo>
                      <a:pt x="307" y="47"/>
                      <a:pt x="307" y="47"/>
                      <a:pt x="307" y="47"/>
                    </a:cubicBezTo>
                    <a:cubicBezTo>
                      <a:pt x="307" y="47"/>
                      <a:pt x="306" y="46"/>
                      <a:pt x="306" y="46"/>
                    </a:cubicBezTo>
                    <a:close/>
                    <a:moveTo>
                      <a:pt x="317" y="39"/>
                    </a:moveTo>
                    <a:cubicBezTo>
                      <a:pt x="317" y="38"/>
                      <a:pt x="317" y="37"/>
                      <a:pt x="318" y="37"/>
                    </a:cubicBezTo>
                    <a:cubicBezTo>
                      <a:pt x="318" y="37"/>
                      <a:pt x="318" y="37"/>
                      <a:pt x="318" y="37"/>
                    </a:cubicBezTo>
                    <a:cubicBezTo>
                      <a:pt x="318" y="36"/>
                      <a:pt x="319" y="37"/>
                      <a:pt x="320" y="37"/>
                    </a:cubicBezTo>
                    <a:cubicBezTo>
                      <a:pt x="320" y="37"/>
                      <a:pt x="320" y="37"/>
                      <a:pt x="320" y="37"/>
                    </a:cubicBezTo>
                    <a:cubicBezTo>
                      <a:pt x="320" y="38"/>
                      <a:pt x="320" y="39"/>
                      <a:pt x="319" y="39"/>
                    </a:cubicBezTo>
                    <a:cubicBezTo>
                      <a:pt x="319" y="39"/>
                      <a:pt x="319" y="39"/>
                      <a:pt x="319" y="39"/>
                    </a:cubicBezTo>
                    <a:cubicBezTo>
                      <a:pt x="319" y="39"/>
                      <a:pt x="319" y="39"/>
                      <a:pt x="318" y="39"/>
                    </a:cubicBezTo>
                    <a:cubicBezTo>
                      <a:pt x="318" y="39"/>
                      <a:pt x="318" y="39"/>
                      <a:pt x="318" y="39"/>
                    </a:cubicBezTo>
                    <a:cubicBezTo>
                      <a:pt x="318" y="39"/>
                      <a:pt x="318" y="39"/>
                      <a:pt x="317" y="39"/>
                    </a:cubicBezTo>
                    <a:close/>
                    <a:moveTo>
                      <a:pt x="329" y="31"/>
                    </a:moveTo>
                    <a:cubicBezTo>
                      <a:pt x="328" y="31"/>
                      <a:pt x="328" y="30"/>
                      <a:pt x="329" y="30"/>
                    </a:cubicBezTo>
                    <a:cubicBezTo>
                      <a:pt x="329" y="30"/>
                      <a:pt x="329" y="30"/>
                      <a:pt x="329" y="30"/>
                    </a:cubicBezTo>
                    <a:cubicBezTo>
                      <a:pt x="330" y="29"/>
                      <a:pt x="330" y="29"/>
                      <a:pt x="331" y="30"/>
                    </a:cubicBezTo>
                    <a:cubicBezTo>
                      <a:pt x="331" y="30"/>
                      <a:pt x="331" y="30"/>
                      <a:pt x="331" y="30"/>
                    </a:cubicBezTo>
                    <a:cubicBezTo>
                      <a:pt x="331" y="31"/>
                      <a:pt x="331" y="31"/>
                      <a:pt x="331" y="32"/>
                    </a:cubicBezTo>
                    <a:cubicBezTo>
                      <a:pt x="331" y="32"/>
                      <a:pt x="331" y="32"/>
                      <a:pt x="331" y="32"/>
                    </a:cubicBezTo>
                    <a:cubicBezTo>
                      <a:pt x="330" y="32"/>
                      <a:pt x="330" y="32"/>
                      <a:pt x="330" y="32"/>
                    </a:cubicBezTo>
                    <a:cubicBezTo>
                      <a:pt x="330" y="32"/>
                      <a:pt x="330" y="32"/>
                      <a:pt x="330" y="32"/>
                    </a:cubicBezTo>
                    <a:cubicBezTo>
                      <a:pt x="329" y="32"/>
                      <a:pt x="329" y="32"/>
                      <a:pt x="329" y="31"/>
                    </a:cubicBezTo>
                    <a:close/>
                    <a:moveTo>
                      <a:pt x="340" y="24"/>
                    </a:moveTo>
                    <a:cubicBezTo>
                      <a:pt x="340" y="23"/>
                      <a:pt x="340" y="23"/>
                      <a:pt x="340" y="22"/>
                    </a:cubicBezTo>
                    <a:cubicBezTo>
                      <a:pt x="340" y="22"/>
                      <a:pt x="340" y="22"/>
                      <a:pt x="340" y="22"/>
                    </a:cubicBezTo>
                    <a:cubicBezTo>
                      <a:pt x="341" y="22"/>
                      <a:pt x="342" y="22"/>
                      <a:pt x="342" y="23"/>
                    </a:cubicBezTo>
                    <a:cubicBezTo>
                      <a:pt x="342" y="23"/>
                      <a:pt x="342" y="23"/>
                      <a:pt x="342" y="23"/>
                    </a:cubicBezTo>
                    <a:cubicBezTo>
                      <a:pt x="343" y="23"/>
                      <a:pt x="342" y="24"/>
                      <a:pt x="342" y="24"/>
                    </a:cubicBezTo>
                    <a:cubicBezTo>
                      <a:pt x="342" y="24"/>
                      <a:pt x="342" y="24"/>
                      <a:pt x="342" y="24"/>
                    </a:cubicBezTo>
                    <a:cubicBezTo>
                      <a:pt x="342" y="25"/>
                      <a:pt x="341" y="25"/>
                      <a:pt x="341" y="25"/>
                    </a:cubicBezTo>
                    <a:cubicBezTo>
                      <a:pt x="341" y="25"/>
                      <a:pt x="341" y="25"/>
                      <a:pt x="341" y="25"/>
                    </a:cubicBezTo>
                    <a:cubicBezTo>
                      <a:pt x="341" y="25"/>
                      <a:pt x="340" y="24"/>
                      <a:pt x="340" y="24"/>
                    </a:cubicBezTo>
                    <a:close/>
                    <a:moveTo>
                      <a:pt x="351" y="17"/>
                    </a:moveTo>
                    <a:cubicBezTo>
                      <a:pt x="351" y="16"/>
                      <a:pt x="351" y="15"/>
                      <a:pt x="352" y="15"/>
                    </a:cubicBezTo>
                    <a:cubicBezTo>
                      <a:pt x="352" y="15"/>
                      <a:pt x="352" y="15"/>
                      <a:pt x="352" y="15"/>
                    </a:cubicBezTo>
                    <a:cubicBezTo>
                      <a:pt x="352" y="14"/>
                      <a:pt x="353" y="15"/>
                      <a:pt x="354" y="15"/>
                    </a:cubicBezTo>
                    <a:cubicBezTo>
                      <a:pt x="354" y="15"/>
                      <a:pt x="354" y="15"/>
                      <a:pt x="354" y="15"/>
                    </a:cubicBezTo>
                    <a:cubicBezTo>
                      <a:pt x="354" y="16"/>
                      <a:pt x="354" y="17"/>
                      <a:pt x="353" y="17"/>
                    </a:cubicBezTo>
                    <a:cubicBezTo>
                      <a:pt x="353" y="17"/>
                      <a:pt x="353" y="17"/>
                      <a:pt x="353" y="17"/>
                    </a:cubicBezTo>
                    <a:cubicBezTo>
                      <a:pt x="353" y="17"/>
                      <a:pt x="353" y="17"/>
                      <a:pt x="352" y="17"/>
                    </a:cubicBezTo>
                    <a:cubicBezTo>
                      <a:pt x="352" y="17"/>
                      <a:pt x="352" y="17"/>
                      <a:pt x="352" y="17"/>
                    </a:cubicBezTo>
                    <a:cubicBezTo>
                      <a:pt x="352" y="17"/>
                      <a:pt x="352" y="17"/>
                      <a:pt x="351" y="17"/>
                    </a:cubicBezTo>
                    <a:close/>
                    <a:moveTo>
                      <a:pt x="363" y="9"/>
                    </a:moveTo>
                    <a:cubicBezTo>
                      <a:pt x="362" y="9"/>
                      <a:pt x="362" y="8"/>
                      <a:pt x="363" y="7"/>
                    </a:cubicBezTo>
                    <a:cubicBezTo>
                      <a:pt x="363" y="7"/>
                      <a:pt x="363" y="7"/>
                      <a:pt x="363" y="7"/>
                    </a:cubicBezTo>
                    <a:cubicBezTo>
                      <a:pt x="364" y="7"/>
                      <a:pt x="364" y="7"/>
                      <a:pt x="365" y="8"/>
                    </a:cubicBezTo>
                    <a:cubicBezTo>
                      <a:pt x="365" y="8"/>
                      <a:pt x="365" y="8"/>
                      <a:pt x="365" y="8"/>
                    </a:cubicBezTo>
                    <a:cubicBezTo>
                      <a:pt x="365" y="8"/>
                      <a:pt x="365" y="9"/>
                      <a:pt x="364" y="10"/>
                    </a:cubicBezTo>
                    <a:cubicBezTo>
                      <a:pt x="364" y="10"/>
                      <a:pt x="364" y="10"/>
                      <a:pt x="364" y="10"/>
                    </a:cubicBezTo>
                    <a:cubicBezTo>
                      <a:pt x="364" y="10"/>
                      <a:pt x="364" y="10"/>
                      <a:pt x="364" y="10"/>
                    </a:cubicBezTo>
                    <a:cubicBezTo>
                      <a:pt x="364" y="10"/>
                      <a:pt x="364" y="10"/>
                      <a:pt x="364" y="10"/>
                    </a:cubicBezTo>
                    <a:cubicBezTo>
                      <a:pt x="363" y="10"/>
                      <a:pt x="363" y="10"/>
                      <a:pt x="363" y="9"/>
                    </a:cubicBezTo>
                    <a:close/>
                    <a:moveTo>
                      <a:pt x="374" y="2"/>
                    </a:moveTo>
                    <a:cubicBezTo>
                      <a:pt x="373" y="1"/>
                      <a:pt x="374" y="0"/>
                      <a:pt x="374" y="0"/>
                    </a:cubicBezTo>
                    <a:cubicBezTo>
                      <a:pt x="374" y="0"/>
                      <a:pt x="374" y="0"/>
                      <a:pt x="374" y="0"/>
                    </a:cubicBezTo>
                    <a:cubicBezTo>
                      <a:pt x="375" y="0"/>
                      <a:pt x="376" y="0"/>
                      <a:pt x="376" y="0"/>
                    </a:cubicBezTo>
                    <a:cubicBezTo>
                      <a:pt x="376" y="0"/>
                      <a:pt x="376" y="0"/>
                      <a:pt x="376" y="0"/>
                    </a:cubicBezTo>
                    <a:cubicBezTo>
                      <a:pt x="377" y="1"/>
                      <a:pt x="376" y="2"/>
                      <a:pt x="376" y="2"/>
                    </a:cubicBezTo>
                    <a:cubicBezTo>
                      <a:pt x="376" y="2"/>
                      <a:pt x="376" y="2"/>
                      <a:pt x="376" y="2"/>
                    </a:cubicBezTo>
                    <a:cubicBezTo>
                      <a:pt x="376" y="2"/>
                      <a:pt x="375" y="3"/>
                      <a:pt x="375" y="3"/>
                    </a:cubicBezTo>
                    <a:cubicBezTo>
                      <a:pt x="375" y="3"/>
                      <a:pt x="375" y="3"/>
                      <a:pt x="375" y="3"/>
                    </a:cubicBezTo>
                    <a:cubicBezTo>
                      <a:pt x="375" y="3"/>
                      <a:pt x="374" y="2"/>
                      <a:pt x="374"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2" name="Google Shape;1242;p22"/>
              <p:cNvSpPr/>
              <p:nvPr/>
            </p:nvSpPr>
            <p:spPr>
              <a:xfrm>
                <a:off x="11244892" y="5123909"/>
                <a:ext cx="19581" cy="19580"/>
              </a:xfrm>
              <a:custGeom>
                <a:avLst/>
                <a:gdLst/>
                <a:ahLst/>
                <a:cxnLst/>
                <a:rect l="l" t="t" r="r" b="b"/>
                <a:pathLst>
                  <a:path w="3" h="3" extrusionOk="0">
                    <a:moveTo>
                      <a:pt x="2" y="3"/>
                    </a:moveTo>
                    <a:cubicBezTo>
                      <a:pt x="1" y="3"/>
                      <a:pt x="1" y="3"/>
                      <a:pt x="1" y="3"/>
                    </a:cubicBezTo>
                    <a:cubicBezTo>
                      <a:pt x="0" y="2"/>
                      <a:pt x="0" y="2"/>
                      <a:pt x="0" y="2"/>
                    </a:cubicBezTo>
                    <a:cubicBezTo>
                      <a:pt x="0" y="1"/>
                      <a:pt x="0" y="1"/>
                      <a:pt x="1" y="1"/>
                    </a:cubicBezTo>
                    <a:cubicBezTo>
                      <a:pt x="1" y="1"/>
                      <a:pt x="1" y="0"/>
                      <a:pt x="1" y="0"/>
                    </a:cubicBezTo>
                    <a:cubicBezTo>
                      <a:pt x="1" y="0"/>
                      <a:pt x="2" y="0"/>
                      <a:pt x="2" y="0"/>
                    </a:cubicBezTo>
                    <a:cubicBezTo>
                      <a:pt x="2" y="0"/>
                      <a:pt x="2" y="1"/>
                      <a:pt x="2" y="1"/>
                    </a:cubicBezTo>
                    <a:cubicBezTo>
                      <a:pt x="3" y="1"/>
                      <a:pt x="3" y="1"/>
                      <a:pt x="3" y="1"/>
                    </a:cubicBezTo>
                    <a:cubicBezTo>
                      <a:pt x="3" y="1"/>
                      <a:pt x="3" y="1"/>
                      <a:pt x="3" y="2"/>
                    </a:cubicBezTo>
                    <a:cubicBezTo>
                      <a:pt x="3" y="2"/>
                      <a:pt x="3" y="2"/>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3" name="Google Shape;1243;p22"/>
              <p:cNvSpPr/>
              <p:nvPr/>
            </p:nvSpPr>
            <p:spPr>
              <a:xfrm>
                <a:off x="13841273" y="3526140"/>
                <a:ext cx="19581" cy="15664"/>
              </a:xfrm>
              <a:custGeom>
                <a:avLst/>
                <a:gdLst/>
                <a:ahLst/>
                <a:cxnLst/>
                <a:rect l="l" t="t" r="r" b="b"/>
                <a:pathLst>
                  <a:path w="3" h="3" extrusionOk="0">
                    <a:moveTo>
                      <a:pt x="2" y="3"/>
                    </a:moveTo>
                    <a:cubicBezTo>
                      <a:pt x="1" y="3"/>
                      <a:pt x="1" y="3"/>
                      <a:pt x="1" y="3"/>
                    </a:cubicBezTo>
                    <a:cubicBezTo>
                      <a:pt x="0" y="3"/>
                      <a:pt x="0" y="2"/>
                      <a:pt x="0" y="2"/>
                    </a:cubicBezTo>
                    <a:cubicBezTo>
                      <a:pt x="0" y="1"/>
                      <a:pt x="0" y="1"/>
                      <a:pt x="1" y="1"/>
                    </a:cubicBezTo>
                    <a:cubicBezTo>
                      <a:pt x="1" y="1"/>
                      <a:pt x="1" y="1"/>
                      <a:pt x="1" y="1"/>
                    </a:cubicBezTo>
                    <a:cubicBezTo>
                      <a:pt x="2" y="0"/>
                      <a:pt x="2" y="0"/>
                      <a:pt x="3" y="1"/>
                    </a:cubicBezTo>
                    <a:cubicBezTo>
                      <a:pt x="3" y="1"/>
                      <a:pt x="3" y="1"/>
                      <a:pt x="3" y="2"/>
                    </a:cubicBezTo>
                    <a:cubicBezTo>
                      <a:pt x="3" y="2"/>
                      <a:pt x="3" y="3"/>
                      <a:pt x="3" y="3"/>
                    </a:cubicBezTo>
                    <a:cubicBezTo>
                      <a:pt x="2" y="3"/>
                      <a:pt x="2" y="3"/>
                      <a:pt x="2" y="3"/>
                    </a:cubicBezTo>
                    <a:cubicBezTo>
                      <a:pt x="2" y="3"/>
                      <a:pt x="2" y="3"/>
                      <a:pt x="2"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4" name="Google Shape;1244;p22"/>
              <p:cNvSpPr/>
              <p:nvPr/>
            </p:nvSpPr>
            <p:spPr>
              <a:xfrm>
                <a:off x="11460278" y="3573133"/>
                <a:ext cx="2334003" cy="1527278"/>
              </a:xfrm>
              <a:custGeom>
                <a:avLst/>
                <a:gdLst/>
                <a:ahLst/>
                <a:cxnLst/>
                <a:rect l="l" t="t" r="r" b="b"/>
                <a:pathLst>
                  <a:path w="376" h="246" extrusionOk="0">
                    <a:moveTo>
                      <a:pt x="0" y="245"/>
                    </a:moveTo>
                    <a:cubicBezTo>
                      <a:pt x="0" y="244"/>
                      <a:pt x="0" y="244"/>
                      <a:pt x="0" y="243"/>
                    </a:cubicBezTo>
                    <a:cubicBezTo>
                      <a:pt x="0" y="243"/>
                      <a:pt x="0" y="243"/>
                      <a:pt x="0" y="243"/>
                    </a:cubicBezTo>
                    <a:cubicBezTo>
                      <a:pt x="1" y="243"/>
                      <a:pt x="2" y="243"/>
                      <a:pt x="2" y="244"/>
                    </a:cubicBezTo>
                    <a:cubicBezTo>
                      <a:pt x="2" y="244"/>
                      <a:pt x="2" y="244"/>
                      <a:pt x="2" y="244"/>
                    </a:cubicBezTo>
                    <a:cubicBezTo>
                      <a:pt x="3" y="244"/>
                      <a:pt x="3" y="245"/>
                      <a:pt x="2" y="245"/>
                    </a:cubicBezTo>
                    <a:cubicBezTo>
                      <a:pt x="2" y="245"/>
                      <a:pt x="2" y="245"/>
                      <a:pt x="2" y="245"/>
                    </a:cubicBezTo>
                    <a:cubicBezTo>
                      <a:pt x="2" y="246"/>
                      <a:pt x="1" y="246"/>
                      <a:pt x="1" y="246"/>
                    </a:cubicBezTo>
                    <a:cubicBezTo>
                      <a:pt x="1" y="246"/>
                      <a:pt x="1" y="246"/>
                      <a:pt x="1" y="246"/>
                    </a:cubicBezTo>
                    <a:cubicBezTo>
                      <a:pt x="1" y="246"/>
                      <a:pt x="0" y="245"/>
                      <a:pt x="0" y="245"/>
                    </a:cubicBezTo>
                    <a:close/>
                    <a:moveTo>
                      <a:pt x="11" y="238"/>
                    </a:moveTo>
                    <a:cubicBezTo>
                      <a:pt x="11" y="237"/>
                      <a:pt x="11" y="236"/>
                      <a:pt x="12" y="236"/>
                    </a:cubicBezTo>
                    <a:cubicBezTo>
                      <a:pt x="12" y="236"/>
                      <a:pt x="12" y="236"/>
                      <a:pt x="12" y="236"/>
                    </a:cubicBezTo>
                    <a:cubicBezTo>
                      <a:pt x="12" y="235"/>
                      <a:pt x="13" y="236"/>
                      <a:pt x="14" y="236"/>
                    </a:cubicBezTo>
                    <a:cubicBezTo>
                      <a:pt x="14" y="236"/>
                      <a:pt x="14" y="236"/>
                      <a:pt x="14" y="236"/>
                    </a:cubicBezTo>
                    <a:cubicBezTo>
                      <a:pt x="14" y="237"/>
                      <a:pt x="14" y="238"/>
                      <a:pt x="13" y="238"/>
                    </a:cubicBezTo>
                    <a:cubicBezTo>
                      <a:pt x="13" y="238"/>
                      <a:pt x="13" y="238"/>
                      <a:pt x="13" y="238"/>
                    </a:cubicBezTo>
                    <a:cubicBezTo>
                      <a:pt x="13" y="238"/>
                      <a:pt x="13" y="238"/>
                      <a:pt x="12" y="238"/>
                    </a:cubicBezTo>
                    <a:cubicBezTo>
                      <a:pt x="12" y="238"/>
                      <a:pt x="12" y="238"/>
                      <a:pt x="12" y="238"/>
                    </a:cubicBezTo>
                    <a:cubicBezTo>
                      <a:pt x="12" y="238"/>
                      <a:pt x="12" y="238"/>
                      <a:pt x="11" y="238"/>
                    </a:cubicBezTo>
                    <a:close/>
                    <a:moveTo>
                      <a:pt x="23" y="230"/>
                    </a:moveTo>
                    <a:cubicBezTo>
                      <a:pt x="22" y="230"/>
                      <a:pt x="22" y="229"/>
                      <a:pt x="23" y="228"/>
                    </a:cubicBezTo>
                    <a:cubicBezTo>
                      <a:pt x="23" y="228"/>
                      <a:pt x="23" y="228"/>
                      <a:pt x="23" y="228"/>
                    </a:cubicBezTo>
                    <a:cubicBezTo>
                      <a:pt x="24" y="228"/>
                      <a:pt x="24" y="228"/>
                      <a:pt x="25" y="229"/>
                    </a:cubicBezTo>
                    <a:cubicBezTo>
                      <a:pt x="25" y="229"/>
                      <a:pt x="25" y="229"/>
                      <a:pt x="25" y="229"/>
                    </a:cubicBezTo>
                    <a:cubicBezTo>
                      <a:pt x="25" y="229"/>
                      <a:pt x="25" y="230"/>
                      <a:pt x="25" y="231"/>
                    </a:cubicBezTo>
                    <a:cubicBezTo>
                      <a:pt x="25" y="231"/>
                      <a:pt x="25" y="231"/>
                      <a:pt x="25" y="231"/>
                    </a:cubicBezTo>
                    <a:cubicBezTo>
                      <a:pt x="24" y="231"/>
                      <a:pt x="24" y="231"/>
                      <a:pt x="24" y="231"/>
                    </a:cubicBezTo>
                    <a:cubicBezTo>
                      <a:pt x="24" y="231"/>
                      <a:pt x="24" y="231"/>
                      <a:pt x="24" y="231"/>
                    </a:cubicBezTo>
                    <a:cubicBezTo>
                      <a:pt x="23" y="231"/>
                      <a:pt x="23" y="231"/>
                      <a:pt x="23" y="230"/>
                    </a:cubicBezTo>
                    <a:close/>
                    <a:moveTo>
                      <a:pt x="34" y="223"/>
                    </a:moveTo>
                    <a:cubicBezTo>
                      <a:pt x="34" y="222"/>
                      <a:pt x="34" y="221"/>
                      <a:pt x="34" y="221"/>
                    </a:cubicBezTo>
                    <a:cubicBezTo>
                      <a:pt x="34" y="221"/>
                      <a:pt x="34" y="221"/>
                      <a:pt x="34" y="221"/>
                    </a:cubicBezTo>
                    <a:cubicBezTo>
                      <a:pt x="35" y="221"/>
                      <a:pt x="36" y="221"/>
                      <a:pt x="36" y="221"/>
                    </a:cubicBezTo>
                    <a:cubicBezTo>
                      <a:pt x="36" y="221"/>
                      <a:pt x="36" y="221"/>
                      <a:pt x="36" y="221"/>
                    </a:cubicBezTo>
                    <a:cubicBezTo>
                      <a:pt x="37" y="222"/>
                      <a:pt x="36" y="223"/>
                      <a:pt x="36" y="223"/>
                    </a:cubicBezTo>
                    <a:cubicBezTo>
                      <a:pt x="36" y="223"/>
                      <a:pt x="36" y="223"/>
                      <a:pt x="36" y="223"/>
                    </a:cubicBezTo>
                    <a:cubicBezTo>
                      <a:pt x="36" y="223"/>
                      <a:pt x="35" y="223"/>
                      <a:pt x="35" y="223"/>
                    </a:cubicBezTo>
                    <a:cubicBezTo>
                      <a:pt x="35" y="223"/>
                      <a:pt x="35" y="223"/>
                      <a:pt x="35" y="223"/>
                    </a:cubicBezTo>
                    <a:cubicBezTo>
                      <a:pt x="35" y="223"/>
                      <a:pt x="34" y="223"/>
                      <a:pt x="34" y="223"/>
                    </a:cubicBezTo>
                    <a:close/>
                    <a:moveTo>
                      <a:pt x="45" y="216"/>
                    </a:moveTo>
                    <a:cubicBezTo>
                      <a:pt x="45" y="215"/>
                      <a:pt x="45" y="214"/>
                      <a:pt x="46" y="214"/>
                    </a:cubicBezTo>
                    <a:cubicBezTo>
                      <a:pt x="46" y="214"/>
                      <a:pt x="46" y="214"/>
                      <a:pt x="46" y="214"/>
                    </a:cubicBezTo>
                    <a:cubicBezTo>
                      <a:pt x="46" y="213"/>
                      <a:pt x="47" y="213"/>
                      <a:pt x="48" y="214"/>
                    </a:cubicBezTo>
                    <a:cubicBezTo>
                      <a:pt x="48" y="214"/>
                      <a:pt x="48" y="214"/>
                      <a:pt x="48" y="214"/>
                    </a:cubicBezTo>
                    <a:cubicBezTo>
                      <a:pt x="48" y="215"/>
                      <a:pt x="48" y="215"/>
                      <a:pt x="47" y="216"/>
                    </a:cubicBezTo>
                    <a:cubicBezTo>
                      <a:pt x="47" y="216"/>
                      <a:pt x="47" y="216"/>
                      <a:pt x="47" y="216"/>
                    </a:cubicBezTo>
                    <a:cubicBezTo>
                      <a:pt x="47" y="216"/>
                      <a:pt x="47" y="216"/>
                      <a:pt x="46" y="216"/>
                    </a:cubicBezTo>
                    <a:cubicBezTo>
                      <a:pt x="46" y="216"/>
                      <a:pt x="46" y="216"/>
                      <a:pt x="46" y="216"/>
                    </a:cubicBezTo>
                    <a:cubicBezTo>
                      <a:pt x="46" y="216"/>
                      <a:pt x="46" y="216"/>
                      <a:pt x="45" y="216"/>
                    </a:cubicBezTo>
                    <a:close/>
                    <a:moveTo>
                      <a:pt x="57" y="208"/>
                    </a:moveTo>
                    <a:cubicBezTo>
                      <a:pt x="56" y="208"/>
                      <a:pt x="56" y="207"/>
                      <a:pt x="57" y="206"/>
                    </a:cubicBezTo>
                    <a:cubicBezTo>
                      <a:pt x="57" y="206"/>
                      <a:pt x="57" y="206"/>
                      <a:pt x="57" y="206"/>
                    </a:cubicBezTo>
                    <a:cubicBezTo>
                      <a:pt x="58" y="206"/>
                      <a:pt x="58" y="206"/>
                      <a:pt x="59" y="207"/>
                    </a:cubicBezTo>
                    <a:cubicBezTo>
                      <a:pt x="59" y="207"/>
                      <a:pt x="59" y="207"/>
                      <a:pt x="59" y="207"/>
                    </a:cubicBezTo>
                    <a:cubicBezTo>
                      <a:pt x="59" y="207"/>
                      <a:pt x="59" y="208"/>
                      <a:pt x="58" y="209"/>
                    </a:cubicBezTo>
                    <a:cubicBezTo>
                      <a:pt x="58" y="209"/>
                      <a:pt x="58" y="209"/>
                      <a:pt x="58" y="209"/>
                    </a:cubicBezTo>
                    <a:cubicBezTo>
                      <a:pt x="58" y="209"/>
                      <a:pt x="58" y="209"/>
                      <a:pt x="58" y="209"/>
                    </a:cubicBezTo>
                    <a:cubicBezTo>
                      <a:pt x="58" y="209"/>
                      <a:pt x="58" y="209"/>
                      <a:pt x="58" y="209"/>
                    </a:cubicBezTo>
                    <a:cubicBezTo>
                      <a:pt x="57" y="209"/>
                      <a:pt x="57" y="209"/>
                      <a:pt x="57" y="208"/>
                    </a:cubicBezTo>
                    <a:close/>
                    <a:moveTo>
                      <a:pt x="68" y="201"/>
                    </a:moveTo>
                    <a:cubicBezTo>
                      <a:pt x="68" y="200"/>
                      <a:pt x="68" y="199"/>
                      <a:pt x="68" y="199"/>
                    </a:cubicBezTo>
                    <a:cubicBezTo>
                      <a:pt x="68" y="199"/>
                      <a:pt x="68" y="199"/>
                      <a:pt x="68" y="199"/>
                    </a:cubicBezTo>
                    <a:cubicBezTo>
                      <a:pt x="69" y="199"/>
                      <a:pt x="70" y="199"/>
                      <a:pt x="70" y="199"/>
                    </a:cubicBezTo>
                    <a:cubicBezTo>
                      <a:pt x="70" y="199"/>
                      <a:pt x="70" y="199"/>
                      <a:pt x="70" y="199"/>
                    </a:cubicBezTo>
                    <a:cubicBezTo>
                      <a:pt x="71" y="200"/>
                      <a:pt x="70" y="201"/>
                      <a:pt x="70" y="201"/>
                    </a:cubicBezTo>
                    <a:cubicBezTo>
                      <a:pt x="70" y="201"/>
                      <a:pt x="70" y="201"/>
                      <a:pt x="70" y="201"/>
                    </a:cubicBezTo>
                    <a:cubicBezTo>
                      <a:pt x="70" y="201"/>
                      <a:pt x="69" y="201"/>
                      <a:pt x="69" y="201"/>
                    </a:cubicBezTo>
                    <a:cubicBezTo>
                      <a:pt x="69" y="201"/>
                      <a:pt x="69" y="201"/>
                      <a:pt x="69" y="201"/>
                    </a:cubicBezTo>
                    <a:cubicBezTo>
                      <a:pt x="69" y="201"/>
                      <a:pt x="68" y="201"/>
                      <a:pt x="68" y="201"/>
                    </a:cubicBezTo>
                    <a:close/>
                    <a:moveTo>
                      <a:pt x="79" y="193"/>
                    </a:moveTo>
                    <a:cubicBezTo>
                      <a:pt x="79" y="193"/>
                      <a:pt x="79" y="192"/>
                      <a:pt x="80" y="192"/>
                    </a:cubicBezTo>
                    <a:cubicBezTo>
                      <a:pt x="80" y="192"/>
                      <a:pt x="80" y="192"/>
                      <a:pt x="80" y="192"/>
                    </a:cubicBezTo>
                    <a:cubicBezTo>
                      <a:pt x="80" y="191"/>
                      <a:pt x="81" y="191"/>
                      <a:pt x="81" y="192"/>
                    </a:cubicBezTo>
                    <a:cubicBezTo>
                      <a:pt x="81" y="192"/>
                      <a:pt x="81" y="192"/>
                      <a:pt x="81" y="192"/>
                    </a:cubicBezTo>
                    <a:cubicBezTo>
                      <a:pt x="82" y="193"/>
                      <a:pt x="82" y="193"/>
                      <a:pt x="81" y="194"/>
                    </a:cubicBezTo>
                    <a:cubicBezTo>
                      <a:pt x="81" y="194"/>
                      <a:pt x="81" y="194"/>
                      <a:pt x="81" y="194"/>
                    </a:cubicBezTo>
                    <a:cubicBezTo>
                      <a:pt x="81" y="194"/>
                      <a:pt x="81" y="194"/>
                      <a:pt x="80" y="194"/>
                    </a:cubicBezTo>
                    <a:cubicBezTo>
                      <a:pt x="80" y="194"/>
                      <a:pt x="80" y="194"/>
                      <a:pt x="80" y="194"/>
                    </a:cubicBezTo>
                    <a:cubicBezTo>
                      <a:pt x="80" y="194"/>
                      <a:pt x="79" y="194"/>
                      <a:pt x="79" y="193"/>
                    </a:cubicBezTo>
                    <a:close/>
                    <a:moveTo>
                      <a:pt x="91" y="186"/>
                    </a:moveTo>
                    <a:cubicBezTo>
                      <a:pt x="90" y="185"/>
                      <a:pt x="90" y="185"/>
                      <a:pt x="91" y="184"/>
                    </a:cubicBezTo>
                    <a:cubicBezTo>
                      <a:pt x="91" y="184"/>
                      <a:pt x="91" y="184"/>
                      <a:pt x="91" y="184"/>
                    </a:cubicBezTo>
                    <a:cubicBezTo>
                      <a:pt x="92" y="184"/>
                      <a:pt x="92" y="184"/>
                      <a:pt x="93" y="185"/>
                    </a:cubicBezTo>
                    <a:cubicBezTo>
                      <a:pt x="93" y="185"/>
                      <a:pt x="93" y="185"/>
                      <a:pt x="93" y="185"/>
                    </a:cubicBezTo>
                    <a:cubicBezTo>
                      <a:pt x="93" y="185"/>
                      <a:pt x="93" y="186"/>
                      <a:pt x="92" y="186"/>
                    </a:cubicBezTo>
                    <a:cubicBezTo>
                      <a:pt x="92" y="186"/>
                      <a:pt x="92" y="186"/>
                      <a:pt x="92" y="186"/>
                    </a:cubicBezTo>
                    <a:cubicBezTo>
                      <a:pt x="92" y="187"/>
                      <a:pt x="92" y="187"/>
                      <a:pt x="92" y="187"/>
                    </a:cubicBezTo>
                    <a:cubicBezTo>
                      <a:pt x="92" y="187"/>
                      <a:pt x="92" y="187"/>
                      <a:pt x="92" y="187"/>
                    </a:cubicBezTo>
                    <a:cubicBezTo>
                      <a:pt x="91" y="187"/>
                      <a:pt x="91" y="186"/>
                      <a:pt x="91" y="186"/>
                    </a:cubicBezTo>
                    <a:close/>
                    <a:moveTo>
                      <a:pt x="102" y="179"/>
                    </a:moveTo>
                    <a:cubicBezTo>
                      <a:pt x="101" y="178"/>
                      <a:pt x="102" y="177"/>
                      <a:pt x="102" y="177"/>
                    </a:cubicBezTo>
                    <a:cubicBezTo>
                      <a:pt x="102" y="177"/>
                      <a:pt x="102" y="177"/>
                      <a:pt x="102" y="177"/>
                    </a:cubicBezTo>
                    <a:cubicBezTo>
                      <a:pt x="103" y="176"/>
                      <a:pt x="104" y="177"/>
                      <a:pt x="104" y="177"/>
                    </a:cubicBezTo>
                    <a:cubicBezTo>
                      <a:pt x="104" y="177"/>
                      <a:pt x="104" y="177"/>
                      <a:pt x="104" y="177"/>
                    </a:cubicBezTo>
                    <a:cubicBezTo>
                      <a:pt x="104" y="178"/>
                      <a:pt x="104" y="179"/>
                      <a:pt x="104" y="179"/>
                    </a:cubicBezTo>
                    <a:cubicBezTo>
                      <a:pt x="104" y="179"/>
                      <a:pt x="104" y="179"/>
                      <a:pt x="104" y="179"/>
                    </a:cubicBezTo>
                    <a:cubicBezTo>
                      <a:pt x="103" y="179"/>
                      <a:pt x="103" y="179"/>
                      <a:pt x="103" y="179"/>
                    </a:cubicBezTo>
                    <a:cubicBezTo>
                      <a:pt x="103" y="179"/>
                      <a:pt x="103" y="179"/>
                      <a:pt x="103" y="179"/>
                    </a:cubicBezTo>
                    <a:cubicBezTo>
                      <a:pt x="103" y="179"/>
                      <a:pt x="102" y="179"/>
                      <a:pt x="102" y="179"/>
                    </a:cubicBezTo>
                    <a:close/>
                    <a:moveTo>
                      <a:pt x="113" y="171"/>
                    </a:moveTo>
                    <a:cubicBezTo>
                      <a:pt x="113" y="171"/>
                      <a:pt x="113" y="170"/>
                      <a:pt x="114" y="169"/>
                    </a:cubicBezTo>
                    <a:cubicBezTo>
                      <a:pt x="114" y="169"/>
                      <a:pt x="114" y="169"/>
                      <a:pt x="114" y="169"/>
                    </a:cubicBezTo>
                    <a:cubicBezTo>
                      <a:pt x="114" y="169"/>
                      <a:pt x="115" y="169"/>
                      <a:pt x="115" y="170"/>
                    </a:cubicBezTo>
                    <a:cubicBezTo>
                      <a:pt x="115" y="170"/>
                      <a:pt x="115" y="170"/>
                      <a:pt x="115" y="170"/>
                    </a:cubicBezTo>
                    <a:cubicBezTo>
                      <a:pt x="116" y="170"/>
                      <a:pt x="116" y="171"/>
                      <a:pt x="115" y="172"/>
                    </a:cubicBezTo>
                    <a:cubicBezTo>
                      <a:pt x="115" y="172"/>
                      <a:pt x="115" y="172"/>
                      <a:pt x="115" y="172"/>
                    </a:cubicBezTo>
                    <a:cubicBezTo>
                      <a:pt x="115" y="172"/>
                      <a:pt x="114" y="172"/>
                      <a:pt x="114" y="172"/>
                    </a:cubicBezTo>
                    <a:cubicBezTo>
                      <a:pt x="114" y="172"/>
                      <a:pt x="114" y="172"/>
                      <a:pt x="114" y="172"/>
                    </a:cubicBezTo>
                    <a:cubicBezTo>
                      <a:pt x="114" y="172"/>
                      <a:pt x="113" y="172"/>
                      <a:pt x="113" y="171"/>
                    </a:cubicBezTo>
                    <a:close/>
                    <a:moveTo>
                      <a:pt x="124" y="164"/>
                    </a:moveTo>
                    <a:cubicBezTo>
                      <a:pt x="124" y="163"/>
                      <a:pt x="124" y="162"/>
                      <a:pt x="125" y="162"/>
                    </a:cubicBezTo>
                    <a:cubicBezTo>
                      <a:pt x="125" y="162"/>
                      <a:pt x="125" y="162"/>
                      <a:pt x="125" y="162"/>
                    </a:cubicBezTo>
                    <a:cubicBezTo>
                      <a:pt x="125" y="162"/>
                      <a:pt x="126" y="162"/>
                      <a:pt x="127" y="162"/>
                    </a:cubicBezTo>
                    <a:cubicBezTo>
                      <a:pt x="127" y="162"/>
                      <a:pt x="127" y="162"/>
                      <a:pt x="127" y="162"/>
                    </a:cubicBezTo>
                    <a:cubicBezTo>
                      <a:pt x="127" y="163"/>
                      <a:pt x="127" y="164"/>
                      <a:pt x="126" y="164"/>
                    </a:cubicBezTo>
                    <a:cubicBezTo>
                      <a:pt x="126" y="164"/>
                      <a:pt x="126" y="164"/>
                      <a:pt x="126" y="164"/>
                    </a:cubicBezTo>
                    <a:cubicBezTo>
                      <a:pt x="126" y="164"/>
                      <a:pt x="126" y="165"/>
                      <a:pt x="126" y="165"/>
                    </a:cubicBezTo>
                    <a:cubicBezTo>
                      <a:pt x="126" y="165"/>
                      <a:pt x="126" y="165"/>
                      <a:pt x="126" y="165"/>
                    </a:cubicBezTo>
                    <a:cubicBezTo>
                      <a:pt x="125" y="165"/>
                      <a:pt x="125" y="164"/>
                      <a:pt x="124" y="164"/>
                    </a:cubicBezTo>
                    <a:close/>
                    <a:moveTo>
                      <a:pt x="136" y="157"/>
                    </a:moveTo>
                    <a:cubicBezTo>
                      <a:pt x="135" y="156"/>
                      <a:pt x="136" y="155"/>
                      <a:pt x="136" y="155"/>
                    </a:cubicBezTo>
                    <a:cubicBezTo>
                      <a:pt x="136" y="155"/>
                      <a:pt x="136" y="155"/>
                      <a:pt x="136" y="155"/>
                    </a:cubicBezTo>
                    <a:cubicBezTo>
                      <a:pt x="137" y="154"/>
                      <a:pt x="138" y="155"/>
                      <a:pt x="138" y="155"/>
                    </a:cubicBezTo>
                    <a:cubicBezTo>
                      <a:pt x="138" y="155"/>
                      <a:pt x="138" y="155"/>
                      <a:pt x="138" y="155"/>
                    </a:cubicBezTo>
                    <a:cubicBezTo>
                      <a:pt x="138" y="156"/>
                      <a:pt x="138" y="157"/>
                      <a:pt x="138" y="157"/>
                    </a:cubicBezTo>
                    <a:cubicBezTo>
                      <a:pt x="138" y="157"/>
                      <a:pt x="138" y="157"/>
                      <a:pt x="138" y="157"/>
                    </a:cubicBezTo>
                    <a:cubicBezTo>
                      <a:pt x="137" y="157"/>
                      <a:pt x="137" y="157"/>
                      <a:pt x="137" y="157"/>
                    </a:cubicBezTo>
                    <a:cubicBezTo>
                      <a:pt x="137" y="157"/>
                      <a:pt x="137" y="157"/>
                      <a:pt x="137" y="157"/>
                    </a:cubicBezTo>
                    <a:cubicBezTo>
                      <a:pt x="136" y="157"/>
                      <a:pt x="136" y="157"/>
                      <a:pt x="136" y="157"/>
                    </a:cubicBezTo>
                    <a:close/>
                    <a:moveTo>
                      <a:pt x="147" y="149"/>
                    </a:moveTo>
                    <a:cubicBezTo>
                      <a:pt x="147" y="149"/>
                      <a:pt x="147" y="148"/>
                      <a:pt x="147" y="147"/>
                    </a:cubicBezTo>
                    <a:cubicBezTo>
                      <a:pt x="147" y="147"/>
                      <a:pt x="147" y="147"/>
                      <a:pt x="147" y="147"/>
                    </a:cubicBezTo>
                    <a:cubicBezTo>
                      <a:pt x="148" y="147"/>
                      <a:pt x="149" y="147"/>
                      <a:pt x="149" y="148"/>
                    </a:cubicBezTo>
                    <a:cubicBezTo>
                      <a:pt x="149" y="148"/>
                      <a:pt x="149" y="148"/>
                      <a:pt x="149" y="148"/>
                    </a:cubicBezTo>
                    <a:cubicBezTo>
                      <a:pt x="150" y="148"/>
                      <a:pt x="150" y="149"/>
                      <a:pt x="149" y="150"/>
                    </a:cubicBezTo>
                    <a:cubicBezTo>
                      <a:pt x="149" y="150"/>
                      <a:pt x="149" y="150"/>
                      <a:pt x="149" y="150"/>
                    </a:cubicBezTo>
                    <a:cubicBezTo>
                      <a:pt x="149" y="150"/>
                      <a:pt x="148" y="150"/>
                      <a:pt x="148" y="150"/>
                    </a:cubicBezTo>
                    <a:cubicBezTo>
                      <a:pt x="148" y="150"/>
                      <a:pt x="148" y="150"/>
                      <a:pt x="148" y="150"/>
                    </a:cubicBezTo>
                    <a:cubicBezTo>
                      <a:pt x="148" y="150"/>
                      <a:pt x="147" y="150"/>
                      <a:pt x="147" y="149"/>
                    </a:cubicBezTo>
                    <a:close/>
                    <a:moveTo>
                      <a:pt x="158" y="142"/>
                    </a:moveTo>
                    <a:cubicBezTo>
                      <a:pt x="158" y="141"/>
                      <a:pt x="158" y="140"/>
                      <a:pt x="159" y="140"/>
                    </a:cubicBezTo>
                    <a:cubicBezTo>
                      <a:pt x="159" y="140"/>
                      <a:pt x="159" y="140"/>
                      <a:pt x="159" y="140"/>
                    </a:cubicBezTo>
                    <a:cubicBezTo>
                      <a:pt x="159" y="140"/>
                      <a:pt x="160" y="140"/>
                      <a:pt x="161" y="140"/>
                    </a:cubicBezTo>
                    <a:cubicBezTo>
                      <a:pt x="161" y="140"/>
                      <a:pt x="161" y="140"/>
                      <a:pt x="161" y="140"/>
                    </a:cubicBezTo>
                    <a:cubicBezTo>
                      <a:pt x="161" y="141"/>
                      <a:pt x="161" y="142"/>
                      <a:pt x="160" y="142"/>
                    </a:cubicBezTo>
                    <a:cubicBezTo>
                      <a:pt x="160" y="142"/>
                      <a:pt x="160" y="142"/>
                      <a:pt x="160" y="142"/>
                    </a:cubicBezTo>
                    <a:cubicBezTo>
                      <a:pt x="160" y="142"/>
                      <a:pt x="160" y="142"/>
                      <a:pt x="159" y="142"/>
                    </a:cubicBezTo>
                    <a:cubicBezTo>
                      <a:pt x="159" y="142"/>
                      <a:pt x="159" y="142"/>
                      <a:pt x="159" y="142"/>
                    </a:cubicBezTo>
                    <a:cubicBezTo>
                      <a:pt x="159" y="142"/>
                      <a:pt x="159" y="142"/>
                      <a:pt x="158" y="142"/>
                    </a:cubicBezTo>
                    <a:close/>
                    <a:moveTo>
                      <a:pt x="170" y="134"/>
                    </a:moveTo>
                    <a:cubicBezTo>
                      <a:pt x="169" y="134"/>
                      <a:pt x="169" y="133"/>
                      <a:pt x="170" y="133"/>
                    </a:cubicBezTo>
                    <a:cubicBezTo>
                      <a:pt x="170" y="133"/>
                      <a:pt x="170" y="133"/>
                      <a:pt x="170" y="133"/>
                    </a:cubicBezTo>
                    <a:cubicBezTo>
                      <a:pt x="171" y="132"/>
                      <a:pt x="172" y="132"/>
                      <a:pt x="172" y="133"/>
                    </a:cubicBezTo>
                    <a:cubicBezTo>
                      <a:pt x="172" y="133"/>
                      <a:pt x="172" y="133"/>
                      <a:pt x="172" y="133"/>
                    </a:cubicBezTo>
                    <a:cubicBezTo>
                      <a:pt x="172" y="134"/>
                      <a:pt x="172" y="134"/>
                      <a:pt x="172" y="135"/>
                    </a:cubicBezTo>
                    <a:cubicBezTo>
                      <a:pt x="172" y="135"/>
                      <a:pt x="172" y="135"/>
                      <a:pt x="172" y="135"/>
                    </a:cubicBezTo>
                    <a:cubicBezTo>
                      <a:pt x="171" y="135"/>
                      <a:pt x="171" y="135"/>
                      <a:pt x="171" y="135"/>
                    </a:cubicBezTo>
                    <a:cubicBezTo>
                      <a:pt x="171" y="135"/>
                      <a:pt x="171" y="135"/>
                      <a:pt x="171" y="135"/>
                    </a:cubicBezTo>
                    <a:cubicBezTo>
                      <a:pt x="170" y="135"/>
                      <a:pt x="170" y="135"/>
                      <a:pt x="170" y="134"/>
                    </a:cubicBezTo>
                    <a:close/>
                    <a:moveTo>
                      <a:pt x="181" y="127"/>
                    </a:moveTo>
                    <a:cubicBezTo>
                      <a:pt x="181" y="127"/>
                      <a:pt x="181" y="126"/>
                      <a:pt x="181" y="125"/>
                    </a:cubicBezTo>
                    <a:cubicBezTo>
                      <a:pt x="181" y="125"/>
                      <a:pt x="181" y="125"/>
                      <a:pt x="181" y="125"/>
                    </a:cubicBezTo>
                    <a:cubicBezTo>
                      <a:pt x="182" y="125"/>
                      <a:pt x="183" y="125"/>
                      <a:pt x="183" y="126"/>
                    </a:cubicBezTo>
                    <a:cubicBezTo>
                      <a:pt x="183" y="126"/>
                      <a:pt x="183" y="126"/>
                      <a:pt x="183" y="126"/>
                    </a:cubicBezTo>
                    <a:cubicBezTo>
                      <a:pt x="184" y="126"/>
                      <a:pt x="183" y="127"/>
                      <a:pt x="183" y="128"/>
                    </a:cubicBezTo>
                    <a:cubicBezTo>
                      <a:pt x="183" y="128"/>
                      <a:pt x="183" y="128"/>
                      <a:pt x="183" y="128"/>
                    </a:cubicBezTo>
                    <a:cubicBezTo>
                      <a:pt x="183" y="128"/>
                      <a:pt x="182" y="128"/>
                      <a:pt x="182" y="128"/>
                    </a:cubicBezTo>
                    <a:cubicBezTo>
                      <a:pt x="182" y="128"/>
                      <a:pt x="182" y="128"/>
                      <a:pt x="182" y="128"/>
                    </a:cubicBezTo>
                    <a:cubicBezTo>
                      <a:pt x="182" y="128"/>
                      <a:pt x="181" y="128"/>
                      <a:pt x="181" y="127"/>
                    </a:cubicBezTo>
                    <a:close/>
                    <a:moveTo>
                      <a:pt x="192" y="120"/>
                    </a:moveTo>
                    <a:cubicBezTo>
                      <a:pt x="192" y="119"/>
                      <a:pt x="192" y="118"/>
                      <a:pt x="193" y="118"/>
                    </a:cubicBezTo>
                    <a:cubicBezTo>
                      <a:pt x="193" y="118"/>
                      <a:pt x="193" y="118"/>
                      <a:pt x="193" y="118"/>
                    </a:cubicBezTo>
                    <a:cubicBezTo>
                      <a:pt x="193" y="118"/>
                      <a:pt x="194" y="118"/>
                      <a:pt x="195" y="118"/>
                    </a:cubicBezTo>
                    <a:cubicBezTo>
                      <a:pt x="195" y="118"/>
                      <a:pt x="195" y="118"/>
                      <a:pt x="195" y="118"/>
                    </a:cubicBezTo>
                    <a:cubicBezTo>
                      <a:pt x="195" y="119"/>
                      <a:pt x="195" y="120"/>
                      <a:pt x="194" y="120"/>
                    </a:cubicBezTo>
                    <a:cubicBezTo>
                      <a:pt x="194" y="120"/>
                      <a:pt x="194" y="120"/>
                      <a:pt x="194" y="120"/>
                    </a:cubicBezTo>
                    <a:cubicBezTo>
                      <a:pt x="194" y="120"/>
                      <a:pt x="194" y="120"/>
                      <a:pt x="193" y="120"/>
                    </a:cubicBezTo>
                    <a:cubicBezTo>
                      <a:pt x="193" y="120"/>
                      <a:pt x="193" y="120"/>
                      <a:pt x="193" y="120"/>
                    </a:cubicBezTo>
                    <a:cubicBezTo>
                      <a:pt x="193" y="120"/>
                      <a:pt x="193" y="120"/>
                      <a:pt x="192" y="120"/>
                    </a:cubicBezTo>
                    <a:close/>
                    <a:moveTo>
                      <a:pt x="204" y="112"/>
                    </a:moveTo>
                    <a:cubicBezTo>
                      <a:pt x="203" y="112"/>
                      <a:pt x="203" y="111"/>
                      <a:pt x="204" y="111"/>
                    </a:cubicBezTo>
                    <a:cubicBezTo>
                      <a:pt x="204" y="111"/>
                      <a:pt x="204" y="111"/>
                      <a:pt x="204" y="111"/>
                    </a:cubicBezTo>
                    <a:cubicBezTo>
                      <a:pt x="205" y="110"/>
                      <a:pt x="205" y="110"/>
                      <a:pt x="206" y="111"/>
                    </a:cubicBezTo>
                    <a:cubicBezTo>
                      <a:pt x="206" y="111"/>
                      <a:pt x="206" y="111"/>
                      <a:pt x="206" y="111"/>
                    </a:cubicBezTo>
                    <a:cubicBezTo>
                      <a:pt x="206" y="112"/>
                      <a:pt x="206" y="112"/>
                      <a:pt x="205" y="113"/>
                    </a:cubicBezTo>
                    <a:cubicBezTo>
                      <a:pt x="205" y="113"/>
                      <a:pt x="205" y="113"/>
                      <a:pt x="205" y="113"/>
                    </a:cubicBezTo>
                    <a:cubicBezTo>
                      <a:pt x="205" y="113"/>
                      <a:pt x="205" y="113"/>
                      <a:pt x="205" y="113"/>
                    </a:cubicBezTo>
                    <a:cubicBezTo>
                      <a:pt x="205" y="113"/>
                      <a:pt x="205" y="113"/>
                      <a:pt x="205" y="113"/>
                    </a:cubicBezTo>
                    <a:cubicBezTo>
                      <a:pt x="204" y="113"/>
                      <a:pt x="204" y="113"/>
                      <a:pt x="204" y="112"/>
                    </a:cubicBezTo>
                    <a:close/>
                    <a:moveTo>
                      <a:pt x="215" y="105"/>
                    </a:moveTo>
                    <a:cubicBezTo>
                      <a:pt x="215" y="104"/>
                      <a:pt x="215" y="104"/>
                      <a:pt x="215" y="103"/>
                    </a:cubicBezTo>
                    <a:cubicBezTo>
                      <a:pt x="215" y="103"/>
                      <a:pt x="215" y="103"/>
                      <a:pt x="215" y="103"/>
                    </a:cubicBezTo>
                    <a:cubicBezTo>
                      <a:pt x="216" y="103"/>
                      <a:pt x="217" y="103"/>
                      <a:pt x="217" y="104"/>
                    </a:cubicBezTo>
                    <a:cubicBezTo>
                      <a:pt x="217" y="104"/>
                      <a:pt x="217" y="104"/>
                      <a:pt x="217" y="104"/>
                    </a:cubicBezTo>
                    <a:cubicBezTo>
                      <a:pt x="218" y="104"/>
                      <a:pt x="217" y="105"/>
                      <a:pt x="217" y="105"/>
                    </a:cubicBezTo>
                    <a:cubicBezTo>
                      <a:pt x="217" y="105"/>
                      <a:pt x="217" y="105"/>
                      <a:pt x="217" y="105"/>
                    </a:cubicBezTo>
                    <a:cubicBezTo>
                      <a:pt x="217" y="106"/>
                      <a:pt x="216" y="106"/>
                      <a:pt x="216" y="106"/>
                    </a:cubicBezTo>
                    <a:cubicBezTo>
                      <a:pt x="216" y="106"/>
                      <a:pt x="216" y="106"/>
                      <a:pt x="216" y="106"/>
                    </a:cubicBezTo>
                    <a:cubicBezTo>
                      <a:pt x="216" y="106"/>
                      <a:pt x="215" y="105"/>
                      <a:pt x="215" y="105"/>
                    </a:cubicBezTo>
                    <a:close/>
                    <a:moveTo>
                      <a:pt x="226" y="98"/>
                    </a:moveTo>
                    <a:cubicBezTo>
                      <a:pt x="226" y="97"/>
                      <a:pt x="226" y="96"/>
                      <a:pt x="227" y="96"/>
                    </a:cubicBezTo>
                    <a:cubicBezTo>
                      <a:pt x="227" y="96"/>
                      <a:pt x="227" y="96"/>
                      <a:pt x="227" y="96"/>
                    </a:cubicBezTo>
                    <a:cubicBezTo>
                      <a:pt x="227" y="95"/>
                      <a:pt x="228" y="96"/>
                      <a:pt x="228" y="96"/>
                    </a:cubicBezTo>
                    <a:cubicBezTo>
                      <a:pt x="228" y="96"/>
                      <a:pt x="228" y="96"/>
                      <a:pt x="228" y="96"/>
                    </a:cubicBezTo>
                    <a:cubicBezTo>
                      <a:pt x="229" y="97"/>
                      <a:pt x="229" y="98"/>
                      <a:pt x="228" y="98"/>
                    </a:cubicBezTo>
                    <a:cubicBezTo>
                      <a:pt x="228" y="98"/>
                      <a:pt x="228" y="98"/>
                      <a:pt x="228" y="98"/>
                    </a:cubicBezTo>
                    <a:cubicBezTo>
                      <a:pt x="228" y="98"/>
                      <a:pt x="228" y="98"/>
                      <a:pt x="227" y="98"/>
                    </a:cubicBezTo>
                    <a:cubicBezTo>
                      <a:pt x="227" y="98"/>
                      <a:pt x="227" y="98"/>
                      <a:pt x="227" y="98"/>
                    </a:cubicBezTo>
                    <a:cubicBezTo>
                      <a:pt x="227" y="98"/>
                      <a:pt x="226" y="98"/>
                      <a:pt x="226" y="98"/>
                    </a:cubicBezTo>
                    <a:close/>
                    <a:moveTo>
                      <a:pt x="238" y="90"/>
                    </a:moveTo>
                    <a:cubicBezTo>
                      <a:pt x="237" y="90"/>
                      <a:pt x="237" y="89"/>
                      <a:pt x="238" y="88"/>
                    </a:cubicBezTo>
                    <a:cubicBezTo>
                      <a:pt x="238" y="88"/>
                      <a:pt x="238" y="88"/>
                      <a:pt x="238" y="88"/>
                    </a:cubicBezTo>
                    <a:cubicBezTo>
                      <a:pt x="239" y="88"/>
                      <a:pt x="239" y="88"/>
                      <a:pt x="240" y="89"/>
                    </a:cubicBezTo>
                    <a:cubicBezTo>
                      <a:pt x="240" y="89"/>
                      <a:pt x="240" y="89"/>
                      <a:pt x="240" y="89"/>
                    </a:cubicBezTo>
                    <a:cubicBezTo>
                      <a:pt x="240" y="89"/>
                      <a:pt x="240" y="90"/>
                      <a:pt x="239" y="91"/>
                    </a:cubicBezTo>
                    <a:cubicBezTo>
                      <a:pt x="239" y="91"/>
                      <a:pt x="239" y="91"/>
                      <a:pt x="239" y="91"/>
                    </a:cubicBezTo>
                    <a:cubicBezTo>
                      <a:pt x="239" y="91"/>
                      <a:pt x="239" y="91"/>
                      <a:pt x="239" y="91"/>
                    </a:cubicBezTo>
                    <a:cubicBezTo>
                      <a:pt x="239" y="91"/>
                      <a:pt x="239" y="91"/>
                      <a:pt x="239" y="91"/>
                    </a:cubicBezTo>
                    <a:cubicBezTo>
                      <a:pt x="238" y="91"/>
                      <a:pt x="238" y="91"/>
                      <a:pt x="238" y="90"/>
                    </a:cubicBezTo>
                    <a:close/>
                    <a:moveTo>
                      <a:pt x="249" y="83"/>
                    </a:moveTo>
                    <a:cubicBezTo>
                      <a:pt x="248" y="82"/>
                      <a:pt x="249" y="81"/>
                      <a:pt x="249" y="81"/>
                    </a:cubicBezTo>
                    <a:cubicBezTo>
                      <a:pt x="249" y="81"/>
                      <a:pt x="249" y="81"/>
                      <a:pt x="249" y="81"/>
                    </a:cubicBezTo>
                    <a:cubicBezTo>
                      <a:pt x="250" y="81"/>
                      <a:pt x="251" y="81"/>
                      <a:pt x="251" y="81"/>
                    </a:cubicBezTo>
                    <a:cubicBezTo>
                      <a:pt x="251" y="81"/>
                      <a:pt x="251" y="81"/>
                      <a:pt x="251" y="81"/>
                    </a:cubicBezTo>
                    <a:cubicBezTo>
                      <a:pt x="251" y="82"/>
                      <a:pt x="251" y="83"/>
                      <a:pt x="251" y="83"/>
                    </a:cubicBezTo>
                    <a:cubicBezTo>
                      <a:pt x="251" y="83"/>
                      <a:pt x="251" y="83"/>
                      <a:pt x="251" y="83"/>
                    </a:cubicBezTo>
                    <a:cubicBezTo>
                      <a:pt x="250" y="83"/>
                      <a:pt x="250" y="84"/>
                      <a:pt x="250" y="84"/>
                    </a:cubicBezTo>
                    <a:cubicBezTo>
                      <a:pt x="250" y="84"/>
                      <a:pt x="250" y="84"/>
                      <a:pt x="250" y="84"/>
                    </a:cubicBezTo>
                    <a:cubicBezTo>
                      <a:pt x="250" y="84"/>
                      <a:pt x="249" y="83"/>
                      <a:pt x="249" y="83"/>
                    </a:cubicBezTo>
                    <a:close/>
                    <a:moveTo>
                      <a:pt x="260" y="76"/>
                    </a:moveTo>
                    <a:cubicBezTo>
                      <a:pt x="260" y="75"/>
                      <a:pt x="260" y="74"/>
                      <a:pt x="261" y="74"/>
                    </a:cubicBezTo>
                    <a:cubicBezTo>
                      <a:pt x="261" y="74"/>
                      <a:pt x="261" y="74"/>
                      <a:pt x="261" y="74"/>
                    </a:cubicBezTo>
                    <a:cubicBezTo>
                      <a:pt x="261" y="73"/>
                      <a:pt x="262" y="73"/>
                      <a:pt x="262" y="74"/>
                    </a:cubicBezTo>
                    <a:cubicBezTo>
                      <a:pt x="262" y="74"/>
                      <a:pt x="262" y="74"/>
                      <a:pt x="262" y="74"/>
                    </a:cubicBezTo>
                    <a:cubicBezTo>
                      <a:pt x="263" y="75"/>
                      <a:pt x="263" y="76"/>
                      <a:pt x="262" y="76"/>
                    </a:cubicBezTo>
                    <a:cubicBezTo>
                      <a:pt x="262" y="76"/>
                      <a:pt x="262" y="76"/>
                      <a:pt x="262" y="76"/>
                    </a:cubicBezTo>
                    <a:cubicBezTo>
                      <a:pt x="262" y="76"/>
                      <a:pt x="262" y="76"/>
                      <a:pt x="261" y="76"/>
                    </a:cubicBezTo>
                    <a:cubicBezTo>
                      <a:pt x="261" y="76"/>
                      <a:pt x="261" y="76"/>
                      <a:pt x="261" y="76"/>
                    </a:cubicBezTo>
                    <a:cubicBezTo>
                      <a:pt x="261" y="76"/>
                      <a:pt x="260" y="76"/>
                      <a:pt x="260" y="76"/>
                    </a:cubicBezTo>
                    <a:close/>
                    <a:moveTo>
                      <a:pt x="271" y="68"/>
                    </a:moveTo>
                    <a:cubicBezTo>
                      <a:pt x="271" y="68"/>
                      <a:pt x="271" y="67"/>
                      <a:pt x="272" y="66"/>
                    </a:cubicBezTo>
                    <a:cubicBezTo>
                      <a:pt x="272" y="66"/>
                      <a:pt x="272" y="66"/>
                      <a:pt x="272" y="66"/>
                    </a:cubicBezTo>
                    <a:cubicBezTo>
                      <a:pt x="272" y="66"/>
                      <a:pt x="273" y="66"/>
                      <a:pt x="274" y="67"/>
                    </a:cubicBezTo>
                    <a:cubicBezTo>
                      <a:pt x="274" y="67"/>
                      <a:pt x="274" y="67"/>
                      <a:pt x="274" y="67"/>
                    </a:cubicBezTo>
                    <a:cubicBezTo>
                      <a:pt x="274" y="67"/>
                      <a:pt x="274" y="68"/>
                      <a:pt x="273" y="69"/>
                    </a:cubicBezTo>
                    <a:cubicBezTo>
                      <a:pt x="273" y="69"/>
                      <a:pt x="273" y="69"/>
                      <a:pt x="273" y="69"/>
                    </a:cubicBezTo>
                    <a:cubicBezTo>
                      <a:pt x="273" y="69"/>
                      <a:pt x="273" y="69"/>
                      <a:pt x="273" y="69"/>
                    </a:cubicBezTo>
                    <a:cubicBezTo>
                      <a:pt x="273" y="69"/>
                      <a:pt x="273" y="69"/>
                      <a:pt x="273" y="69"/>
                    </a:cubicBezTo>
                    <a:cubicBezTo>
                      <a:pt x="272" y="69"/>
                      <a:pt x="272" y="69"/>
                      <a:pt x="271" y="68"/>
                    </a:cubicBezTo>
                    <a:close/>
                    <a:moveTo>
                      <a:pt x="283" y="61"/>
                    </a:moveTo>
                    <a:cubicBezTo>
                      <a:pt x="282" y="60"/>
                      <a:pt x="283" y="59"/>
                      <a:pt x="283" y="59"/>
                    </a:cubicBezTo>
                    <a:cubicBezTo>
                      <a:pt x="283" y="59"/>
                      <a:pt x="283" y="59"/>
                      <a:pt x="283" y="59"/>
                    </a:cubicBezTo>
                    <a:cubicBezTo>
                      <a:pt x="284" y="59"/>
                      <a:pt x="285" y="59"/>
                      <a:pt x="285" y="59"/>
                    </a:cubicBezTo>
                    <a:cubicBezTo>
                      <a:pt x="285" y="59"/>
                      <a:pt x="285" y="59"/>
                      <a:pt x="285" y="59"/>
                    </a:cubicBezTo>
                    <a:cubicBezTo>
                      <a:pt x="285" y="60"/>
                      <a:pt x="285" y="61"/>
                      <a:pt x="285" y="61"/>
                    </a:cubicBezTo>
                    <a:cubicBezTo>
                      <a:pt x="285" y="61"/>
                      <a:pt x="285" y="61"/>
                      <a:pt x="285" y="61"/>
                    </a:cubicBezTo>
                    <a:cubicBezTo>
                      <a:pt x="284" y="61"/>
                      <a:pt x="284" y="61"/>
                      <a:pt x="284" y="61"/>
                    </a:cubicBezTo>
                    <a:cubicBezTo>
                      <a:pt x="284" y="61"/>
                      <a:pt x="284" y="61"/>
                      <a:pt x="284" y="61"/>
                    </a:cubicBezTo>
                    <a:cubicBezTo>
                      <a:pt x="283" y="61"/>
                      <a:pt x="283" y="61"/>
                      <a:pt x="283" y="61"/>
                    </a:cubicBezTo>
                    <a:close/>
                    <a:moveTo>
                      <a:pt x="294" y="53"/>
                    </a:moveTo>
                    <a:cubicBezTo>
                      <a:pt x="294" y="53"/>
                      <a:pt x="294" y="52"/>
                      <a:pt x="294" y="52"/>
                    </a:cubicBezTo>
                    <a:cubicBezTo>
                      <a:pt x="294" y="52"/>
                      <a:pt x="294" y="52"/>
                      <a:pt x="294" y="52"/>
                    </a:cubicBezTo>
                    <a:cubicBezTo>
                      <a:pt x="295" y="51"/>
                      <a:pt x="296" y="51"/>
                      <a:pt x="296" y="52"/>
                    </a:cubicBezTo>
                    <a:cubicBezTo>
                      <a:pt x="296" y="52"/>
                      <a:pt x="296" y="52"/>
                      <a:pt x="296" y="52"/>
                    </a:cubicBezTo>
                    <a:cubicBezTo>
                      <a:pt x="297" y="53"/>
                      <a:pt x="297" y="53"/>
                      <a:pt x="296" y="54"/>
                    </a:cubicBezTo>
                    <a:cubicBezTo>
                      <a:pt x="296" y="54"/>
                      <a:pt x="296" y="54"/>
                      <a:pt x="296" y="54"/>
                    </a:cubicBezTo>
                    <a:cubicBezTo>
                      <a:pt x="296" y="54"/>
                      <a:pt x="295" y="54"/>
                      <a:pt x="295" y="54"/>
                    </a:cubicBezTo>
                    <a:cubicBezTo>
                      <a:pt x="295" y="54"/>
                      <a:pt x="295" y="54"/>
                      <a:pt x="295" y="54"/>
                    </a:cubicBezTo>
                    <a:cubicBezTo>
                      <a:pt x="295" y="54"/>
                      <a:pt x="294" y="54"/>
                      <a:pt x="294" y="53"/>
                    </a:cubicBezTo>
                    <a:close/>
                    <a:moveTo>
                      <a:pt x="305" y="46"/>
                    </a:moveTo>
                    <a:cubicBezTo>
                      <a:pt x="305" y="45"/>
                      <a:pt x="305" y="45"/>
                      <a:pt x="306" y="44"/>
                    </a:cubicBezTo>
                    <a:cubicBezTo>
                      <a:pt x="306" y="44"/>
                      <a:pt x="306" y="44"/>
                      <a:pt x="306" y="44"/>
                    </a:cubicBezTo>
                    <a:cubicBezTo>
                      <a:pt x="306" y="44"/>
                      <a:pt x="307" y="44"/>
                      <a:pt x="308" y="45"/>
                    </a:cubicBezTo>
                    <a:cubicBezTo>
                      <a:pt x="308" y="45"/>
                      <a:pt x="308" y="45"/>
                      <a:pt x="308" y="45"/>
                    </a:cubicBezTo>
                    <a:cubicBezTo>
                      <a:pt x="308" y="45"/>
                      <a:pt x="308" y="46"/>
                      <a:pt x="307" y="46"/>
                    </a:cubicBezTo>
                    <a:cubicBezTo>
                      <a:pt x="307" y="46"/>
                      <a:pt x="307" y="46"/>
                      <a:pt x="307" y="46"/>
                    </a:cubicBezTo>
                    <a:cubicBezTo>
                      <a:pt x="307" y="47"/>
                      <a:pt x="307" y="47"/>
                      <a:pt x="307" y="47"/>
                    </a:cubicBezTo>
                    <a:cubicBezTo>
                      <a:pt x="307" y="47"/>
                      <a:pt x="307" y="47"/>
                      <a:pt x="307" y="47"/>
                    </a:cubicBezTo>
                    <a:cubicBezTo>
                      <a:pt x="306" y="47"/>
                      <a:pt x="306" y="46"/>
                      <a:pt x="305" y="46"/>
                    </a:cubicBezTo>
                    <a:close/>
                    <a:moveTo>
                      <a:pt x="317" y="39"/>
                    </a:moveTo>
                    <a:cubicBezTo>
                      <a:pt x="316" y="38"/>
                      <a:pt x="316" y="37"/>
                      <a:pt x="317" y="37"/>
                    </a:cubicBezTo>
                    <a:cubicBezTo>
                      <a:pt x="317" y="37"/>
                      <a:pt x="317" y="37"/>
                      <a:pt x="317" y="37"/>
                    </a:cubicBezTo>
                    <a:cubicBezTo>
                      <a:pt x="318" y="36"/>
                      <a:pt x="319" y="37"/>
                      <a:pt x="319" y="37"/>
                    </a:cubicBezTo>
                    <a:cubicBezTo>
                      <a:pt x="319" y="37"/>
                      <a:pt x="319" y="37"/>
                      <a:pt x="319" y="37"/>
                    </a:cubicBezTo>
                    <a:cubicBezTo>
                      <a:pt x="319" y="38"/>
                      <a:pt x="319" y="39"/>
                      <a:pt x="319" y="39"/>
                    </a:cubicBezTo>
                    <a:cubicBezTo>
                      <a:pt x="319" y="39"/>
                      <a:pt x="319" y="39"/>
                      <a:pt x="319" y="39"/>
                    </a:cubicBezTo>
                    <a:cubicBezTo>
                      <a:pt x="318" y="39"/>
                      <a:pt x="318" y="39"/>
                      <a:pt x="318" y="39"/>
                    </a:cubicBezTo>
                    <a:cubicBezTo>
                      <a:pt x="318" y="39"/>
                      <a:pt x="318" y="39"/>
                      <a:pt x="318" y="39"/>
                    </a:cubicBezTo>
                    <a:cubicBezTo>
                      <a:pt x="317" y="39"/>
                      <a:pt x="317" y="39"/>
                      <a:pt x="317" y="39"/>
                    </a:cubicBezTo>
                    <a:close/>
                    <a:moveTo>
                      <a:pt x="328" y="31"/>
                    </a:moveTo>
                    <a:cubicBezTo>
                      <a:pt x="328" y="31"/>
                      <a:pt x="328" y="30"/>
                      <a:pt x="328" y="30"/>
                    </a:cubicBezTo>
                    <a:cubicBezTo>
                      <a:pt x="328" y="30"/>
                      <a:pt x="328" y="30"/>
                      <a:pt x="328" y="30"/>
                    </a:cubicBezTo>
                    <a:cubicBezTo>
                      <a:pt x="329" y="29"/>
                      <a:pt x="330" y="29"/>
                      <a:pt x="330" y="30"/>
                    </a:cubicBezTo>
                    <a:cubicBezTo>
                      <a:pt x="330" y="30"/>
                      <a:pt x="330" y="30"/>
                      <a:pt x="330" y="30"/>
                    </a:cubicBezTo>
                    <a:cubicBezTo>
                      <a:pt x="331" y="31"/>
                      <a:pt x="330" y="31"/>
                      <a:pt x="330" y="32"/>
                    </a:cubicBezTo>
                    <a:cubicBezTo>
                      <a:pt x="330" y="32"/>
                      <a:pt x="330" y="32"/>
                      <a:pt x="330" y="32"/>
                    </a:cubicBezTo>
                    <a:cubicBezTo>
                      <a:pt x="330" y="32"/>
                      <a:pt x="329" y="32"/>
                      <a:pt x="329" y="32"/>
                    </a:cubicBezTo>
                    <a:cubicBezTo>
                      <a:pt x="329" y="32"/>
                      <a:pt x="329" y="32"/>
                      <a:pt x="329" y="32"/>
                    </a:cubicBezTo>
                    <a:cubicBezTo>
                      <a:pt x="329" y="32"/>
                      <a:pt x="328" y="32"/>
                      <a:pt x="328" y="31"/>
                    </a:cubicBezTo>
                    <a:close/>
                    <a:moveTo>
                      <a:pt x="339" y="24"/>
                    </a:moveTo>
                    <a:cubicBezTo>
                      <a:pt x="339" y="23"/>
                      <a:pt x="339" y="23"/>
                      <a:pt x="340" y="22"/>
                    </a:cubicBezTo>
                    <a:cubicBezTo>
                      <a:pt x="340" y="22"/>
                      <a:pt x="340" y="22"/>
                      <a:pt x="340" y="22"/>
                    </a:cubicBezTo>
                    <a:cubicBezTo>
                      <a:pt x="340" y="22"/>
                      <a:pt x="341" y="22"/>
                      <a:pt x="342" y="23"/>
                    </a:cubicBezTo>
                    <a:cubicBezTo>
                      <a:pt x="342" y="23"/>
                      <a:pt x="342" y="23"/>
                      <a:pt x="342" y="23"/>
                    </a:cubicBezTo>
                    <a:cubicBezTo>
                      <a:pt x="342" y="23"/>
                      <a:pt x="342" y="24"/>
                      <a:pt x="341" y="24"/>
                    </a:cubicBezTo>
                    <a:cubicBezTo>
                      <a:pt x="341" y="24"/>
                      <a:pt x="341" y="24"/>
                      <a:pt x="341" y="24"/>
                    </a:cubicBezTo>
                    <a:cubicBezTo>
                      <a:pt x="341" y="25"/>
                      <a:pt x="341" y="25"/>
                      <a:pt x="340" y="25"/>
                    </a:cubicBezTo>
                    <a:cubicBezTo>
                      <a:pt x="340" y="25"/>
                      <a:pt x="340" y="25"/>
                      <a:pt x="340" y="25"/>
                    </a:cubicBezTo>
                    <a:cubicBezTo>
                      <a:pt x="340" y="25"/>
                      <a:pt x="340" y="24"/>
                      <a:pt x="339" y="24"/>
                    </a:cubicBezTo>
                    <a:close/>
                    <a:moveTo>
                      <a:pt x="351" y="17"/>
                    </a:moveTo>
                    <a:cubicBezTo>
                      <a:pt x="350" y="16"/>
                      <a:pt x="350" y="15"/>
                      <a:pt x="351" y="15"/>
                    </a:cubicBezTo>
                    <a:cubicBezTo>
                      <a:pt x="351" y="15"/>
                      <a:pt x="351" y="15"/>
                      <a:pt x="351" y="15"/>
                    </a:cubicBezTo>
                    <a:cubicBezTo>
                      <a:pt x="352" y="14"/>
                      <a:pt x="352" y="15"/>
                      <a:pt x="353" y="15"/>
                    </a:cubicBezTo>
                    <a:cubicBezTo>
                      <a:pt x="353" y="15"/>
                      <a:pt x="353" y="15"/>
                      <a:pt x="353" y="15"/>
                    </a:cubicBezTo>
                    <a:cubicBezTo>
                      <a:pt x="353" y="16"/>
                      <a:pt x="353" y="17"/>
                      <a:pt x="352" y="17"/>
                    </a:cubicBezTo>
                    <a:cubicBezTo>
                      <a:pt x="352" y="17"/>
                      <a:pt x="352" y="17"/>
                      <a:pt x="352" y="17"/>
                    </a:cubicBezTo>
                    <a:cubicBezTo>
                      <a:pt x="352" y="17"/>
                      <a:pt x="352" y="17"/>
                      <a:pt x="352" y="17"/>
                    </a:cubicBezTo>
                    <a:cubicBezTo>
                      <a:pt x="352" y="17"/>
                      <a:pt x="352" y="17"/>
                      <a:pt x="352" y="17"/>
                    </a:cubicBezTo>
                    <a:cubicBezTo>
                      <a:pt x="351" y="17"/>
                      <a:pt x="351" y="17"/>
                      <a:pt x="351" y="17"/>
                    </a:cubicBezTo>
                    <a:close/>
                    <a:moveTo>
                      <a:pt x="362" y="9"/>
                    </a:moveTo>
                    <a:cubicBezTo>
                      <a:pt x="362" y="9"/>
                      <a:pt x="362" y="8"/>
                      <a:pt x="362" y="7"/>
                    </a:cubicBezTo>
                    <a:cubicBezTo>
                      <a:pt x="362" y="7"/>
                      <a:pt x="362" y="7"/>
                      <a:pt x="362" y="7"/>
                    </a:cubicBezTo>
                    <a:cubicBezTo>
                      <a:pt x="363" y="7"/>
                      <a:pt x="364" y="7"/>
                      <a:pt x="364" y="8"/>
                    </a:cubicBezTo>
                    <a:cubicBezTo>
                      <a:pt x="364" y="8"/>
                      <a:pt x="364" y="8"/>
                      <a:pt x="364" y="8"/>
                    </a:cubicBezTo>
                    <a:cubicBezTo>
                      <a:pt x="365" y="8"/>
                      <a:pt x="364" y="9"/>
                      <a:pt x="364" y="10"/>
                    </a:cubicBezTo>
                    <a:cubicBezTo>
                      <a:pt x="364" y="10"/>
                      <a:pt x="364" y="10"/>
                      <a:pt x="364" y="10"/>
                    </a:cubicBezTo>
                    <a:cubicBezTo>
                      <a:pt x="364" y="10"/>
                      <a:pt x="363" y="10"/>
                      <a:pt x="363" y="10"/>
                    </a:cubicBezTo>
                    <a:cubicBezTo>
                      <a:pt x="363" y="10"/>
                      <a:pt x="363" y="10"/>
                      <a:pt x="363" y="10"/>
                    </a:cubicBezTo>
                    <a:cubicBezTo>
                      <a:pt x="363" y="10"/>
                      <a:pt x="362" y="10"/>
                      <a:pt x="362" y="9"/>
                    </a:cubicBezTo>
                    <a:close/>
                    <a:moveTo>
                      <a:pt x="373" y="2"/>
                    </a:moveTo>
                    <a:cubicBezTo>
                      <a:pt x="373" y="1"/>
                      <a:pt x="373" y="0"/>
                      <a:pt x="374" y="0"/>
                    </a:cubicBezTo>
                    <a:cubicBezTo>
                      <a:pt x="374" y="0"/>
                      <a:pt x="374" y="0"/>
                      <a:pt x="374" y="0"/>
                    </a:cubicBezTo>
                    <a:cubicBezTo>
                      <a:pt x="374" y="0"/>
                      <a:pt x="375" y="0"/>
                      <a:pt x="375" y="0"/>
                    </a:cubicBezTo>
                    <a:cubicBezTo>
                      <a:pt x="375" y="0"/>
                      <a:pt x="375" y="0"/>
                      <a:pt x="375" y="0"/>
                    </a:cubicBezTo>
                    <a:cubicBezTo>
                      <a:pt x="376" y="1"/>
                      <a:pt x="376" y="2"/>
                      <a:pt x="375" y="2"/>
                    </a:cubicBezTo>
                    <a:cubicBezTo>
                      <a:pt x="375" y="2"/>
                      <a:pt x="375" y="2"/>
                      <a:pt x="375" y="2"/>
                    </a:cubicBezTo>
                    <a:cubicBezTo>
                      <a:pt x="375" y="2"/>
                      <a:pt x="375" y="3"/>
                      <a:pt x="374" y="3"/>
                    </a:cubicBezTo>
                    <a:cubicBezTo>
                      <a:pt x="374" y="3"/>
                      <a:pt x="374" y="3"/>
                      <a:pt x="374" y="3"/>
                    </a:cubicBezTo>
                    <a:cubicBezTo>
                      <a:pt x="374" y="3"/>
                      <a:pt x="374" y="2"/>
                      <a:pt x="373"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5" name="Google Shape;1245;p22"/>
              <p:cNvSpPr/>
              <p:nvPr/>
            </p:nvSpPr>
            <p:spPr>
              <a:xfrm>
                <a:off x="11393704" y="5123909"/>
                <a:ext cx="11748" cy="19580"/>
              </a:xfrm>
              <a:custGeom>
                <a:avLst/>
                <a:gdLst/>
                <a:ahLst/>
                <a:cxnLst/>
                <a:rect l="l" t="t" r="r" b="b"/>
                <a:pathLst>
                  <a:path w="2" h="3" extrusionOk="0">
                    <a:moveTo>
                      <a:pt x="1" y="3"/>
                    </a:moveTo>
                    <a:cubicBezTo>
                      <a:pt x="1" y="3"/>
                      <a:pt x="1" y="3"/>
                      <a:pt x="0" y="3"/>
                    </a:cubicBezTo>
                    <a:cubicBezTo>
                      <a:pt x="0" y="3"/>
                      <a:pt x="0" y="3"/>
                      <a:pt x="0" y="3"/>
                    </a:cubicBezTo>
                    <a:cubicBezTo>
                      <a:pt x="0" y="2"/>
                      <a:pt x="0" y="2"/>
                      <a:pt x="0" y="2"/>
                    </a:cubicBezTo>
                    <a:cubicBezTo>
                      <a:pt x="0" y="1"/>
                      <a:pt x="0" y="1"/>
                      <a:pt x="0" y="1"/>
                    </a:cubicBezTo>
                    <a:cubicBezTo>
                      <a:pt x="0" y="1"/>
                      <a:pt x="0" y="1"/>
                      <a:pt x="0" y="1"/>
                    </a:cubicBezTo>
                    <a:cubicBezTo>
                      <a:pt x="0" y="0"/>
                      <a:pt x="1" y="0"/>
                      <a:pt x="1" y="0"/>
                    </a:cubicBezTo>
                    <a:cubicBezTo>
                      <a:pt x="2" y="0"/>
                      <a:pt x="2" y="1"/>
                      <a:pt x="2" y="1"/>
                    </a:cubicBezTo>
                    <a:cubicBezTo>
                      <a:pt x="2" y="1"/>
                      <a:pt x="2" y="1"/>
                      <a:pt x="2" y="1"/>
                    </a:cubicBezTo>
                    <a:cubicBezTo>
                      <a:pt x="2" y="1"/>
                      <a:pt x="2" y="1"/>
                      <a:pt x="2" y="2"/>
                    </a:cubicBezTo>
                    <a:cubicBezTo>
                      <a:pt x="2" y="2"/>
                      <a:pt x="2" y="2"/>
                      <a:pt x="2" y="3"/>
                    </a:cubicBezTo>
                    <a:cubicBezTo>
                      <a:pt x="2" y="3"/>
                      <a:pt x="1" y="3"/>
                      <a:pt x="1" y="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246" name="Google Shape;1246;p22"/>
            <p:cNvGrpSpPr/>
            <p:nvPr/>
          </p:nvGrpSpPr>
          <p:grpSpPr>
            <a:xfrm>
              <a:off x="1048105" y="4608649"/>
              <a:ext cx="2901838" cy="1613433"/>
              <a:chOff x="11828392" y="-448701"/>
              <a:chExt cx="2901838" cy="1613433"/>
            </a:xfrm>
          </p:grpSpPr>
          <p:sp>
            <p:nvSpPr>
              <p:cNvPr id="1247" name="Google Shape;1247;p22"/>
              <p:cNvSpPr/>
              <p:nvPr/>
            </p:nvSpPr>
            <p:spPr>
              <a:xfrm>
                <a:off x="12259164" y="1152983"/>
                <a:ext cx="19581" cy="11748"/>
              </a:xfrm>
              <a:custGeom>
                <a:avLst/>
                <a:gdLst/>
                <a:ahLst/>
                <a:cxnLst/>
                <a:rect l="l" t="t" r="r" b="b"/>
                <a:pathLst>
                  <a:path w="3" h="2" extrusionOk="0">
                    <a:moveTo>
                      <a:pt x="1" y="0"/>
                    </a:moveTo>
                    <a:cubicBezTo>
                      <a:pt x="2" y="0"/>
                      <a:pt x="2" y="0"/>
                      <a:pt x="2" y="0"/>
                    </a:cubicBezTo>
                    <a:cubicBezTo>
                      <a:pt x="2" y="0"/>
                      <a:pt x="3" y="1"/>
                      <a:pt x="3" y="1"/>
                    </a:cubicBezTo>
                    <a:cubicBezTo>
                      <a:pt x="3" y="1"/>
                      <a:pt x="2" y="2"/>
                      <a:pt x="2" y="2"/>
                    </a:cubicBezTo>
                    <a:cubicBezTo>
                      <a:pt x="2" y="2"/>
                      <a:pt x="1" y="2"/>
                      <a:pt x="0" y="2"/>
                    </a:cubicBezTo>
                    <a:cubicBezTo>
                      <a:pt x="0" y="2"/>
                      <a:pt x="0" y="1"/>
                      <a:pt x="0" y="1"/>
                    </a:cubicBezTo>
                    <a:cubicBezTo>
                      <a:pt x="0" y="1"/>
                      <a:pt x="0" y="0"/>
                      <a:pt x="0" y="0"/>
                    </a:cubicBezTo>
                    <a:cubicBezTo>
                      <a:pt x="0" y="0"/>
                      <a:pt x="1" y="0"/>
                      <a:pt x="1"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8" name="Google Shape;1248;p22"/>
              <p:cNvSpPr/>
              <p:nvPr/>
            </p:nvSpPr>
            <p:spPr>
              <a:xfrm>
                <a:off x="12329654" y="-405624"/>
                <a:ext cx="2330087" cy="1527278"/>
              </a:xfrm>
              <a:custGeom>
                <a:avLst/>
                <a:gdLst/>
                <a:ahLst/>
                <a:cxnLst/>
                <a:rect l="l" t="t" r="r" b="b"/>
                <a:pathLst>
                  <a:path w="376" h="246" extrusionOk="0">
                    <a:moveTo>
                      <a:pt x="376" y="1"/>
                    </a:moveTo>
                    <a:cubicBezTo>
                      <a:pt x="376" y="1"/>
                      <a:pt x="376" y="2"/>
                      <a:pt x="375" y="3"/>
                    </a:cubicBezTo>
                    <a:cubicBezTo>
                      <a:pt x="375" y="3"/>
                      <a:pt x="375" y="3"/>
                      <a:pt x="375" y="3"/>
                    </a:cubicBezTo>
                    <a:cubicBezTo>
                      <a:pt x="375" y="3"/>
                      <a:pt x="374" y="3"/>
                      <a:pt x="374" y="2"/>
                    </a:cubicBezTo>
                    <a:cubicBezTo>
                      <a:pt x="374" y="2"/>
                      <a:pt x="374" y="2"/>
                      <a:pt x="374" y="2"/>
                    </a:cubicBezTo>
                    <a:cubicBezTo>
                      <a:pt x="373" y="2"/>
                      <a:pt x="373" y="1"/>
                      <a:pt x="374" y="0"/>
                    </a:cubicBezTo>
                    <a:cubicBezTo>
                      <a:pt x="374" y="0"/>
                      <a:pt x="374" y="0"/>
                      <a:pt x="374" y="0"/>
                    </a:cubicBezTo>
                    <a:cubicBezTo>
                      <a:pt x="374" y="0"/>
                      <a:pt x="375" y="0"/>
                      <a:pt x="375" y="0"/>
                    </a:cubicBezTo>
                    <a:cubicBezTo>
                      <a:pt x="375" y="0"/>
                      <a:pt x="375" y="0"/>
                      <a:pt x="375" y="0"/>
                    </a:cubicBezTo>
                    <a:cubicBezTo>
                      <a:pt x="375" y="0"/>
                      <a:pt x="376" y="0"/>
                      <a:pt x="376" y="1"/>
                    </a:cubicBezTo>
                    <a:close/>
                    <a:moveTo>
                      <a:pt x="365" y="8"/>
                    </a:moveTo>
                    <a:cubicBezTo>
                      <a:pt x="365" y="9"/>
                      <a:pt x="365" y="10"/>
                      <a:pt x="364" y="10"/>
                    </a:cubicBezTo>
                    <a:cubicBezTo>
                      <a:pt x="364" y="10"/>
                      <a:pt x="364" y="10"/>
                      <a:pt x="364" y="10"/>
                    </a:cubicBezTo>
                    <a:cubicBezTo>
                      <a:pt x="364" y="10"/>
                      <a:pt x="363" y="10"/>
                      <a:pt x="362" y="10"/>
                    </a:cubicBezTo>
                    <a:cubicBezTo>
                      <a:pt x="362" y="10"/>
                      <a:pt x="362" y="10"/>
                      <a:pt x="362" y="10"/>
                    </a:cubicBezTo>
                    <a:cubicBezTo>
                      <a:pt x="362" y="9"/>
                      <a:pt x="362" y="8"/>
                      <a:pt x="363" y="8"/>
                    </a:cubicBezTo>
                    <a:cubicBezTo>
                      <a:pt x="363" y="8"/>
                      <a:pt x="363" y="8"/>
                      <a:pt x="363" y="8"/>
                    </a:cubicBezTo>
                    <a:cubicBezTo>
                      <a:pt x="363" y="8"/>
                      <a:pt x="363" y="8"/>
                      <a:pt x="363" y="8"/>
                    </a:cubicBezTo>
                    <a:cubicBezTo>
                      <a:pt x="363" y="8"/>
                      <a:pt x="363" y="8"/>
                      <a:pt x="363" y="8"/>
                    </a:cubicBezTo>
                    <a:cubicBezTo>
                      <a:pt x="364" y="8"/>
                      <a:pt x="364" y="8"/>
                      <a:pt x="365" y="8"/>
                    </a:cubicBezTo>
                    <a:close/>
                    <a:moveTo>
                      <a:pt x="353" y="16"/>
                    </a:moveTo>
                    <a:cubicBezTo>
                      <a:pt x="354" y="16"/>
                      <a:pt x="354" y="17"/>
                      <a:pt x="353" y="17"/>
                    </a:cubicBezTo>
                    <a:cubicBezTo>
                      <a:pt x="353" y="17"/>
                      <a:pt x="353" y="17"/>
                      <a:pt x="353" y="17"/>
                    </a:cubicBezTo>
                    <a:cubicBezTo>
                      <a:pt x="352" y="18"/>
                      <a:pt x="351" y="18"/>
                      <a:pt x="351" y="17"/>
                    </a:cubicBezTo>
                    <a:cubicBezTo>
                      <a:pt x="351" y="17"/>
                      <a:pt x="351" y="17"/>
                      <a:pt x="351" y="17"/>
                    </a:cubicBezTo>
                    <a:cubicBezTo>
                      <a:pt x="351" y="16"/>
                      <a:pt x="351" y="16"/>
                      <a:pt x="351" y="15"/>
                    </a:cubicBezTo>
                    <a:cubicBezTo>
                      <a:pt x="351" y="15"/>
                      <a:pt x="351" y="15"/>
                      <a:pt x="351" y="15"/>
                    </a:cubicBezTo>
                    <a:cubicBezTo>
                      <a:pt x="352" y="15"/>
                      <a:pt x="352" y="15"/>
                      <a:pt x="352" y="15"/>
                    </a:cubicBezTo>
                    <a:cubicBezTo>
                      <a:pt x="352" y="15"/>
                      <a:pt x="352" y="15"/>
                      <a:pt x="352" y="15"/>
                    </a:cubicBezTo>
                    <a:cubicBezTo>
                      <a:pt x="353" y="15"/>
                      <a:pt x="353" y="15"/>
                      <a:pt x="353" y="16"/>
                    </a:cubicBezTo>
                    <a:close/>
                    <a:moveTo>
                      <a:pt x="342" y="23"/>
                    </a:moveTo>
                    <a:cubicBezTo>
                      <a:pt x="342" y="24"/>
                      <a:pt x="342" y="24"/>
                      <a:pt x="342" y="25"/>
                    </a:cubicBezTo>
                    <a:cubicBezTo>
                      <a:pt x="342" y="25"/>
                      <a:pt x="342" y="25"/>
                      <a:pt x="342" y="25"/>
                    </a:cubicBezTo>
                    <a:cubicBezTo>
                      <a:pt x="341" y="25"/>
                      <a:pt x="340" y="25"/>
                      <a:pt x="340" y="24"/>
                    </a:cubicBezTo>
                    <a:cubicBezTo>
                      <a:pt x="340" y="24"/>
                      <a:pt x="340" y="24"/>
                      <a:pt x="340" y="24"/>
                    </a:cubicBezTo>
                    <a:cubicBezTo>
                      <a:pt x="339" y="24"/>
                      <a:pt x="340" y="23"/>
                      <a:pt x="340" y="23"/>
                    </a:cubicBezTo>
                    <a:cubicBezTo>
                      <a:pt x="340" y="23"/>
                      <a:pt x="340" y="23"/>
                      <a:pt x="340" y="23"/>
                    </a:cubicBezTo>
                    <a:cubicBezTo>
                      <a:pt x="340" y="22"/>
                      <a:pt x="341" y="22"/>
                      <a:pt x="341" y="22"/>
                    </a:cubicBezTo>
                    <a:cubicBezTo>
                      <a:pt x="341" y="22"/>
                      <a:pt x="341" y="22"/>
                      <a:pt x="341" y="22"/>
                    </a:cubicBezTo>
                    <a:cubicBezTo>
                      <a:pt x="341" y="22"/>
                      <a:pt x="342" y="23"/>
                      <a:pt x="342" y="23"/>
                    </a:cubicBezTo>
                    <a:close/>
                    <a:moveTo>
                      <a:pt x="331" y="30"/>
                    </a:moveTo>
                    <a:cubicBezTo>
                      <a:pt x="331" y="31"/>
                      <a:pt x="331" y="32"/>
                      <a:pt x="330" y="32"/>
                    </a:cubicBezTo>
                    <a:cubicBezTo>
                      <a:pt x="330" y="32"/>
                      <a:pt x="330" y="32"/>
                      <a:pt x="330" y="32"/>
                    </a:cubicBezTo>
                    <a:cubicBezTo>
                      <a:pt x="330" y="33"/>
                      <a:pt x="329" y="32"/>
                      <a:pt x="328" y="32"/>
                    </a:cubicBezTo>
                    <a:cubicBezTo>
                      <a:pt x="328" y="32"/>
                      <a:pt x="328" y="32"/>
                      <a:pt x="328" y="32"/>
                    </a:cubicBezTo>
                    <a:cubicBezTo>
                      <a:pt x="328" y="31"/>
                      <a:pt x="328" y="30"/>
                      <a:pt x="329" y="30"/>
                    </a:cubicBezTo>
                    <a:cubicBezTo>
                      <a:pt x="329" y="30"/>
                      <a:pt x="329" y="30"/>
                      <a:pt x="329" y="30"/>
                    </a:cubicBezTo>
                    <a:cubicBezTo>
                      <a:pt x="329" y="30"/>
                      <a:pt x="329" y="30"/>
                      <a:pt x="330" y="30"/>
                    </a:cubicBezTo>
                    <a:cubicBezTo>
                      <a:pt x="330" y="30"/>
                      <a:pt x="330" y="30"/>
                      <a:pt x="330" y="30"/>
                    </a:cubicBezTo>
                    <a:cubicBezTo>
                      <a:pt x="330" y="30"/>
                      <a:pt x="330" y="30"/>
                      <a:pt x="331" y="30"/>
                    </a:cubicBezTo>
                    <a:close/>
                    <a:moveTo>
                      <a:pt x="319" y="38"/>
                    </a:moveTo>
                    <a:cubicBezTo>
                      <a:pt x="320" y="38"/>
                      <a:pt x="320" y="39"/>
                      <a:pt x="319" y="40"/>
                    </a:cubicBezTo>
                    <a:cubicBezTo>
                      <a:pt x="319" y="40"/>
                      <a:pt x="319" y="40"/>
                      <a:pt x="319" y="40"/>
                    </a:cubicBezTo>
                    <a:cubicBezTo>
                      <a:pt x="318" y="40"/>
                      <a:pt x="318" y="40"/>
                      <a:pt x="317" y="39"/>
                    </a:cubicBezTo>
                    <a:cubicBezTo>
                      <a:pt x="317" y="39"/>
                      <a:pt x="317" y="39"/>
                      <a:pt x="317" y="39"/>
                    </a:cubicBezTo>
                    <a:cubicBezTo>
                      <a:pt x="317" y="39"/>
                      <a:pt x="317" y="38"/>
                      <a:pt x="318" y="37"/>
                    </a:cubicBezTo>
                    <a:cubicBezTo>
                      <a:pt x="318" y="37"/>
                      <a:pt x="318" y="37"/>
                      <a:pt x="318" y="37"/>
                    </a:cubicBezTo>
                    <a:cubicBezTo>
                      <a:pt x="318" y="37"/>
                      <a:pt x="318" y="37"/>
                      <a:pt x="318" y="37"/>
                    </a:cubicBezTo>
                    <a:cubicBezTo>
                      <a:pt x="318" y="37"/>
                      <a:pt x="318" y="37"/>
                      <a:pt x="318" y="37"/>
                    </a:cubicBezTo>
                    <a:cubicBezTo>
                      <a:pt x="319" y="37"/>
                      <a:pt x="319" y="37"/>
                      <a:pt x="319" y="38"/>
                    </a:cubicBezTo>
                    <a:close/>
                    <a:moveTo>
                      <a:pt x="308" y="45"/>
                    </a:moveTo>
                    <a:cubicBezTo>
                      <a:pt x="308" y="46"/>
                      <a:pt x="308" y="46"/>
                      <a:pt x="308" y="47"/>
                    </a:cubicBezTo>
                    <a:cubicBezTo>
                      <a:pt x="308" y="47"/>
                      <a:pt x="308" y="47"/>
                      <a:pt x="308" y="47"/>
                    </a:cubicBezTo>
                    <a:cubicBezTo>
                      <a:pt x="307" y="47"/>
                      <a:pt x="306" y="47"/>
                      <a:pt x="306" y="47"/>
                    </a:cubicBezTo>
                    <a:cubicBezTo>
                      <a:pt x="306" y="47"/>
                      <a:pt x="306" y="47"/>
                      <a:pt x="306" y="47"/>
                    </a:cubicBezTo>
                    <a:cubicBezTo>
                      <a:pt x="305" y="46"/>
                      <a:pt x="306" y="45"/>
                      <a:pt x="306" y="45"/>
                    </a:cubicBezTo>
                    <a:cubicBezTo>
                      <a:pt x="306" y="45"/>
                      <a:pt x="306" y="45"/>
                      <a:pt x="306" y="45"/>
                    </a:cubicBezTo>
                    <a:cubicBezTo>
                      <a:pt x="306" y="45"/>
                      <a:pt x="307" y="44"/>
                      <a:pt x="307" y="44"/>
                    </a:cubicBezTo>
                    <a:cubicBezTo>
                      <a:pt x="307" y="44"/>
                      <a:pt x="307" y="44"/>
                      <a:pt x="307" y="44"/>
                    </a:cubicBezTo>
                    <a:cubicBezTo>
                      <a:pt x="307" y="44"/>
                      <a:pt x="308" y="45"/>
                      <a:pt x="308" y="45"/>
                    </a:cubicBezTo>
                    <a:close/>
                    <a:moveTo>
                      <a:pt x="297" y="52"/>
                    </a:moveTo>
                    <a:cubicBezTo>
                      <a:pt x="297" y="53"/>
                      <a:pt x="297" y="54"/>
                      <a:pt x="296" y="54"/>
                    </a:cubicBezTo>
                    <a:cubicBezTo>
                      <a:pt x="296" y="54"/>
                      <a:pt x="296" y="54"/>
                      <a:pt x="296" y="54"/>
                    </a:cubicBezTo>
                    <a:cubicBezTo>
                      <a:pt x="296" y="55"/>
                      <a:pt x="295" y="54"/>
                      <a:pt x="294" y="54"/>
                    </a:cubicBezTo>
                    <a:cubicBezTo>
                      <a:pt x="294" y="54"/>
                      <a:pt x="294" y="54"/>
                      <a:pt x="294" y="54"/>
                    </a:cubicBezTo>
                    <a:cubicBezTo>
                      <a:pt x="294" y="53"/>
                      <a:pt x="294" y="52"/>
                      <a:pt x="295" y="52"/>
                    </a:cubicBezTo>
                    <a:cubicBezTo>
                      <a:pt x="295" y="52"/>
                      <a:pt x="295" y="52"/>
                      <a:pt x="295" y="52"/>
                    </a:cubicBezTo>
                    <a:cubicBezTo>
                      <a:pt x="295" y="52"/>
                      <a:pt x="295" y="52"/>
                      <a:pt x="296" y="52"/>
                    </a:cubicBezTo>
                    <a:cubicBezTo>
                      <a:pt x="296" y="52"/>
                      <a:pt x="296" y="52"/>
                      <a:pt x="296" y="52"/>
                    </a:cubicBezTo>
                    <a:cubicBezTo>
                      <a:pt x="296" y="52"/>
                      <a:pt x="296" y="52"/>
                      <a:pt x="297" y="52"/>
                    </a:cubicBezTo>
                    <a:close/>
                    <a:moveTo>
                      <a:pt x="285" y="60"/>
                    </a:moveTo>
                    <a:cubicBezTo>
                      <a:pt x="286" y="60"/>
                      <a:pt x="286" y="61"/>
                      <a:pt x="285" y="62"/>
                    </a:cubicBezTo>
                    <a:cubicBezTo>
                      <a:pt x="285" y="62"/>
                      <a:pt x="285" y="62"/>
                      <a:pt x="285" y="62"/>
                    </a:cubicBezTo>
                    <a:cubicBezTo>
                      <a:pt x="284" y="62"/>
                      <a:pt x="284" y="62"/>
                      <a:pt x="283" y="61"/>
                    </a:cubicBezTo>
                    <a:cubicBezTo>
                      <a:pt x="283" y="61"/>
                      <a:pt x="283" y="61"/>
                      <a:pt x="283" y="61"/>
                    </a:cubicBezTo>
                    <a:cubicBezTo>
                      <a:pt x="283" y="61"/>
                      <a:pt x="283" y="60"/>
                      <a:pt x="284" y="59"/>
                    </a:cubicBezTo>
                    <a:cubicBezTo>
                      <a:pt x="284" y="59"/>
                      <a:pt x="284" y="59"/>
                      <a:pt x="284" y="59"/>
                    </a:cubicBezTo>
                    <a:cubicBezTo>
                      <a:pt x="284" y="59"/>
                      <a:pt x="284" y="59"/>
                      <a:pt x="284" y="59"/>
                    </a:cubicBezTo>
                    <a:cubicBezTo>
                      <a:pt x="284" y="59"/>
                      <a:pt x="284" y="59"/>
                      <a:pt x="284" y="59"/>
                    </a:cubicBezTo>
                    <a:cubicBezTo>
                      <a:pt x="285" y="59"/>
                      <a:pt x="285" y="59"/>
                      <a:pt x="285" y="60"/>
                    </a:cubicBezTo>
                    <a:close/>
                    <a:moveTo>
                      <a:pt x="274" y="67"/>
                    </a:moveTo>
                    <a:cubicBezTo>
                      <a:pt x="275" y="68"/>
                      <a:pt x="274" y="69"/>
                      <a:pt x="274" y="69"/>
                    </a:cubicBezTo>
                    <a:cubicBezTo>
                      <a:pt x="274" y="69"/>
                      <a:pt x="274" y="69"/>
                      <a:pt x="274" y="69"/>
                    </a:cubicBezTo>
                    <a:cubicBezTo>
                      <a:pt x="273" y="69"/>
                      <a:pt x="272" y="69"/>
                      <a:pt x="272" y="69"/>
                    </a:cubicBezTo>
                    <a:cubicBezTo>
                      <a:pt x="272" y="69"/>
                      <a:pt x="272" y="69"/>
                      <a:pt x="272" y="69"/>
                    </a:cubicBezTo>
                    <a:cubicBezTo>
                      <a:pt x="271" y="68"/>
                      <a:pt x="272" y="67"/>
                      <a:pt x="272" y="67"/>
                    </a:cubicBezTo>
                    <a:cubicBezTo>
                      <a:pt x="272" y="67"/>
                      <a:pt x="272" y="67"/>
                      <a:pt x="272" y="67"/>
                    </a:cubicBezTo>
                    <a:cubicBezTo>
                      <a:pt x="272" y="67"/>
                      <a:pt x="273" y="67"/>
                      <a:pt x="273" y="67"/>
                    </a:cubicBezTo>
                    <a:cubicBezTo>
                      <a:pt x="273" y="67"/>
                      <a:pt x="273" y="67"/>
                      <a:pt x="273" y="67"/>
                    </a:cubicBezTo>
                    <a:cubicBezTo>
                      <a:pt x="273" y="67"/>
                      <a:pt x="274" y="67"/>
                      <a:pt x="274" y="67"/>
                    </a:cubicBezTo>
                    <a:close/>
                    <a:moveTo>
                      <a:pt x="263" y="75"/>
                    </a:moveTo>
                    <a:cubicBezTo>
                      <a:pt x="263" y="75"/>
                      <a:pt x="263" y="76"/>
                      <a:pt x="262" y="76"/>
                    </a:cubicBezTo>
                    <a:cubicBezTo>
                      <a:pt x="262" y="76"/>
                      <a:pt x="262" y="76"/>
                      <a:pt x="262" y="76"/>
                    </a:cubicBezTo>
                    <a:cubicBezTo>
                      <a:pt x="262" y="77"/>
                      <a:pt x="261" y="77"/>
                      <a:pt x="261" y="76"/>
                    </a:cubicBezTo>
                    <a:cubicBezTo>
                      <a:pt x="261" y="76"/>
                      <a:pt x="261" y="76"/>
                      <a:pt x="261" y="76"/>
                    </a:cubicBezTo>
                    <a:cubicBezTo>
                      <a:pt x="260" y="75"/>
                      <a:pt x="260" y="75"/>
                      <a:pt x="261" y="74"/>
                    </a:cubicBezTo>
                    <a:cubicBezTo>
                      <a:pt x="261" y="74"/>
                      <a:pt x="261" y="74"/>
                      <a:pt x="261" y="74"/>
                    </a:cubicBezTo>
                    <a:cubicBezTo>
                      <a:pt x="261" y="74"/>
                      <a:pt x="261" y="74"/>
                      <a:pt x="262" y="74"/>
                    </a:cubicBezTo>
                    <a:cubicBezTo>
                      <a:pt x="262" y="74"/>
                      <a:pt x="262" y="74"/>
                      <a:pt x="262" y="74"/>
                    </a:cubicBezTo>
                    <a:cubicBezTo>
                      <a:pt x="262" y="74"/>
                      <a:pt x="263" y="74"/>
                      <a:pt x="263" y="75"/>
                    </a:cubicBezTo>
                    <a:close/>
                    <a:moveTo>
                      <a:pt x="251" y="82"/>
                    </a:moveTo>
                    <a:cubicBezTo>
                      <a:pt x="252" y="83"/>
                      <a:pt x="252" y="83"/>
                      <a:pt x="251" y="84"/>
                    </a:cubicBezTo>
                    <a:cubicBezTo>
                      <a:pt x="251" y="84"/>
                      <a:pt x="251" y="84"/>
                      <a:pt x="251" y="84"/>
                    </a:cubicBezTo>
                    <a:cubicBezTo>
                      <a:pt x="250" y="84"/>
                      <a:pt x="250" y="84"/>
                      <a:pt x="249" y="83"/>
                    </a:cubicBezTo>
                    <a:cubicBezTo>
                      <a:pt x="249" y="83"/>
                      <a:pt x="249" y="83"/>
                      <a:pt x="249" y="83"/>
                    </a:cubicBezTo>
                    <a:cubicBezTo>
                      <a:pt x="249" y="83"/>
                      <a:pt x="249" y="82"/>
                      <a:pt x="250" y="81"/>
                    </a:cubicBezTo>
                    <a:cubicBezTo>
                      <a:pt x="250" y="81"/>
                      <a:pt x="250" y="81"/>
                      <a:pt x="250" y="81"/>
                    </a:cubicBezTo>
                    <a:cubicBezTo>
                      <a:pt x="250" y="81"/>
                      <a:pt x="250" y="81"/>
                      <a:pt x="250" y="81"/>
                    </a:cubicBezTo>
                    <a:cubicBezTo>
                      <a:pt x="250" y="81"/>
                      <a:pt x="250" y="81"/>
                      <a:pt x="250" y="81"/>
                    </a:cubicBezTo>
                    <a:cubicBezTo>
                      <a:pt x="251" y="81"/>
                      <a:pt x="251" y="81"/>
                      <a:pt x="251" y="82"/>
                    </a:cubicBezTo>
                    <a:close/>
                    <a:moveTo>
                      <a:pt x="240" y="89"/>
                    </a:moveTo>
                    <a:cubicBezTo>
                      <a:pt x="241" y="90"/>
                      <a:pt x="240" y="91"/>
                      <a:pt x="240" y="91"/>
                    </a:cubicBezTo>
                    <a:cubicBezTo>
                      <a:pt x="240" y="91"/>
                      <a:pt x="240" y="91"/>
                      <a:pt x="240" y="91"/>
                    </a:cubicBezTo>
                    <a:cubicBezTo>
                      <a:pt x="239" y="92"/>
                      <a:pt x="238" y="91"/>
                      <a:pt x="238" y="91"/>
                    </a:cubicBezTo>
                    <a:cubicBezTo>
                      <a:pt x="238" y="91"/>
                      <a:pt x="238" y="91"/>
                      <a:pt x="238" y="91"/>
                    </a:cubicBezTo>
                    <a:cubicBezTo>
                      <a:pt x="238" y="90"/>
                      <a:pt x="238" y="89"/>
                      <a:pt x="238" y="89"/>
                    </a:cubicBezTo>
                    <a:cubicBezTo>
                      <a:pt x="238" y="89"/>
                      <a:pt x="238" y="89"/>
                      <a:pt x="238" y="89"/>
                    </a:cubicBezTo>
                    <a:cubicBezTo>
                      <a:pt x="239" y="89"/>
                      <a:pt x="239" y="89"/>
                      <a:pt x="239" y="89"/>
                    </a:cubicBezTo>
                    <a:cubicBezTo>
                      <a:pt x="239" y="89"/>
                      <a:pt x="239" y="89"/>
                      <a:pt x="239" y="89"/>
                    </a:cubicBezTo>
                    <a:cubicBezTo>
                      <a:pt x="239" y="89"/>
                      <a:pt x="240" y="89"/>
                      <a:pt x="240" y="89"/>
                    </a:cubicBezTo>
                    <a:close/>
                    <a:moveTo>
                      <a:pt x="229" y="97"/>
                    </a:moveTo>
                    <a:cubicBezTo>
                      <a:pt x="229" y="97"/>
                      <a:pt x="229" y="98"/>
                      <a:pt x="228" y="98"/>
                    </a:cubicBezTo>
                    <a:cubicBezTo>
                      <a:pt x="228" y="98"/>
                      <a:pt x="228" y="98"/>
                      <a:pt x="228" y="98"/>
                    </a:cubicBezTo>
                    <a:cubicBezTo>
                      <a:pt x="228" y="99"/>
                      <a:pt x="227" y="99"/>
                      <a:pt x="227" y="98"/>
                    </a:cubicBezTo>
                    <a:cubicBezTo>
                      <a:pt x="227" y="98"/>
                      <a:pt x="227" y="98"/>
                      <a:pt x="227" y="98"/>
                    </a:cubicBezTo>
                    <a:cubicBezTo>
                      <a:pt x="226" y="97"/>
                      <a:pt x="226" y="97"/>
                      <a:pt x="227" y="96"/>
                    </a:cubicBezTo>
                    <a:cubicBezTo>
                      <a:pt x="227" y="96"/>
                      <a:pt x="227" y="96"/>
                      <a:pt x="227" y="96"/>
                    </a:cubicBezTo>
                    <a:cubicBezTo>
                      <a:pt x="227" y="96"/>
                      <a:pt x="228" y="96"/>
                      <a:pt x="228" y="96"/>
                    </a:cubicBezTo>
                    <a:cubicBezTo>
                      <a:pt x="228" y="96"/>
                      <a:pt x="228" y="96"/>
                      <a:pt x="228" y="96"/>
                    </a:cubicBezTo>
                    <a:cubicBezTo>
                      <a:pt x="228" y="96"/>
                      <a:pt x="229" y="96"/>
                      <a:pt x="229" y="97"/>
                    </a:cubicBezTo>
                    <a:close/>
                    <a:moveTo>
                      <a:pt x="218" y="104"/>
                    </a:moveTo>
                    <a:cubicBezTo>
                      <a:pt x="218" y="105"/>
                      <a:pt x="218" y="105"/>
                      <a:pt x="217" y="106"/>
                    </a:cubicBezTo>
                    <a:cubicBezTo>
                      <a:pt x="217" y="106"/>
                      <a:pt x="217" y="106"/>
                      <a:pt x="217" y="106"/>
                    </a:cubicBezTo>
                    <a:cubicBezTo>
                      <a:pt x="217" y="106"/>
                      <a:pt x="216" y="106"/>
                      <a:pt x="215" y="105"/>
                    </a:cubicBezTo>
                    <a:cubicBezTo>
                      <a:pt x="215" y="105"/>
                      <a:pt x="215" y="105"/>
                      <a:pt x="215" y="105"/>
                    </a:cubicBezTo>
                    <a:cubicBezTo>
                      <a:pt x="215" y="105"/>
                      <a:pt x="215" y="104"/>
                      <a:pt x="216" y="104"/>
                    </a:cubicBezTo>
                    <a:cubicBezTo>
                      <a:pt x="216" y="104"/>
                      <a:pt x="216" y="104"/>
                      <a:pt x="216" y="104"/>
                    </a:cubicBezTo>
                    <a:cubicBezTo>
                      <a:pt x="216" y="103"/>
                      <a:pt x="216" y="103"/>
                      <a:pt x="216" y="103"/>
                    </a:cubicBezTo>
                    <a:cubicBezTo>
                      <a:pt x="216" y="103"/>
                      <a:pt x="216" y="103"/>
                      <a:pt x="216" y="103"/>
                    </a:cubicBezTo>
                    <a:cubicBezTo>
                      <a:pt x="217" y="103"/>
                      <a:pt x="217" y="104"/>
                      <a:pt x="218" y="104"/>
                    </a:cubicBezTo>
                    <a:close/>
                    <a:moveTo>
                      <a:pt x="206" y="111"/>
                    </a:moveTo>
                    <a:cubicBezTo>
                      <a:pt x="207" y="112"/>
                      <a:pt x="206" y="113"/>
                      <a:pt x="206" y="113"/>
                    </a:cubicBezTo>
                    <a:cubicBezTo>
                      <a:pt x="206" y="113"/>
                      <a:pt x="206" y="113"/>
                      <a:pt x="206" y="113"/>
                    </a:cubicBezTo>
                    <a:cubicBezTo>
                      <a:pt x="205" y="114"/>
                      <a:pt x="204" y="113"/>
                      <a:pt x="204" y="113"/>
                    </a:cubicBezTo>
                    <a:cubicBezTo>
                      <a:pt x="204" y="113"/>
                      <a:pt x="204" y="113"/>
                      <a:pt x="204" y="113"/>
                    </a:cubicBezTo>
                    <a:cubicBezTo>
                      <a:pt x="204" y="112"/>
                      <a:pt x="204" y="111"/>
                      <a:pt x="204" y="111"/>
                    </a:cubicBezTo>
                    <a:cubicBezTo>
                      <a:pt x="204" y="111"/>
                      <a:pt x="204" y="111"/>
                      <a:pt x="204" y="111"/>
                    </a:cubicBezTo>
                    <a:cubicBezTo>
                      <a:pt x="205" y="111"/>
                      <a:pt x="205" y="111"/>
                      <a:pt x="205" y="111"/>
                    </a:cubicBezTo>
                    <a:cubicBezTo>
                      <a:pt x="205" y="111"/>
                      <a:pt x="205" y="111"/>
                      <a:pt x="205" y="111"/>
                    </a:cubicBezTo>
                    <a:cubicBezTo>
                      <a:pt x="206" y="111"/>
                      <a:pt x="206" y="111"/>
                      <a:pt x="206" y="111"/>
                    </a:cubicBezTo>
                    <a:close/>
                    <a:moveTo>
                      <a:pt x="195" y="119"/>
                    </a:moveTo>
                    <a:cubicBezTo>
                      <a:pt x="195" y="119"/>
                      <a:pt x="195" y="120"/>
                      <a:pt x="195" y="121"/>
                    </a:cubicBezTo>
                    <a:cubicBezTo>
                      <a:pt x="195" y="121"/>
                      <a:pt x="195" y="121"/>
                      <a:pt x="195" y="121"/>
                    </a:cubicBezTo>
                    <a:cubicBezTo>
                      <a:pt x="194" y="121"/>
                      <a:pt x="193" y="121"/>
                      <a:pt x="193" y="120"/>
                    </a:cubicBezTo>
                    <a:cubicBezTo>
                      <a:pt x="193" y="120"/>
                      <a:pt x="193" y="120"/>
                      <a:pt x="193" y="120"/>
                    </a:cubicBezTo>
                    <a:cubicBezTo>
                      <a:pt x="192" y="120"/>
                      <a:pt x="192" y="119"/>
                      <a:pt x="193" y="118"/>
                    </a:cubicBezTo>
                    <a:cubicBezTo>
                      <a:pt x="193" y="118"/>
                      <a:pt x="193" y="118"/>
                      <a:pt x="193" y="118"/>
                    </a:cubicBezTo>
                    <a:cubicBezTo>
                      <a:pt x="193" y="118"/>
                      <a:pt x="194" y="118"/>
                      <a:pt x="194" y="118"/>
                    </a:cubicBezTo>
                    <a:cubicBezTo>
                      <a:pt x="194" y="118"/>
                      <a:pt x="194" y="118"/>
                      <a:pt x="194" y="118"/>
                    </a:cubicBezTo>
                    <a:cubicBezTo>
                      <a:pt x="194" y="118"/>
                      <a:pt x="195" y="118"/>
                      <a:pt x="195" y="119"/>
                    </a:cubicBezTo>
                    <a:close/>
                    <a:moveTo>
                      <a:pt x="184" y="126"/>
                    </a:moveTo>
                    <a:cubicBezTo>
                      <a:pt x="184" y="127"/>
                      <a:pt x="184" y="128"/>
                      <a:pt x="183" y="128"/>
                    </a:cubicBezTo>
                    <a:cubicBezTo>
                      <a:pt x="183" y="128"/>
                      <a:pt x="183" y="128"/>
                      <a:pt x="183" y="128"/>
                    </a:cubicBezTo>
                    <a:cubicBezTo>
                      <a:pt x="183" y="128"/>
                      <a:pt x="182" y="128"/>
                      <a:pt x="181" y="128"/>
                    </a:cubicBezTo>
                    <a:cubicBezTo>
                      <a:pt x="181" y="128"/>
                      <a:pt x="181" y="128"/>
                      <a:pt x="181" y="128"/>
                    </a:cubicBezTo>
                    <a:cubicBezTo>
                      <a:pt x="181" y="127"/>
                      <a:pt x="181" y="126"/>
                      <a:pt x="182" y="126"/>
                    </a:cubicBezTo>
                    <a:cubicBezTo>
                      <a:pt x="182" y="126"/>
                      <a:pt x="182" y="126"/>
                      <a:pt x="182" y="126"/>
                    </a:cubicBezTo>
                    <a:cubicBezTo>
                      <a:pt x="182" y="126"/>
                      <a:pt x="182" y="125"/>
                      <a:pt x="183" y="125"/>
                    </a:cubicBezTo>
                    <a:cubicBezTo>
                      <a:pt x="183" y="125"/>
                      <a:pt x="183" y="125"/>
                      <a:pt x="183" y="125"/>
                    </a:cubicBezTo>
                    <a:cubicBezTo>
                      <a:pt x="183" y="125"/>
                      <a:pt x="183" y="126"/>
                      <a:pt x="184" y="126"/>
                    </a:cubicBezTo>
                    <a:close/>
                    <a:moveTo>
                      <a:pt x="172" y="133"/>
                    </a:moveTo>
                    <a:cubicBezTo>
                      <a:pt x="173" y="134"/>
                      <a:pt x="173" y="135"/>
                      <a:pt x="172" y="135"/>
                    </a:cubicBezTo>
                    <a:cubicBezTo>
                      <a:pt x="172" y="135"/>
                      <a:pt x="172" y="135"/>
                      <a:pt x="172" y="135"/>
                    </a:cubicBezTo>
                    <a:cubicBezTo>
                      <a:pt x="171" y="136"/>
                      <a:pt x="171" y="136"/>
                      <a:pt x="170" y="135"/>
                    </a:cubicBezTo>
                    <a:cubicBezTo>
                      <a:pt x="170" y="135"/>
                      <a:pt x="170" y="135"/>
                      <a:pt x="170" y="135"/>
                    </a:cubicBezTo>
                    <a:cubicBezTo>
                      <a:pt x="170" y="134"/>
                      <a:pt x="170" y="133"/>
                      <a:pt x="170" y="133"/>
                    </a:cubicBezTo>
                    <a:cubicBezTo>
                      <a:pt x="170" y="133"/>
                      <a:pt x="170" y="133"/>
                      <a:pt x="170" y="133"/>
                    </a:cubicBezTo>
                    <a:cubicBezTo>
                      <a:pt x="171" y="133"/>
                      <a:pt x="171" y="133"/>
                      <a:pt x="171" y="133"/>
                    </a:cubicBezTo>
                    <a:cubicBezTo>
                      <a:pt x="171" y="133"/>
                      <a:pt x="171" y="133"/>
                      <a:pt x="171" y="133"/>
                    </a:cubicBezTo>
                    <a:cubicBezTo>
                      <a:pt x="172" y="133"/>
                      <a:pt x="172" y="133"/>
                      <a:pt x="172" y="133"/>
                    </a:cubicBezTo>
                    <a:close/>
                    <a:moveTo>
                      <a:pt x="161" y="141"/>
                    </a:moveTo>
                    <a:cubicBezTo>
                      <a:pt x="161" y="141"/>
                      <a:pt x="161" y="142"/>
                      <a:pt x="161" y="143"/>
                    </a:cubicBezTo>
                    <a:cubicBezTo>
                      <a:pt x="161" y="143"/>
                      <a:pt x="161" y="143"/>
                      <a:pt x="161" y="143"/>
                    </a:cubicBezTo>
                    <a:cubicBezTo>
                      <a:pt x="160" y="143"/>
                      <a:pt x="159" y="143"/>
                      <a:pt x="159" y="142"/>
                    </a:cubicBezTo>
                    <a:cubicBezTo>
                      <a:pt x="159" y="142"/>
                      <a:pt x="159" y="142"/>
                      <a:pt x="159" y="142"/>
                    </a:cubicBezTo>
                    <a:cubicBezTo>
                      <a:pt x="158" y="142"/>
                      <a:pt x="159" y="141"/>
                      <a:pt x="159" y="140"/>
                    </a:cubicBezTo>
                    <a:cubicBezTo>
                      <a:pt x="159" y="140"/>
                      <a:pt x="159" y="140"/>
                      <a:pt x="159" y="140"/>
                    </a:cubicBezTo>
                    <a:cubicBezTo>
                      <a:pt x="159" y="140"/>
                      <a:pt x="160" y="140"/>
                      <a:pt x="160" y="140"/>
                    </a:cubicBezTo>
                    <a:cubicBezTo>
                      <a:pt x="160" y="140"/>
                      <a:pt x="160" y="140"/>
                      <a:pt x="160" y="140"/>
                    </a:cubicBezTo>
                    <a:cubicBezTo>
                      <a:pt x="160" y="140"/>
                      <a:pt x="161" y="140"/>
                      <a:pt x="161" y="141"/>
                    </a:cubicBezTo>
                    <a:close/>
                    <a:moveTo>
                      <a:pt x="150" y="148"/>
                    </a:moveTo>
                    <a:cubicBezTo>
                      <a:pt x="150" y="149"/>
                      <a:pt x="150" y="150"/>
                      <a:pt x="149" y="150"/>
                    </a:cubicBezTo>
                    <a:cubicBezTo>
                      <a:pt x="149" y="150"/>
                      <a:pt x="149" y="150"/>
                      <a:pt x="149" y="150"/>
                    </a:cubicBezTo>
                    <a:cubicBezTo>
                      <a:pt x="149" y="150"/>
                      <a:pt x="148" y="150"/>
                      <a:pt x="147" y="150"/>
                    </a:cubicBezTo>
                    <a:cubicBezTo>
                      <a:pt x="147" y="150"/>
                      <a:pt x="147" y="150"/>
                      <a:pt x="147" y="150"/>
                    </a:cubicBezTo>
                    <a:cubicBezTo>
                      <a:pt x="147" y="149"/>
                      <a:pt x="147" y="148"/>
                      <a:pt x="148" y="148"/>
                    </a:cubicBezTo>
                    <a:cubicBezTo>
                      <a:pt x="148" y="148"/>
                      <a:pt x="148" y="148"/>
                      <a:pt x="148" y="148"/>
                    </a:cubicBezTo>
                    <a:cubicBezTo>
                      <a:pt x="148" y="148"/>
                      <a:pt x="148" y="148"/>
                      <a:pt x="149" y="148"/>
                    </a:cubicBezTo>
                    <a:cubicBezTo>
                      <a:pt x="149" y="148"/>
                      <a:pt x="149" y="148"/>
                      <a:pt x="149" y="148"/>
                    </a:cubicBezTo>
                    <a:cubicBezTo>
                      <a:pt x="149" y="148"/>
                      <a:pt x="149" y="148"/>
                      <a:pt x="150" y="148"/>
                    </a:cubicBezTo>
                    <a:close/>
                    <a:moveTo>
                      <a:pt x="138" y="156"/>
                    </a:moveTo>
                    <a:cubicBezTo>
                      <a:pt x="139" y="156"/>
                      <a:pt x="139" y="157"/>
                      <a:pt x="138" y="157"/>
                    </a:cubicBezTo>
                    <a:cubicBezTo>
                      <a:pt x="138" y="157"/>
                      <a:pt x="138" y="157"/>
                      <a:pt x="138" y="157"/>
                    </a:cubicBezTo>
                    <a:cubicBezTo>
                      <a:pt x="137" y="158"/>
                      <a:pt x="137" y="158"/>
                      <a:pt x="136" y="157"/>
                    </a:cubicBezTo>
                    <a:cubicBezTo>
                      <a:pt x="136" y="157"/>
                      <a:pt x="136" y="157"/>
                      <a:pt x="136" y="157"/>
                    </a:cubicBezTo>
                    <a:cubicBezTo>
                      <a:pt x="136" y="156"/>
                      <a:pt x="136" y="156"/>
                      <a:pt x="137" y="155"/>
                    </a:cubicBezTo>
                    <a:cubicBezTo>
                      <a:pt x="137" y="155"/>
                      <a:pt x="137" y="155"/>
                      <a:pt x="137" y="155"/>
                    </a:cubicBezTo>
                    <a:cubicBezTo>
                      <a:pt x="137" y="155"/>
                      <a:pt x="137" y="155"/>
                      <a:pt x="137" y="155"/>
                    </a:cubicBezTo>
                    <a:cubicBezTo>
                      <a:pt x="137" y="155"/>
                      <a:pt x="137" y="155"/>
                      <a:pt x="137" y="155"/>
                    </a:cubicBezTo>
                    <a:cubicBezTo>
                      <a:pt x="138" y="155"/>
                      <a:pt x="138" y="155"/>
                      <a:pt x="138" y="156"/>
                    </a:cubicBezTo>
                    <a:close/>
                    <a:moveTo>
                      <a:pt x="127" y="163"/>
                    </a:moveTo>
                    <a:cubicBezTo>
                      <a:pt x="127" y="164"/>
                      <a:pt x="127" y="164"/>
                      <a:pt x="127" y="165"/>
                    </a:cubicBezTo>
                    <a:cubicBezTo>
                      <a:pt x="127" y="165"/>
                      <a:pt x="127" y="165"/>
                      <a:pt x="127" y="165"/>
                    </a:cubicBezTo>
                    <a:cubicBezTo>
                      <a:pt x="126" y="165"/>
                      <a:pt x="125" y="165"/>
                      <a:pt x="125" y="164"/>
                    </a:cubicBezTo>
                    <a:cubicBezTo>
                      <a:pt x="125" y="164"/>
                      <a:pt x="125" y="164"/>
                      <a:pt x="125" y="164"/>
                    </a:cubicBezTo>
                    <a:cubicBezTo>
                      <a:pt x="124" y="164"/>
                      <a:pt x="125" y="163"/>
                      <a:pt x="125" y="163"/>
                    </a:cubicBezTo>
                    <a:cubicBezTo>
                      <a:pt x="125" y="163"/>
                      <a:pt x="125" y="163"/>
                      <a:pt x="125" y="163"/>
                    </a:cubicBezTo>
                    <a:cubicBezTo>
                      <a:pt x="125" y="162"/>
                      <a:pt x="126" y="162"/>
                      <a:pt x="126" y="162"/>
                    </a:cubicBezTo>
                    <a:cubicBezTo>
                      <a:pt x="126" y="162"/>
                      <a:pt x="126" y="162"/>
                      <a:pt x="126" y="162"/>
                    </a:cubicBezTo>
                    <a:cubicBezTo>
                      <a:pt x="126" y="162"/>
                      <a:pt x="127" y="163"/>
                      <a:pt x="127" y="163"/>
                    </a:cubicBezTo>
                    <a:close/>
                    <a:moveTo>
                      <a:pt x="116" y="170"/>
                    </a:moveTo>
                    <a:cubicBezTo>
                      <a:pt x="116" y="171"/>
                      <a:pt x="116" y="172"/>
                      <a:pt x="115" y="172"/>
                    </a:cubicBezTo>
                    <a:cubicBezTo>
                      <a:pt x="115" y="172"/>
                      <a:pt x="115" y="172"/>
                      <a:pt x="115" y="172"/>
                    </a:cubicBezTo>
                    <a:cubicBezTo>
                      <a:pt x="115" y="173"/>
                      <a:pt x="114" y="172"/>
                      <a:pt x="114" y="172"/>
                    </a:cubicBezTo>
                    <a:cubicBezTo>
                      <a:pt x="114" y="172"/>
                      <a:pt x="114" y="172"/>
                      <a:pt x="114" y="172"/>
                    </a:cubicBezTo>
                    <a:cubicBezTo>
                      <a:pt x="113" y="171"/>
                      <a:pt x="113" y="170"/>
                      <a:pt x="114" y="170"/>
                    </a:cubicBezTo>
                    <a:cubicBezTo>
                      <a:pt x="114" y="170"/>
                      <a:pt x="114" y="170"/>
                      <a:pt x="114" y="170"/>
                    </a:cubicBezTo>
                    <a:cubicBezTo>
                      <a:pt x="114" y="170"/>
                      <a:pt x="114" y="170"/>
                      <a:pt x="115" y="170"/>
                    </a:cubicBezTo>
                    <a:cubicBezTo>
                      <a:pt x="115" y="170"/>
                      <a:pt x="115" y="170"/>
                      <a:pt x="115" y="170"/>
                    </a:cubicBezTo>
                    <a:cubicBezTo>
                      <a:pt x="115" y="170"/>
                      <a:pt x="116" y="170"/>
                      <a:pt x="116" y="170"/>
                    </a:cubicBezTo>
                    <a:close/>
                    <a:moveTo>
                      <a:pt x="104" y="178"/>
                    </a:moveTo>
                    <a:cubicBezTo>
                      <a:pt x="105" y="178"/>
                      <a:pt x="105" y="179"/>
                      <a:pt x="104" y="179"/>
                    </a:cubicBezTo>
                    <a:cubicBezTo>
                      <a:pt x="104" y="179"/>
                      <a:pt x="104" y="179"/>
                      <a:pt x="104" y="179"/>
                    </a:cubicBezTo>
                    <a:cubicBezTo>
                      <a:pt x="103" y="180"/>
                      <a:pt x="103" y="180"/>
                      <a:pt x="102" y="179"/>
                    </a:cubicBezTo>
                    <a:cubicBezTo>
                      <a:pt x="102" y="179"/>
                      <a:pt x="102" y="179"/>
                      <a:pt x="102" y="179"/>
                    </a:cubicBezTo>
                    <a:cubicBezTo>
                      <a:pt x="102" y="178"/>
                      <a:pt x="102" y="178"/>
                      <a:pt x="103" y="177"/>
                    </a:cubicBezTo>
                    <a:cubicBezTo>
                      <a:pt x="103" y="177"/>
                      <a:pt x="103" y="177"/>
                      <a:pt x="103" y="177"/>
                    </a:cubicBezTo>
                    <a:cubicBezTo>
                      <a:pt x="103" y="177"/>
                      <a:pt x="103" y="177"/>
                      <a:pt x="103" y="177"/>
                    </a:cubicBezTo>
                    <a:cubicBezTo>
                      <a:pt x="103" y="177"/>
                      <a:pt x="103" y="177"/>
                      <a:pt x="103" y="177"/>
                    </a:cubicBezTo>
                    <a:cubicBezTo>
                      <a:pt x="104" y="177"/>
                      <a:pt x="104" y="177"/>
                      <a:pt x="104" y="178"/>
                    </a:cubicBezTo>
                    <a:close/>
                    <a:moveTo>
                      <a:pt x="93" y="185"/>
                    </a:moveTo>
                    <a:cubicBezTo>
                      <a:pt x="94" y="186"/>
                      <a:pt x="93" y="186"/>
                      <a:pt x="93" y="187"/>
                    </a:cubicBezTo>
                    <a:cubicBezTo>
                      <a:pt x="93" y="187"/>
                      <a:pt x="93" y="187"/>
                      <a:pt x="93" y="187"/>
                    </a:cubicBezTo>
                    <a:cubicBezTo>
                      <a:pt x="92" y="187"/>
                      <a:pt x="91" y="187"/>
                      <a:pt x="91" y="186"/>
                    </a:cubicBezTo>
                    <a:cubicBezTo>
                      <a:pt x="91" y="186"/>
                      <a:pt x="91" y="186"/>
                      <a:pt x="91" y="186"/>
                    </a:cubicBezTo>
                    <a:cubicBezTo>
                      <a:pt x="91" y="186"/>
                      <a:pt x="91" y="185"/>
                      <a:pt x="91" y="185"/>
                    </a:cubicBezTo>
                    <a:cubicBezTo>
                      <a:pt x="91" y="185"/>
                      <a:pt x="91" y="185"/>
                      <a:pt x="91" y="185"/>
                    </a:cubicBezTo>
                    <a:cubicBezTo>
                      <a:pt x="92" y="184"/>
                      <a:pt x="92" y="184"/>
                      <a:pt x="92" y="184"/>
                    </a:cubicBezTo>
                    <a:cubicBezTo>
                      <a:pt x="92" y="184"/>
                      <a:pt x="92" y="184"/>
                      <a:pt x="92" y="184"/>
                    </a:cubicBezTo>
                    <a:cubicBezTo>
                      <a:pt x="92" y="184"/>
                      <a:pt x="93" y="185"/>
                      <a:pt x="93" y="185"/>
                    </a:cubicBezTo>
                    <a:close/>
                    <a:moveTo>
                      <a:pt x="82" y="192"/>
                    </a:moveTo>
                    <a:cubicBezTo>
                      <a:pt x="82" y="193"/>
                      <a:pt x="82" y="194"/>
                      <a:pt x="81" y="194"/>
                    </a:cubicBezTo>
                    <a:cubicBezTo>
                      <a:pt x="81" y="194"/>
                      <a:pt x="81" y="194"/>
                      <a:pt x="81" y="194"/>
                    </a:cubicBezTo>
                    <a:cubicBezTo>
                      <a:pt x="81" y="195"/>
                      <a:pt x="80" y="194"/>
                      <a:pt x="80" y="194"/>
                    </a:cubicBezTo>
                    <a:cubicBezTo>
                      <a:pt x="80" y="194"/>
                      <a:pt x="80" y="194"/>
                      <a:pt x="80" y="194"/>
                    </a:cubicBezTo>
                    <a:cubicBezTo>
                      <a:pt x="79" y="193"/>
                      <a:pt x="79" y="192"/>
                      <a:pt x="80" y="192"/>
                    </a:cubicBezTo>
                    <a:cubicBezTo>
                      <a:pt x="80" y="192"/>
                      <a:pt x="80" y="192"/>
                      <a:pt x="80" y="192"/>
                    </a:cubicBezTo>
                    <a:cubicBezTo>
                      <a:pt x="80" y="192"/>
                      <a:pt x="81" y="192"/>
                      <a:pt x="81" y="192"/>
                    </a:cubicBezTo>
                    <a:cubicBezTo>
                      <a:pt x="81" y="192"/>
                      <a:pt x="81" y="192"/>
                      <a:pt x="81" y="192"/>
                    </a:cubicBezTo>
                    <a:cubicBezTo>
                      <a:pt x="81" y="192"/>
                      <a:pt x="82" y="192"/>
                      <a:pt x="82" y="192"/>
                    </a:cubicBezTo>
                    <a:close/>
                    <a:moveTo>
                      <a:pt x="71" y="200"/>
                    </a:moveTo>
                    <a:cubicBezTo>
                      <a:pt x="71" y="200"/>
                      <a:pt x="71" y="201"/>
                      <a:pt x="70" y="202"/>
                    </a:cubicBezTo>
                    <a:cubicBezTo>
                      <a:pt x="70" y="202"/>
                      <a:pt x="70" y="202"/>
                      <a:pt x="70" y="202"/>
                    </a:cubicBezTo>
                    <a:cubicBezTo>
                      <a:pt x="70" y="202"/>
                      <a:pt x="69" y="202"/>
                      <a:pt x="68" y="201"/>
                    </a:cubicBezTo>
                    <a:cubicBezTo>
                      <a:pt x="68" y="201"/>
                      <a:pt x="68" y="201"/>
                      <a:pt x="68" y="201"/>
                    </a:cubicBezTo>
                    <a:cubicBezTo>
                      <a:pt x="68" y="201"/>
                      <a:pt x="68" y="200"/>
                      <a:pt x="69" y="199"/>
                    </a:cubicBezTo>
                    <a:cubicBezTo>
                      <a:pt x="69" y="199"/>
                      <a:pt x="69" y="199"/>
                      <a:pt x="69" y="199"/>
                    </a:cubicBezTo>
                    <a:cubicBezTo>
                      <a:pt x="69" y="199"/>
                      <a:pt x="69" y="199"/>
                      <a:pt x="69" y="199"/>
                    </a:cubicBezTo>
                    <a:cubicBezTo>
                      <a:pt x="69" y="199"/>
                      <a:pt x="69" y="199"/>
                      <a:pt x="69" y="199"/>
                    </a:cubicBezTo>
                    <a:cubicBezTo>
                      <a:pt x="70" y="199"/>
                      <a:pt x="70" y="199"/>
                      <a:pt x="71" y="200"/>
                    </a:cubicBezTo>
                    <a:close/>
                    <a:moveTo>
                      <a:pt x="59" y="207"/>
                    </a:moveTo>
                    <a:cubicBezTo>
                      <a:pt x="60" y="208"/>
                      <a:pt x="59" y="209"/>
                      <a:pt x="59" y="209"/>
                    </a:cubicBezTo>
                    <a:cubicBezTo>
                      <a:pt x="59" y="209"/>
                      <a:pt x="59" y="209"/>
                      <a:pt x="59" y="209"/>
                    </a:cubicBezTo>
                    <a:cubicBezTo>
                      <a:pt x="58" y="209"/>
                      <a:pt x="57" y="209"/>
                      <a:pt x="57" y="209"/>
                    </a:cubicBezTo>
                    <a:cubicBezTo>
                      <a:pt x="57" y="209"/>
                      <a:pt x="57" y="209"/>
                      <a:pt x="57" y="209"/>
                    </a:cubicBezTo>
                    <a:cubicBezTo>
                      <a:pt x="57" y="208"/>
                      <a:pt x="57" y="207"/>
                      <a:pt x="57" y="207"/>
                    </a:cubicBezTo>
                    <a:cubicBezTo>
                      <a:pt x="57" y="207"/>
                      <a:pt x="57" y="207"/>
                      <a:pt x="57" y="207"/>
                    </a:cubicBezTo>
                    <a:cubicBezTo>
                      <a:pt x="58" y="207"/>
                      <a:pt x="58" y="206"/>
                      <a:pt x="58" y="206"/>
                    </a:cubicBezTo>
                    <a:cubicBezTo>
                      <a:pt x="58" y="206"/>
                      <a:pt x="58" y="206"/>
                      <a:pt x="58" y="206"/>
                    </a:cubicBezTo>
                    <a:cubicBezTo>
                      <a:pt x="59" y="206"/>
                      <a:pt x="59" y="207"/>
                      <a:pt x="59" y="207"/>
                    </a:cubicBezTo>
                    <a:close/>
                    <a:moveTo>
                      <a:pt x="48" y="214"/>
                    </a:moveTo>
                    <a:cubicBezTo>
                      <a:pt x="48" y="215"/>
                      <a:pt x="48" y="216"/>
                      <a:pt x="48" y="216"/>
                    </a:cubicBezTo>
                    <a:cubicBezTo>
                      <a:pt x="48" y="216"/>
                      <a:pt x="48" y="216"/>
                      <a:pt x="48" y="216"/>
                    </a:cubicBezTo>
                    <a:cubicBezTo>
                      <a:pt x="47" y="217"/>
                      <a:pt x="46" y="217"/>
                      <a:pt x="46" y="216"/>
                    </a:cubicBezTo>
                    <a:cubicBezTo>
                      <a:pt x="46" y="216"/>
                      <a:pt x="46" y="216"/>
                      <a:pt x="46" y="216"/>
                    </a:cubicBezTo>
                    <a:cubicBezTo>
                      <a:pt x="45" y="215"/>
                      <a:pt x="45" y="214"/>
                      <a:pt x="46" y="214"/>
                    </a:cubicBezTo>
                    <a:cubicBezTo>
                      <a:pt x="46" y="214"/>
                      <a:pt x="46" y="214"/>
                      <a:pt x="46" y="214"/>
                    </a:cubicBezTo>
                    <a:cubicBezTo>
                      <a:pt x="46" y="214"/>
                      <a:pt x="47" y="214"/>
                      <a:pt x="47" y="214"/>
                    </a:cubicBezTo>
                    <a:cubicBezTo>
                      <a:pt x="47" y="214"/>
                      <a:pt x="47" y="214"/>
                      <a:pt x="47" y="214"/>
                    </a:cubicBezTo>
                    <a:cubicBezTo>
                      <a:pt x="47" y="214"/>
                      <a:pt x="48" y="214"/>
                      <a:pt x="48" y="214"/>
                    </a:cubicBezTo>
                    <a:close/>
                    <a:moveTo>
                      <a:pt x="37" y="222"/>
                    </a:moveTo>
                    <a:cubicBezTo>
                      <a:pt x="37" y="222"/>
                      <a:pt x="37" y="223"/>
                      <a:pt x="36" y="224"/>
                    </a:cubicBezTo>
                    <a:cubicBezTo>
                      <a:pt x="36" y="224"/>
                      <a:pt x="36" y="224"/>
                      <a:pt x="36" y="224"/>
                    </a:cubicBezTo>
                    <a:cubicBezTo>
                      <a:pt x="36" y="224"/>
                      <a:pt x="35" y="224"/>
                      <a:pt x="34" y="223"/>
                    </a:cubicBezTo>
                    <a:cubicBezTo>
                      <a:pt x="34" y="223"/>
                      <a:pt x="34" y="223"/>
                      <a:pt x="34" y="223"/>
                    </a:cubicBezTo>
                    <a:cubicBezTo>
                      <a:pt x="34" y="223"/>
                      <a:pt x="34" y="222"/>
                      <a:pt x="35" y="221"/>
                    </a:cubicBezTo>
                    <a:cubicBezTo>
                      <a:pt x="35" y="221"/>
                      <a:pt x="35" y="221"/>
                      <a:pt x="35" y="221"/>
                    </a:cubicBezTo>
                    <a:cubicBezTo>
                      <a:pt x="35" y="221"/>
                      <a:pt x="35" y="221"/>
                      <a:pt x="36" y="221"/>
                    </a:cubicBezTo>
                    <a:cubicBezTo>
                      <a:pt x="36" y="221"/>
                      <a:pt x="36" y="221"/>
                      <a:pt x="36" y="221"/>
                    </a:cubicBezTo>
                    <a:cubicBezTo>
                      <a:pt x="36" y="221"/>
                      <a:pt x="36" y="221"/>
                      <a:pt x="37" y="222"/>
                    </a:cubicBezTo>
                    <a:close/>
                    <a:moveTo>
                      <a:pt x="25" y="229"/>
                    </a:moveTo>
                    <a:cubicBezTo>
                      <a:pt x="26" y="230"/>
                      <a:pt x="26" y="231"/>
                      <a:pt x="25" y="231"/>
                    </a:cubicBezTo>
                    <a:cubicBezTo>
                      <a:pt x="25" y="231"/>
                      <a:pt x="25" y="231"/>
                      <a:pt x="25" y="231"/>
                    </a:cubicBezTo>
                    <a:cubicBezTo>
                      <a:pt x="24" y="231"/>
                      <a:pt x="24" y="231"/>
                      <a:pt x="23" y="231"/>
                    </a:cubicBezTo>
                    <a:cubicBezTo>
                      <a:pt x="23" y="231"/>
                      <a:pt x="23" y="231"/>
                      <a:pt x="23" y="231"/>
                    </a:cubicBezTo>
                    <a:cubicBezTo>
                      <a:pt x="23" y="230"/>
                      <a:pt x="23" y="229"/>
                      <a:pt x="23" y="229"/>
                    </a:cubicBezTo>
                    <a:cubicBezTo>
                      <a:pt x="23" y="229"/>
                      <a:pt x="23" y="229"/>
                      <a:pt x="23" y="229"/>
                    </a:cubicBezTo>
                    <a:cubicBezTo>
                      <a:pt x="24" y="229"/>
                      <a:pt x="24" y="229"/>
                      <a:pt x="24" y="229"/>
                    </a:cubicBezTo>
                    <a:cubicBezTo>
                      <a:pt x="24" y="229"/>
                      <a:pt x="24" y="229"/>
                      <a:pt x="24" y="229"/>
                    </a:cubicBezTo>
                    <a:cubicBezTo>
                      <a:pt x="25" y="229"/>
                      <a:pt x="25" y="229"/>
                      <a:pt x="25" y="229"/>
                    </a:cubicBezTo>
                    <a:close/>
                    <a:moveTo>
                      <a:pt x="14" y="237"/>
                    </a:moveTo>
                    <a:cubicBezTo>
                      <a:pt x="14" y="237"/>
                      <a:pt x="14" y="238"/>
                      <a:pt x="14" y="238"/>
                    </a:cubicBezTo>
                    <a:cubicBezTo>
                      <a:pt x="14" y="238"/>
                      <a:pt x="14" y="238"/>
                      <a:pt x="14" y="238"/>
                    </a:cubicBezTo>
                    <a:cubicBezTo>
                      <a:pt x="13" y="239"/>
                      <a:pt x="12" y="239"/>
                      <a:pt x="12" y="238"/>
                    </a:cubicBezTo>
                    <a:cubicBezTo>
                      <a:pt x="12" y="238"/>
                      <a:pt x="12" y="238"/>
                      <a:pt x="12" y="238"/>
                    </a:cubicBezTo>
                    <a:cubicBezTo>
                      <a:pt x="11" y="237"/>
                      <a:pt x="12" y="237"/>
                      <a:pt x="12" y="236"/>
                    </a:cubicBezTo>
                    <a:cubicBezTo>
                      <a:pt x="12" y="236"/>
                      <a:pt x="12" y="236"/>
                      <a:pt x="12" y="236"/>
                    </a:cubicBezTo>
                    <a:cubicBezTo>
                      <a:pt x="12" y="236"/>
                      <a:pt x="13" y="236"/>
                      <a:pt x="13" y="236"/>
                    </a:cubicBezTo>
                    <a:cubicBezTo>
                      <a:pt x="13" y="236"/>
                      <a:pt x="13" y="236"/>
                      <a:pt x="13" y="236"/>
                    </a:cubicBezTo>
                    <a:cubicBezTo>
                      <a:pt x="13" y="236"/>
                      <a:pt x="14" y="236"/>
                      <a:pt x="14" y="237"/>
                    </a:cubicBezTo>
                    <a:close/>
                    <a:moveTo>
                      <a:pt x="3" y="244"/>
                    </a:moveTo>
                    <a:cubicBezTo>
                      <a:pt x="3" y="245"/>
                      <a:pt x="3" y="245"/>
                      <a:pt x="2" y="246"/>
                    </a:cubicBezTo>
                    <a:cubicBezTo>
                      <a:pt x="2" y="246"/>
                      <a:pt x="2" y="246"/>
                      <a:pt x="2" y="246"/>
                    </a:cubicBezTo>
                    <a:cubicBezTo>
                      <a:pt x="2" y="246"/>
                      <a:pt x="1" y="246"/>
                      <a:pt x="0" y="245"/>
                    </a:cubicBezTo>
                    <a:cubicBezTo>
                      <a:pt x="0" y="245"/>
                      <a:pt x="0" y="245"/>
                      <a:pt x="0" y="245"/>
                    </a:cubicBezTo>
                    <a:cubicBezTo>
                      <a:pt x="0" y="245"/>
                      <a:pt x="0" y="244"/>
                      <a:pt x="1" y="244"/>
                    </a:cubicBezTo>
                    <a:cubicBezTo>
                      <a:pt x="1" y="244"/>
                      <a:pt x="1" y="244"/>
                      <a:pt x="1" y="244"/>
                    </a:cubicBezTo>
                    <a:cubicBezTo>
                      <a:pt x="1" y="243"/>
                      <a:pt x="1" y="243"/>
                      <a:pt x="2" y="243"/>
                    </a:cubicBezTo>
                    <a:cubicBezTo>
                      <a:pt x="2" y="243"/>
                      <a:pt x="2" y="243"/>
                      <a:pt x="2" y="243"/>
                    </a:cubicBezTo>
                    <a:cubicBezTo>
                      <a:pt x="2" y="243"/>
                      <a:pt x="2" y="244"/>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9" name="Google Shape;1249;p22"/>
              <p:cNvSpPr/>
              <p:nvPr/>
            </p:nvSpPr>
            <p:spPr>
              <a:xfrm>
                <a:off x="14714566" y="-448701"/>
                <a:ext cx="15664" cy="19580"/>
              </a:xfrm>
              <a:custGeom>
                <a:avLst/>
                <a:gdLst/>
                <a:ahLst/>
                <a:cxnLst/>
                <a:rect l="l" t="t" r="r" b="b"/>
                <a:pathLst>
                  <a:path w="2" h="3" extrusionOk="0">
                    <a:moveTo>
                      <a:pt x="1" y="0"/>
                    </a:moveTo>
                    <a:cubicBezTo>
                      <a:pt x="1" y="0"/>
                      <a:pt x="1" y="0"/>
                      <a:pt x="2" y="0"/>
                    </a:cubicBezTo>
                    <a:cubicBezTo>
                      <a:pt x="2" y="0"/>
                      <a:pt x="2" y="0"/>
                      <a:pt x="2" y="0"/>
                    </a:cubicBezTo>
                    <a:cubicBezTo>
                      <a:pt x="2" y="1"/>
                      <a:pt x="2" y="1"/>
                      <a:pt x="2" y="1"/>
                    </a:cubicBezTo>
                    <a:cubicBezTo>
                      <a:pt x="2" y="1"/>
                      <a:pt x="2" y="2"/>
                      <a:pt x="2" y="2"/>
                    </a:cubicBezTo>
                    <a:cubicBezTo>
                      <a:pt x="2" y="2"/>
                      <a:pt x="2" y="2"/>
                      <a:pt x="2" y="2"/>
                    </a:cubicBezTo>
                    <a:cubicBezTo>
                      <a:pt x="2" y="2"/>
                      <a:pt x="2" y="2"/>
                      <a:pt x="2" y="2"/>
                    </a:cubicBezTo>
                    <a:cubicBezTo>
                      <a:pt x="1" y="3"/>
                      <a:pt x="1" y="3"/>
                      <a:pt x="1" y="2"/>
                    </a:cubicBezTo>
                    <a:cubicBezTo>
                      <a:pt x="0" y="2"/>
                      <a:pt x="0" y="2"/>
                      <a:pt x="0" y="2"/>
                    </a:cubicBezTo>
                    <a:cubicBezTo>
                      <a:pt x="0" y="2"/>
                      <a:pt x="0" y="2"/>
                      <a:pt x="0" y="2"/>
                    </a:cubicBezTo>
                    <a:cubicBezTo>
                      <a:pt x="0" y="2"/>
                      <a:pt x="0" y="1"/>
                      <a:pt x="0" y="1"/>
                    </a:cubicBezTo>
                    <a:cubicBezTo>
                      <a:pt x="0" y="1"/>
                      <a:pt x="0" y="1"/>
                      <a:pt x="0" y="0"/>
                    </a:cubicBezTo>
                    <a:cubicBezTo>
                      <a:pt x="0"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0" name="Google Shape;1250;p22"/>
              <p:cNvSpPr/>
              <p:nvPr/>
            </p:nvSpPr>
            <p:spPr>
              <a:xfrm>
                <a:off x="12118184" y="1152983"/>
                <a:ext cx="11748" cy="11748"/>
              </a:xfrm>
              <a:custGeom>
                <a:avLst/>
                <a:gdLst/>
                <a:ahLst/>
                <a:cxnLst/>
                <a:rect l="l" t="t" r="r" b="b"/>
                <a:pathLst>
                  <a:path w="2" h="2" extrusionOk="0">
                    <a:moveTo>
                      <a:pt x="1" y="0"/>
                    </a:moveTo>
                    <a:cubicBezTo>
                      <a:pt x="1" y="0"/>
                      <a:pt x="1" y="0"/>
                      <a:pt x="1" y="0"/>
                    </a:cubicBezTo>
                    <a:cubicBezTo>
                      <a:pt x="2" y="0"/>
                      <a:pt x="2" y="0"/>
                      <a:pt x="2" y="0"/>
                    </a:cubicBezTo>
                    <a:cubicBezTo>
                      <a:pt x="2" y="0"/>
                      <a:pt x="2" y="1"/>
                      <a:pt x="2" y="1"/>
                    </a:cubicBezTo>
                    <a:cubicBezTo>
                      <a:pt x="2" y="1"/>
                      <a:pt x="2" y="2"/>
                      <a:pt x="2" y="2"/>
                    </a:cubicBezTo>
                    <a:cubicBezTo>
                      <a:pt x="2" y="2"/>
                      <a:pt x="1" y="2"/>
                      <a:pt x="0" y="2"/>
                    </a:cubicBezTo>
                    <a:cubicBezTo>
                      <a:pt x="0" y="2"/>
                      <a:pt x="0" y="2"/>
                      <a:pt x="0" y="2"/>
                    </a:cubicBezTo>
                    <a:cubicBezTo>
                      <a:pt x="0" y="2"/>
                      <a:pt x="0" y="1"/>
                      <a:pt x="0" y="1"/>
                    </a:cubicBezTo>
                    <a:cubicBezTo>
                      <a:pt x="0" y="1"/>
                      <a:pt x="0" y="0"/>
                      <a:pt x="0" y="0"/>
                    </a:cubicBezTo>
                    <a:cubicBezTo>
                      <a:pt x="0"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1" name="Google Shape;1251;p22"/>
              <p:cNvSpPr/>
              <p:nvPr/>
            </p:nvSpPr>
            <p:spPr>
              <a:xfrm>
                <a:off x="12184758" y="-405624"/>
                <a:ext cx="2334003" cy="1527278"/>
              </a:xfrm>
              <a:custGeom>
                <a:avLst/>
                <a:gdLst/>
                <a:ahLst/>
                <a:cxnLst/>
                <a:rect l="l" t="t" r="r" b="b"/>
                <a:pathLst>
                  <a:path w="376" h="246" extrusionOk="0">
                    <a:moveTo>
                      <a:pt x="376" y="1"/>
                    </a:moveTo>
                    <a:cubicBezTo>
                      <a:pt x="376" y="1"/>
                      <a:pt x="376" y="2"/>
                      <a:pt x="375" y="3"/>
                    </a:cubicBezTo>
                    <a:cubicBezTo>
                      <a:pt x="375" y="3"/>
                      <a:pt x="375" y="3"/>
                      <a:pt x="375" y="3"/>
                    </a:cubicBezTo>
                    <a:cubicBezTo>
                      <a:pt x="375" y="3"/>
                      <a:pt x="374" y="3"/>
                      <a:pt x="373" y="2"/>
                    </a:cubicBezTo>
                    <a:cubicBezTo>
                      <a:pt x="373" y="2"/>
                      <a:pt x="373" y="2"/>
                      <a:pt x="373" y="2"/>
                    </a:cubicBezTo>
                    <a:cubicBezTo>
                      <a:pt x="373" y="2"/>
                      <a:pt x="373" y="1"/>
                      <a:pt x="374" y="0"/>
                    </a:cubicBezTo>
                    <a:cubicBezTo>
                      <a:pt x="374" y="0"/>
                      <a:pt x="374" y="0"/>
                      <a:pt x="374" y="0"/>
                    </a:cubicBezTo>
                    <a:cubicBezTo>
                      <a:pt x="374" y="0"/>
                      <a:pt x="374" y="0"/>
                      <a:pt x="374" y="0"/>
                    </a:cubicBezTo>
                    <a:cubicBezTo>
                      <a:pt x="374" y="0"/>
                      <a:pt x="374" y="0"/>
                      <a:pt x="374" y="0"/>
                    </a:cubicBezTo>
                    <a:cubicBezTo>
                      <a:pt x="375" y="0"/>
                      <a:pt x="375" y="0"/>
                      <a:pt x="376" y="1"/>
                    </a:cubicBezTo>
                    <a:close/>
                    <a:moveTo>
                      <a:pt x="364" y="8"/>
                    </a:moveTo>
                    <a:cubicBezTo>
                      <a:pt x="365" y="9"/>
                      <a:pt x="364" y="10"/>
                      <a:pt x="364" y="10"/>
                    </a:cubicBezTo>
                    <a:cubicBezTo>
                      <a:pt x="364" y="10"/>
                      <a:pt x="364" y="10"/>
                      <a:pt x="364" y="10"/>
                    </a:cubicBezTo>
                    <a:cubicBezTo>
                      <a:pt x="363" y="10"/>
                      <a:pt x="362" y="10"/>
                      <a:pt x="362" y="10"/>
                    </a:cubicBezTo>
                    <a:cubicBezTo>
                      <a:pt x="362" y="10"/>
                      <a:pt x="362" y="10"/>
                      <a:pt x="362" y="10"/>
                    </a:cubicBezTo>
                    <a:cubicBezTo>
                      <a:pt x="362" y="9"/>
                      <a:pt x="362" y="8"/>
                      <a:pt x="362" y="8"/>
                    </a:cubicBezTo>
                    <a:cubicBezTo>
                      <a:pt x="362" y="8"/>
                      <a:pt x="362" y="8"/>
                      <a:pt x="362" y="8"/>
                    </a:cubicBezTo>
                    <a:cubicBezTo>
                      <a:pt x="363" y="8"/>
                      <a:pt x="363" y="8"/>
                      <a:pt x="363" y="8"/>
                    </a:cubicBezTo>
                    <a:cubicBezTo>
                      <a:pt x="363" y="8"/>
                      <a:pt x="363" y="8"/>
                      <a:pt x="363" y="8"/>
                    </a:cubicBezTo>
                    <a:cubicBezTo>
                      <a:pt x="364" y="8"/>
                      <a:pt x="364" y="8"/>
                      <a:pt x="364" y="8"/>
                    </a:cubicBezTo>
                    <a:close/>
                    <a:moveTo>
                      <a:pt x="353" y="16"/>
                    </a:moveTo>
                    <a:cubicBezTo>
                      <a:pt x="353" y="16"/>
                      <a:pt x="353" y="17"/>
                      <a:pt x="353" y="17"/>
                    </a:cubicBezTo>
                    <a:cubicBezTo>
                      <a:pt x="353" y="17"/>
                      <a:pt x="353" y="17"/>
                      <a:pt x="353" y="17"/>
                    </a:cubicBezTo>
                    <a:cubicBezTo>
                      <a:pt x="352" y="18"/>
                      <a:pt x="351" y="18"/>
                      <a:pt x="351" y="17"/>
                    </a:cubicBezTo>
                    <a:cubicBezTo>
                      <a:pt x="351" y="17"/>
                      <a:pt x="351" y="17"/>
                      <a:pt x="351" y="17"/>
                    </a:cubicBezTo>
                    <a:cubicBezTo>
                      <a:pt x="350" y="16"/>
                      <a:pt x="350" y="16"/>
                      <a:pt x="351" y="15"/>
                    </a:cubicBezTo>
                    <a:cubicBezTo>
                      <a:pt x="351" y="15"/>
                      <a:pt x="351" y="15"/>
                      <a:pt x="351" y="15"/>
                    </a:cubicBezTo>
                    <a:cubicBezTo>
                      <a:pt x="351" y="15"/>
                      <a:pt x="352" y="15"/>
                      <a:pt x="352" y="15"/>
                    </a:cubicBezTo>
                    <a:cubicBezTo>
                      <a:pt x="352" y="15"/>
                      <a:pt x="352" y="15"/>
                      <a:pt x="352" y="15"/>
                    </a:cubicBezTo>
                    <a:cubicBezTo>
                      <a:pt x="352" y="15"/>
                      <a:pt x="353" y="15"/>
                      <a:pt x="353" y="16"/>
                    </a:cubicBezTo>
                    <a:close/>
                    <a:moveTo>
                      <a:pt x="342" y="23"/>
                    </a:moveTo>
                    <a:cubicBezTo>
                      <a:pt x="342" y="24"/>
                      <a:pt x="342" y="24"/>
                      <a:pt x="341" y="25"/>
                    </a:cubicBezTo>
                    <a:cubicBezTo>
                      <a:pt x="341" y="25"/>
                      <a:pt x="341" y="25"/>
                      <a:pt x="341" y="25"/>
                    </a:cubicBezTo>
                    <a:cubicBezTo>
                      <a:pt x="341" y="25"/>
                      <a:pt x="340" y="25"/>
                      <a:pt x="339" y="24"/>
                    </a:cubicBezTo>
                    <a:cubicBezTo>
                      <a:pt x="339" y="24"/>
                      <a:pt x="339" y="24"/>
                      <a:pt x="339" y="24"/>
                    </a:cubicBezTo>
                    <a:cubicBezTo>
                      <a:pt x="339" y="24"/>
                      <a:pt x="339" y="23"/>
                      <a:pt x="340" y="23"/>
                    </a:cubicBezTo>
                    <a:cubicBezTo>
                      <a:pt x="340" y="23"/>
                      <a:pt x="340" y="23"/>
                      <a:pt x="340" y="23"/>
                    </a:cubicBezTo>
                    <a:cubicBezTo>
                      <a:pt x="340" y="22"/>
                      <a:pt x="340" y="22"/>
                      <a:pt x="341" y="22"/>
                    </a:cubicBezTo>
                    <a:cubicBezTo>
                      <a:pt x="341" y="22"/>
                      <a:pt x="341" y="22"/>
                      <a:pt x="341" y="22"/>
                    </a:cubicBezTo>
                    <a:cubicBezTo>
                      <a:pt x="341" y="22"/>
                      <a:pt x="341" y="23"/>
                      <a:pt x="342" y="23"/>
                    </a:cubicBezTo>
                    <a:close/>
                    <a:moveTo>
                      <a:pt x="330" y="30"/>
                    </a:moveTo>
                    <a:cubicBezTo>
                      <a:pt x="331" y="31"/>
                      <a:pt x="331" y="32"/>
                      <a:pt x="330" y="32"/>
                    </a:cubicBezTo>
                    <a:cubicBezTo>
                      <a:pt x="330" y="32"/>
                      <a:pt x="330" y="32"/>
                      <a:pt x="330" y="32"/>
                    </a:cubicBezTo>
                    <a:cubicBezTo>
                      <a:pt x="329" y="33"/>
                      <a:pt x="328" y="32"/>
                      <a:pt x="328" y="32"/>
                    </a:cubicBezTo>
                    <a:cubicBezTo>
                      <a:pt x="328" y="32"/>
                      <a:pt x="328" y="32"/>
                      <a:pt x="328" y="32"/>
                    </a:cubicBezTo>
                    <a:cubicBezTo>
                      <a:pt x="328" y="31"/>
                      <a:pt x="328" y="30"/>
                      <a:pt x="328" y="30"/>
                    </a:cubicBezTo>
                    <a:cubicBezTo>
                      <a:pt x="328" y="30"/>
                      <a:pt x="328" y="30"/>
                      <a:pt x="328" y="30"/>
                    </a:cubicBezTo>
                    <a:cubicBezTo>
                      <a:pt x="329" y="30"/>
                      <a:pt x="329" y="30"/>
                      <a:pt x="329" y="30"/>
                    </a:cubicBezTo>
                    <a:cubicBezTo>
                      <a:pt x="329" y="30"/>
                      <a:pt x="329" y="30"/>
                      <a:pt x="329" y="30"/>
                    </a:cubicBezTo>
                    <a:cubicBezTo>
                      <a:pt x="330" y="30"/>
                      <a:pt x="330" y="30"/>
                      <a:pt x="330" y="30"/>
                    </a:cubicBezTo>
                    <a:close/>
                    <a:moveTo>
                      <a:pt x="319" y="38"/>
                    </a:moveTo>
                    <a:cubicBezTo>
                      <a:pt x="319" y="38"/>
                      <a:pt x="319" y="39"/>
                      <a:pt x="319" y="40"/>
                    </a:cubicBezTo>
                    <a:cubicBezTo>
                      <a:pt x="319" y="40"/>
                      <a:pt x="319" y="40"/>
                      <a:pt x="319" y="40"/>
                    </a:cubicBezTo>
                    <a:cubicBezTo>
                      <a:pt x="318" y="40"/>
                      <a:pt x="317" y="40"/>
                      <a:pt x="317" y="39"/>
                    </a:cubicBezTo>
                    <a:cubicBezTo>
                      <a:pt x="317" y="39"/>
                      <a:pt x="317" y="39"/>
                      <a:pt x="317" y="39"/>
                    </a:cubicBezTo>
                    <a:cubicBezTo>
                      <a:pt x="316" y="39"/>
                      <a:pt x="317" y="38"/>
                      <a:pt x="317" y="37"/>
                    </a:cubicBezTo>
                    <a:cubicBezTo>
                      <a:pt x="317" y="37"/>
                      <a:pt x="317" y="37"/>
                      <a:pt x="317" y="37"/>
                    </a:cubicBezTo>
                    <a:cubicBezTo>
                      <a:pt x="317" y="37"/>
                      <a:pt x="318" y="37"/>
                      <a:pt x="318" y="37"/>
                    </a:cubicBezTo>
                    <a:cubicBezTo>
                      <a:pt x="318" y="37"/>
                      <a:pt x="318" y="37"/>
                      <a:pt x="318" y="37"/>
                    </a:cubicBezTo>
                    <a:cubicBezTo>
                      <a:pt x="318" y="37"/>
                      <a:pt x="319" y="37"/>
                      <a:pt x="319" y="38"/>
                    </a:cubicBezTo>
                    <a:close/>
                    <a:moveTo>
                      <a:pt x="308" y="45"/>
                    </a:moveTo>
                    <a:cubicBezTo>
                      <a:pt x="308" y="46"/>
                      <a:pt x="308" y="46"/>
                      <a:pt x="307" y="47"/>
                    </a:cubicBezTo>
                    <a:cubicBezTo>
                      <a:pt x="307" y="47"/>
                      <a:pt x="307" y="47"/>
                      <a:pt x="307" y="47"/>
                    </a:cubicBezTo>
                    <a:cubicBezTo>
                      <a:pt x="307" y="47"/>
                      <a:pt x="306" y="47"/>
                      <a:pt x="305" y="47"/>
                    </a:cubicBezTo>
                    <a:cubicBezTo>
                      <a:pt x="305" y="47"/>
                      <a:pt x="305" y="47"/>
                      <a:pt x="305" y="47"/>
                    </a:cubicBezTo>
                    <a:cubicBezTo>
                      <a:pt x="305" y="46"/>
                      <a:pt x="305" y="45"/>
                      <a:pt x="306" y="45"/>
                    </a:cubicBezTo>
                    <a:cubicBezTo>
                      <a:pt x="306" y="45"/>
                      <a:pt x="306" y="45"/>
                      <a:pt x="306" y="45"/>
                    </a:cubicBezTo>
                    <a:cubicBezTo>
                      <a:pt x="306" y="45"/>
                      <a:pt x="306" y="44"/>
                      <a:pt x="307" y="44"/>
                    </a:cubicBezTo>
                    <a:cubicBezTo>
                      <a:pt x="307" y="44"/>
                      <a:pt x="307" y="44"/>
                      <a:pt x="307" y="44"/>
                    </a:cubicBezTo>
                    <a:cubicBezTo>
                      <a:pt x="307" y="44"/>
                      <a:pt x="307" y="45"/>
                      <a:pt x="308" y="45"/>
                    </a:cubicBezTo>
                    <a:close/>
                    <a:moveTo>
                      <a:pt x="296" y="52"/>
                    </a:moveTo>
                    <a:cubicBezTo>
                      <a:pt x="297" y="53"/>
                      <a:pt x="297" y="54"/>
                      <a:pt x="296" y="54"/>
                    </a:cubicBezTo>
                    <a:cubicBezTo>
                      <a:pt x="296" y="54"/>
                      <a:pt x="296" y="54"/>
                      <a:pt x="296" y="54"/>
                    </a:cubicBezTo>
                    <a:cubicBezTo>
                      <a:pt x="295" y="55"/>
                      <a:pt x="295" y="54"/>
                      <a:pt x="294" y="54"/>
                    </a:cubicBezTo>
                    <a:cubicBezTo>
                      <a:pt x="294" y="54"/>
                      <a:pt x="294" y="54"/>
                      <a:pt x="294" y="54"/>
                    </a:cubicBezTo>
                    <a:cubicBezTo>
                      <a:pt x="294" y="53"/>
                      <a:pt x="294" y="52"/>
                      <a:pt x="295" y="52"/>
                    </a:cubicBezTo>
                    <a:cubicBezTo>
                      <a:pt x="295" y="52"/>
                      <a:pt x="295" y="52"/>
                      <a:pt x="295" y="52"/>
                    </a:cubicBezTo>
                    <a:cubicBezTo>
                      <a:pt x="295" y="52"/>
                      <a:pt x="295" y="52"/>
                      <a:pt x="295" y="52"/>
                    </a:cubicBezTo>
                    <a:cubicBezTo>
                      <a:pt x="295" y="52"/>
                      <a:pt x="295" y="52"/>
                      <a:pt x="295" y="52"/>
                    </a:cubicBezTo>
                    <a:cubicBezTo>
                      <a:pt x="296" y="52"/>
                      <a:pt x="296" y="52"/>
                      <a:pt x="296" y="52"/>
                    </a:cubicBezTo>
                    <a:close/>
                    <a:moveTo>
                      <a:pt x="285" y="60"/>
                    </a:moveTo>
                    <a:cubicBezTo>
                      <a:pt x="285" y="60"/>
                      <a:pt x="285" y="61"/>
                      <a:pt x="285" y="62"/>
                    </a:cubicBezTo>
                    <a:cubicBezTo>
                      <a:pt x="285" y="62"/>
                      <a:pt x="285" y="62"/>
                      <a:pt x="285" y="62"/>
                    </a:cubicBezTo>
                    <a:cubicBezTo>
                      <a:pt x="284" y="62"/>
                      <a:pt x="283" y="62"/>
                      <a:pt x="283" y="61"/>
                    </a:cubicBezTo>
                    <a:cubicBezTo>
                      <a:pt x="283" y="61"/>
                      <a:pt x="283" y="61"/>
                      <a:pt x="283" y="61"/>
                    </a:cubicBezTo>
                    <a:cubicBezTo>
                      <a:pt x="282" y="61"/>
                      <a:pt x="283" y="60"/>
                      <a:pt x="283" y="59"/>
                    </a:cubicBezTo>
                    <a:cubicBezTo>
                      <a:pt x="283" y="59"/>
                      <a:pt x="283" y="59"/>
                      <a:pt x="283" y="59"/>
                    </a:cubicBezTo>
                    <a:cubicBezTo>
                      <a:pt x="283" y="59"/>
                      <a:pt x="284" y="59"/>
                      <a:pt x="284" y="59"/>
                    </a:cubicBezTo>
                    <a:cubicBezTo>
                      <a:pt x="284" y="59"/>
                      <a:pt x="284" y="59"/>
                      <a:pt x="284" y="59"/>
                    </a:cubicBezTo>
                    <a:cubicBezTo>
                      <a:pt x="284" y="59"/>
                      <a:pt x="285" y="59"/>
                      <a:pt x="285" y="60"/>
                    </a:cubicBezTo>
                    <a:close/>
                    <a:moveTo>
                      <a:pt x="274" y="67"/>
                    </a:moveTo>
                    <a:cubicBezTo>
                      <a:pt x="274" y="68"/>
                      <a:pt x="274" y="69"/>
                      <a:pt x="273" y="69"/>
                    </a:cubicBezTo>
                    <a:cubicBezTo>
                      <a:pt x="273" y="69"/>
                      <a:pt x="273" y="69"/>
                      <a:pt x="273" y="69"/>
                    </a:cubicBezTo>
                    <a:cubicBezTo>
                      <a:pt x="273" y="69"/>
                      <a:pt x="272" y="69"/>
                      <a:pt x="272" y="69"/>
                    </a:cubicBezTo>
                    <a:cubicBezTo>
                      <a:pt x="272" y="69"/>
                      <a:pt x="272" y="69"/>
                      <a:pt x="272" y="69"/>
                    </a:cubicBezTo>
                    <a:cubicBezTo>
                      <a:pt x="271" y="68"/>
                      <a:pt x="271" y="67"/>
                      <a:pt x="272" y="67"/>
                    </a:cubicBezTo>
                    <a:cubicBezTo>
                      <a:pt x="272" y="67"/>
                      <a:pt x="272" y="67"/>
                      <a:pt x="272" y="67"/>
                    </a:cubicBezTo>
                    <a:cubicBezTo>
                      <a:pt x="272" y="67"/>
                      <a:pt x="272" y="67"/>
                      <a:pt x="273" y="67"/>
                    </a:cubicBezTo>
                    <a:cubicBezTo>
                      <a:pt x="273" y="67"/>
                      <a:pt x="273" y="67"/>
                      <a:pt x="273" y="67"/>
                    </a:cubicBezTo>
                    <a:cubicBezTo>
                      <a:pt x="273" y="67"/>
                      <a:pt x="274" y="67"/>
                      <a:pt x="274" y="67"/>
                    </a:cubicBezTo>
                    <a:close/>
                    <a:moveTo>
                      <a:pt x="262" y="75"/>
                    </a:moveTo>
                    <a:cubicBezTo>
                      <a:pt x="263" y="75"/>
                      <a:pt x="263" y="76"/>
                      <a:pt x="262" y="76"/>
                    </a:cubicBezTo>
                    <a:cubicBezTo>
                      <a:pt x="262" y="76"/>
                      <a:pt x="262" y="76"/>
                      <a:pt x="262" y="76"/>
                    </a:cubicBezTo>
                    <a:cubicBezTo>
                      <a:pt x="261" y="77"/>
                      <a:pt x="261" y="77"/>
                      <a:pt x="260" y="76"/>
                    </a:cubicBezTo>
                    <a:cubicBezTo>
                      <a:pt x="260" y="76"/>
                      <a:pt x="260" y="76"/>
                      <a:pt x="260" y="76"/>
                    </a:cubicBezTo>
                    <a:cubicBezTo>
                      <a:pt x="260" y="75"/>
                      <a:pt x="260" y="75"/>
                      <a:pt x="261" y="74"/>
                    </a:cubicBezTo>
                    <a:cubicBezTo>
                      <a:pt x="261" y="74"/>
                      <a:pt x="261" y="74"/>
                      <a:pt x="261" y="74"/>
                    </a:cubicBezTo>
                    <a:cubicBezTo>
                      <a:pt x="261" y="74"/>
                      <a:pt x="261" y="74"/>
                      <a:pt x="261" y="74"/>
                    </a:cubicBezTo>
                    <a:cubicBezTo>
                      <a:pt x="261" y="74"/>
                      <a:pt x="261" y="74"/>
                      <a:pt x="261" y="74"/>
                    </a:cubicBezTo>
                    <a:cubicBezTo>
                      <a:pt x="262" y="74"/>
                      <a:pt x="262" y="74"/>
                      <a:pt x="262" y="75"/>
                    </a:cubicBezTo>
                    <a:close/>
                    <a:moveTo>
                      <a:pt x="251" y="82"/>
                    </a:moveTo>
                    <a:cubicBezTo>
                      <a:pt x="252" y="83"/>
                      <a:pt x="251" y="83"/>
                      <a:pt x="251" y="84"/>
                    </a:cubicBezTo>
                    <a:cubicBezTo>
                      <a:pt x="251" y="84"/>
                      <a:pt x="251" y="84"/>
                      <a:pt x="251" y="84"/>
                    </a:cubicBezTo>
                    <a:cubicBezTo>
                      <a:pt x="250" y="84"/>
                      <a:pt x="249" y="84"/>
                      <a:pt x="249" y="83"/>
                    </a:cubicBezTo>
                    <a:cubicBezTo>
                      <a:pt x="249" y="83"/>
                      <a:pt x="249" y="83"/>
                      <a:pt x="249" y="83"/>
                    </a:cubicBezTo>
                    <a:cubicBezTo>
                      <a:pt x="249" y="83"/>
                      <a:pt x="249" y="82"/>
                      <a:pt x="249" y="81"/>
                    </a:cubicBezTo>
                    <a:cubicBezTo>
                      <a:pt x="249" y="81"/>
                      <a:pt x="249" y="81"/>
                      <a:pt x="249" y="81"/>
                    </a:cubicBezTo>
                    <a:cubicBezTo>
                      <a:pt x="250" y="81"/>
                      <a:pt x="250" y="81"/>
                      <a:pt x="250" y="81"/>
                    </a:cubicBezTo>
                    <a:cubicBezTo>
                      <a:pt x="250" y="81"/>
                      <a:pt x="250" y="81"/>
                      <a:pt x="250" y="81"/>
                    </a:cubicBezTo>
                    <a:cubicBezTo>
                      <a:pt x="250" y="81"/>
                      <a:pt x="251" y="81"/>
                      <a:pt x="251" y="82"/>
                    </a:cubicBezTo>
                    <a:close/>
                    <a:moveTo>
                      <a:pt x="240" y="89"/>
                    </a:moveTo>
                    <a:cubicBezTo>
                      <a:pt x="240" y="90"/>
                      <a:pt x="240" y="91"/>
                      <a:pt x="239" y="91"/>
                    </a:cubicBezTo>
                    <a:cubicBezTo>
                      <a:pt x="239" y="91"/>
                      <a:pt x="239" y="91"/>
                      <a:pt x="239" y="91"/>
                    </a:cubicBezTo>
                    <a:cubicBezTo>
                      <a:pt x="239" y="92"/>
                      <a:pt x="238" y="91"/>
                      <a:pt x="238" y="91"/>
                    </a:cubicBezTo>
                    <a:cubicBezTo>
                      <a:pt x="238" y="91"/>
                      <a:pt x="238" y="91"/>
                      <a:pt x="238" y="91"/>
                    </a:cubicBezTo>
                    <a:cubicBezTo>
                      <a:pt x="237" y="90"/>
                      <a:pt x="237" y="89"/>
                      <a:pt x="238" y="89"/>
                    </a:cubicBezTo>
                    <a:cubicBezTo>
                      <a:pt x="238" y="89"/>
                      <a:pt x="238" y="89"/>
                      <a:pt x="238" y="89"/>
                    </a:cubicBezTo>
                    <a:cubicBezTo>
                      <a:pt x="238" y="89"/>
                      <a:pt x="238" y="89"/>
                      <a:pt x="239" y="89"/>
                    </a:cubicBezTo>
                    <a:cubicBezTo>
                      <a:pt x="239" y="89"/>
                      <a:pt x="239" y="89"/>
                      <a:pt x="239" y="89"/>
                    </a:cubicBezTo>
                    <a:cubicBezTo>
                      <a:pt x="239" y="89"/>
                      <a:pt x="240" y="89"/>
                      <a:pt x="240" y="89"/>
                    </a:cubicBezTo>
                    <a:close/>
                    <a:moveTo>
                      <a:pt x="229" y="97"/>
                    </a:moveTo>
                    <a:cubicBezTo>
                      <a:pt x="229" y="97"/>
                      <a:pt x="229" y="98"/>
                      <a:pt x="228" y="98"/>
                    </a:cubicBezTo>
                    <a:cubicBezTo>
                      <a:pt x="228" y="98"/>
                      <a:pt x="228" y="98"/>
                      <a:pt x="228" y="98"/>
                    </a:cubicBezTo>
                    <a:cubicBezTo>
                      <a:pt x="228" y="99"/>
                      <a:pt x="227" y="99"/>
                      <a:pt x="226" y="98"/>
                    </a:cubicBezTo>
                    <a:cubicBezTo>
                      <a:pt x="226" y="98"/>
                      <a:pt x="226" y="98"/>
                      <a:pt x="226" y="98"/>
                    </a:cubicBezTo>
                    <a:cubicBezTo>
                      <a:pt x="226" y="97"/>
                      <a:pt x="226" y="97"/>
                      <a:pt x="227" y="96"/>
                    </a:cubicBezTo>
                    <a:cubicBezTo>
                      <a:pt x="227" y="96"/>
                      <a:pt x="227" y="96"/>
                      <a:pt x="227" y="96"/>
                    </a:cubicBezTo>
                    <a:cubicBezTo>
                      <a:pt x="227" y="96"/>
                      <a:pt x="227" y="96"/>
                      <a:pt x="227" y="96"/>
                    </a:cubicBezTo>
                    <a:cubicBezTo>
                      <a:pt x="227" y="96"/>
                      <a:pt x="227" y="96"/>
                      <a:pt x="227" y="96"/>
                    </a:cubicBezTo>
                    <a:cubicBezTo>
                      <a:pt x="228" y="96"/>
                      <a:pt x="228" y="96"/>
                      <a:pt x="229" y="97"/>
                    </a:cubicBezTo>
                    <a:close/>
                    <a:moveTo>
                      <a:pt x="217" y="104"/>
                    </a:moveTo>
                    <a:cubicBezTo>
                      <a:pt x="218" y="105"/>
                      <a:pt x="217" y="105"/>
                      <a:pt x="217" y="106"/>
                    </a:cubicBezTo>
                    <a:cubicBezTo>
                      <a:pt x="217" y="106"/>
                      <a:pt x="217" y="106"/>
                      <a:pt x="217" y="106"/>
                    </a:cubicBezTo>
                    <a:cubicBezTo>
                      <a:pt x="216" y="106"/>
                      <a:pt x="215" y="106"/>
                      <a:pt x="215" y="105"/>
                    </a:cubicBezTo>
                    <a:cubicBezTo>
                      <a:pt x="215" y="105"/>
                      <a:pt x="215" y="105"/>
                      <a:pt x="215" y="105"/>
                    </a:cubicBezTo>
                    <a:cubicBezTo>
                      <a:pt x="215" y="105"/>
                      <a:pt x="215" y="104"/>
                      <a:pt x="215" y="104"/>
                    </a:cubicBezTo>
                    <a:cubicBezTo>
                      <a:pt x="215" y="104"/>
                      <a:pt x="215" y="104"/>
                      <a:pt x="215" y="104"/>
                    </a:cubicBezTo>
                    <a:cubicBezTo>
                      <a:pt x="216" y="103"/>
                      <a:pt x="216" y="103"/>
                      <a:pt x="216" y="103"/>
                    </a:cubicBezTo>
                    <a:cubicBezTo>
                      <a:pt x="216" y="103"/>
                      <a:pt x="216" y="103"/>
                      <a:pt x="216" y="103"/>
                    </a:cubicBezTo>
                    <a:cubicBezTo>
                      <a:pt x="217" y="103"/>
                      <a:pt x="217" y="104"/>
                      <a:pt x="217" y="104"/>
                    </a:cubicBezTo>
                    <a:close/>
                    <a:moveTo>
                      <a:pt x="206" y="111"/>
                    </a:moveTo>
                    <a:cubicBezTo>
                      <a:pt x="206" y="112"/>
                      <a:pt x="206" y="113"/>
                      <a:pt x="206" y="113"/>
                    </a:cubicBezTo>
                    <a:cubicBezTo>
                      <a:pt x="206" y="113"/>
                      <a:pt x="206" y="113"/>
                      <a:pt x="206" y="113"/>
                    </a:cubicBezTo>
                    <a:cubicBezTo>
                      <a:pt x="205" y="114"/>
                      <a:pt x="204" y="113"/>
                      <a:pt x="204" y="113"/>
                    </a:cubicBezTo>
                    <a:cubicBezTo>
                      <a:pt x="204" y="113"/>
                      <a:pt x="204" y="113"/>
                      <a:pt x="204" y="113"/>
                    </a:cubicBezTo>
                    <a:cubicBezTo>
                      <a:pt x="203" y="112"/>
                      <a:pt x="203" y="111"/>
                      <a:pt x="204" y="111"/>
                    </a:cubicBezTo>
                    <a:cubicBezTo>
                      <a:pt x="204" y="111"/>
                      <a:pt x="204" y="111"/>
                      <a:pt x="204" y="111"/>
                    </a:cubicBezTo>
                    <a:cubicBezTo>
                      <a:pt x="204" y="111"/>
                      <a:pt x="205" y="111"/>
                      <a:pt x="205" y="111"/>
                    </a:cubicBezTo>
                    <a:cubicBezTo>
                      <a:pt x="205" y="111"/>
                      <a:pt x="205" y="111"/>
                      <a:pt x="205" y="111"/>
                    </a:cubicBezTo>
                    <a:cubicBezTo>
                      <a:pt x="205" y="111"/>
                      <a:pt x="206" y="111"/>
                      <a:pt x="206" y="111"/>
                    </a:cubicBezTo>
                    <a:close/>
                    <a:moveTo>
                      <a:pt x="195" y="119"/>
                    </a:moveTo>
                    <a:cubicBezTo>
                      <a:pt x="195" y="119"/>
                      <a:pt x="195" y="120"/>
                      <a:pt x="194" y="121"/>
                    </a:cubicBezTo>
                    <a:cubicBezTo>
                      <a:pt x="194" y="121"/>
                      <a:pt x="194" y="121"/>
                      <a:pt x="194" y="121"/>
                    </a:cubicBezTo>
                    <a:cubicBezTo>
                      <a:pt x="194" y="121"/>
                      <a:pt x="193" y="121"/>
                      <a:pt x="192" y="120"/>
                    </a:cubicBezTo>
                    <a:cubicBezTo>
                      <a:pt x="192" y="120"/>
                      <a:pt x="192" y="120"/>
                      <a:pt x="192" y="120"/>
                    </a:cubicBezTo>
                    <a:cubicBezTo>
                      <a:pt x="192" y="120"/>
                      <a:pt x="192" y="119"/>
                      <a:pt x="193" y="118"/>
                    </a:cubicBezTo>
                    <a:cubicBezTo>
                      <a:pt x="193" y="118"/>
                      <a:pt x="193" y="118"/>
                      <a:pt x="193" y="118"/>
                    </a:cubicBezTo>
                    <a:cubicBezTo>
                      <a:pt x="193" y="118"/>
                      <a:pt x="193" y="118"/>
                      <a:pt x="193" y="118"/>
                    </a:cubicBezTo>
                    <a:cubicBezTo>
                      <a:pt x="193" y="118"/>
                      <a:pt x="193" y="118"/>
                      <a:pt x="193" y="118"/>
                    </a:cubicBezTo>
                    <a:cubicBezTo>
                      <a:pt x="194" y="118"/>
                      <a:pt x="194" y="118"/>
                      <a:pt x="195" y="119"/>
                    </a:cubicBezTo>
                    <a:close/>
                    <a:moveTo>
                      <a:pt x="183" y="126"/>
                    </a:moveTo>
                    <a:cubicBezTo>
                      <a:pt x="184" y="127"/>
                      <a:pt x="184" y="128"/>
                      <a:pt x="183" y="128"/>
                    </a:cubicBezTo>
                    <a:cubicBezTo>
                      <a:pt x="183" y="128"/>
                      <a:pt x="183" y="128"/>
                      <a:pt x="183" y="128"/>
                    </a:cubicBezTo>
                    <a:cubicBezTo>
                      <a:pt x="182" y="128"/>
                      <a:pt x="181" y="128"/>
                      <a:pt x="181" y="128"/>
                    </a:cubicBezTo>
                    <a:cubicBezTo>
                      <a:pt x="181" y="128"/>
                      <a:pt x="181" y="128"/>
                      <a:pt x="181" y="128"/>
                    </a:cubicBezTo>
                    <a:cubicBezTo>
                      <a:pt x="181" y="127"/>
                      <a:pt x="181" y="126"/>
                      <a:pt x="181" y="126"/>
                    </a:cubicBezTo>
                    <a:cubicBezTo>
                      <a:pt x="181" y="126"/>
                      <a:pt x="181" y="126"/>
                      <a:pt x="181" y="126"/>
                    </a:cubicBezTo>
                    <a:cubicBezTo>
                      <a:pt x="182" y="126"/>
                      <a:pt x="182" y="125"/>
                      <a:pt x="182" y="125"/>
                    </a:cubicBezTo>
                    <a:cubicBezTo>
                      <a:pt x="182" y="125"/>
                      <a:pt x="182" y="125"/>
                      <a:pt x="182" y="125"/>
                    </a:cubicBezTo>
                    <a:cubicBezTo>
                      <a:pt x="183" y="125"/>
                      <a:pt x="183" y="126"/>
                      <a:pt x="183" y="126"/>
                    </a:cubicBezTo>
                    <a:close/>
                    <a:moveTo>
                      <a:pt x="172" y="133"/>
                    </a:moveTo>
                    <a:cubicBezTo>
                      <a:pt x="172" y="134"/>
                      <a:pt x="172" y="135"/>
                      <a:pt x="172" y="135"/>
                    </a:cubicBezTo>
                    <a:cubicBezTo>
                      <a:pt x="172" y="135"/>
                      <a:pt x="172" y="135"/>
                      <a:pt x="172" y="135"/>
                    </a:cubicBezTo>
                    <a:cubicBezTo>
                      <a:pt x="171" y="136"/>
                      <a:pt x="170" y="136"/>
                      <a:pt x="170" y="135"/>
                    </a:cubicBezTo>
                    <a:cubicBezTo>
                      <a:pt x="170" y="135"/>
                      <a:pt x="170" y="135"/>
                      <a:pt x="170" y="135"/>
                    </a:cubicBezTo>
                    <a:cubicBezTo>
                      <a:pt x="169" y="134"/>
                      <a:pt x="170" y="133"/>
                      <a:pt x="170" y="133"/>
                    </a:cubicBezTo>
                    <a:cubicBezTo>
                      <a:pt x="170" y="133"/>
                      <a:pt x="170" y="133"/>
                      <a:pt x="170" y="133"/>
                    </a:cubicBezTo>
                    <a:cubicBezTo>
                      <a:pt x="170" y="133"/>
                      <a:pt x="171" y="133"/>
                      <a:pt x="171" y="133"/>
                    </a:cubicBezTo>
                    <a:cubicBezTo>
                      <a:pt x="171" y="133"/>
                      <a:pt x="171" y="133"/>
                      <a:pt x="171" y="133"/>
                    </a:cubicBezTo>
                    <a:cubicBezTo>
                      <a:pt x="171" y="133"/>
                      <a:pt x="172" y="133"/>
                      <a:pt x="172" y="133"/>
                    </a:cubicBezTo>
                    <a:close/>
                    <a:moveTo>
                      <a:pt x="161" y="141"/>
                    </a:moveTo>
                    <a:cubicBezTo>
                      <a:pt x="161" y="141"/>
                      <a:pt x="161" y="142"/>
                      <a:pt x="160" y="143"/>
                    </a:cubicBezTo>
                    <a:cubicBezTo>
                      <a:pt x="160" y="143"/>
                      <a:pt x="160" y="143"/>
                      <a:pt x="160" y="143"/>
                    </a:cubicBezTo>
                    <a:cubicBezTo>
                      <a:pt x="160" y="143"/>
                      <a:pt x="159" y="143"/>
                      <a:pt x="158" y="142"/>
                    </a:cubicBezTo>
                    <a:cubicBezTo>
                      <a:pt x="158" y="142"/>
                      <a:pt x="158" y="142"/>
                      <a:pt x="158" y="142"/>
                    </a:cubicBezTo>
                    <a:cubicBezTo>
                      <a:pt x="158" y="142"/>
                      <a:pt x="158" y="141"/>
                      <a:pt x="159" y="140"/>
                    </a:cubicBezTo>
                    <a:cubicBezTo>
                      <a:pt x="159" y="140"/>
                      <a:pt x="159" y="140"/>
                      <a:pt x="159" y="140"/>
                    </a:cubicBezTo>
                    <a:cubicBezTo>
                      <a:pt x="159" y="140"/>
                      <a:pt x="159" y="140"/>
                      <a:pt x="160" y="140"/>
                    </a:cubicBezTo>
                    <a:cubicBezTo>
                      <a:pt x="160" y="140"/>
                      <a:pt x="160" y="140"/>
                      <a:pt x="160" y="140"/>
                    </a:cubicBezTo>
                    <a:cubicBezTo>
                      <a:pt x="160" y="140"/>
                      <a:pt x="160" y="140"/>
                      <a:pt x="161" y="141"/>
                    </a:cubicBezTo>
                    <a:close/>
                    <a:moveTo>
                      <a:pt x="149" y="148"/>
                    </a:moveTo>
                    <a:cubicBezTo>
                      <a:pt x="150" y="149"/>
                      <a:pt x="150" y="150"/>
                      <a:pt x="149" y="150"/>
                    </a:cubicBezTo>
                    <a:cubicBezTo>
                      <a:pt x="149" y="150"/>
                      <a:pt x="149" y="150"/>
                      <a:pt x="149" y="150"/>
                    </a:cubicBezTo>
                    <a:cubicBezTo>
                      <a:pt x="148" y="150"/>
                      <a:pt x="148" y="150"/>
                      <a:pt x="147" y="150"/>
                    </a:cubicBezTo>
                    <a:cubicBezTo>
                      <a:pt x="147" y="150"/>
                      <a:pt x="147" y="150"/>
                      <a:pt x="147" y="150"/>
                    </a:cubicBezTo>
                    <a:cubicBezTo>
                      <a:pt x="147" y="149"/>
                      <a:pt x="147" y="148"/>
                      <a:pt x="148" y="148"/>
                    </a:cubicBezTo>
                    <a:cubicBezTo>
                      <a:pt x="148" y="148"/>
                      <a:pt x="148" y="148"/>
                      <a:pt x="148" y="148"/>
                    </a:cubicBezTo>
                    <a:cubicBezTo>
                      <a:pt x="148" y="148"/>
                      <a:pt x="148" y="148"/>
                      <a:pt x="148" y="148"/>
                    </a:cubicBezTo>
                    <a:cubicBezTo>
                      <a:pt x="148" y="148"/>
                      <a:pt x="148" y="148"/>
                      <a:pt x="148" y="148"/>
                    </a:cubicBezTo>
                    <a:cubicBezTo>
                      <a:pt x="149" y="148"/>
                      <a:pt x="149" y="148"/>
                      <a:pt x="149" y="148"/>
                    </a:cubicBezTo>
                    <a:close/>
                    <a:moveTo>
                      <a:pt x="138" y="156"/>
                    </a:moveTo>
                    <a:cubicBezTo>
                      <a:pt x="138" y="156"/>
                      <a:pt x="138" y="157"/>
                      <a:pt x="138" y="157"/>
                    </a:cubicBezTo>
                    <a:cubicBezTo>
                      <a:pt x="138" y="157"/>
                      <a:pt x="138" y="157"/>
                      <a:pt x="138" y="157"/>
                    </a:cubicBezTo>
                    <a:cubicBezTo>
                      <a:pt x="137" y="158"/>
                      <a:pt x="136" y="158"/>
                      <a:pt x="136" y="157"/>
                    </a:cubicBezTo>
                    <a:cubicBezTo>
                      <a:pt x="136" y="157"/>
                      <a:pt x="136" y="157"/>
                      <a:pt x="136" y="157"/>
                    </a:cubicBezTo>
                    <a:cubicBezTo>
                      <a:pt x="135" y="156"/>
                      <a:pt x="136" y="156"/>
                      <a:pt x="136" y="155"/>
                    </a:cubicBezTo>
                    <a:cubicBezTo>
                      <a:pt x="136" y="155"/>
                      <a:pt x="136" y="155"/>
                      <a:pt x="136" y="155"/>
                    </a:cubicBezTo>
                    <a:cubicBezTo>
                      <a:pt x="136" y="155"/>
                      <a:pt x="137" y="155"/>
                      <a:pt x="137" y="155"/>
                    </a:cubicBezTo>
                    <a:cubicBezTo>
                      <a:pt x="137" y="155"/>
                      <a:pt x="137" y="155"/>
                      <a:pt x="137" y="155"/>
                    </a:cubicBezTo>
                    <a:cubicBezTo>
                      <a:pt x="137" y="155"/>
                      <a:pt x="138" y="155"/>
                      <a:pt x="138" y="156"/>
                    </a:cubicBezTo>
                    <a:close/>
                    <a:moveTo>
                      <a:pt x="127" y="163"/>
                    </a:moveTo>
                    <a:cubicBezTo>
                      <a:pt x="127" y="164"/>
                      <a:pt x="127" y="164"/>
                      <a:pt x="126" y="165"/>
                    </a:cubicBezTo>
                    <a:cubicBezTo>
                      <a:pt x="126" y="165"/>
                      <a:pt x="126" y="165"/>
                      <a:pt x="126" y="165"/>
                    </a:cubicBezTo>
                    <a:cubicBezTo>
                      <a:pt x="126" y="165"/>
                      <a:pt x="125" y="165"/>
                      <a:pt x="125" y="164"/>
                    </a:cubicBezTo>
                    <a:cubicBezTo>
                      <a:pt x="125" y="164"/>
                      <a:pt x="125" y="164"/>
                      <a:pt x="125" y="164"/>
                    </a:cubicBezTo>
                    <a:cubicBezTo>
                      <a:pt x="124" y="164"/>
                      <a:pt x="124" y="163"/>
                      <a:pt x="125" y="163"/>
                    </a:cubicBezTo>
                    <a:cubicBezTo>
                      <a:pt x="125" y="163"/>
                      <a:pt x="125" y="163"/>
                      <a:pt x="125" y="163"/>
                    </a:cubicBezTo>
                    <a:cubicBezTo>
                      <a:pt x="125" y="162"/>
                      <a:pt x="125" y="162"/>
                      <a:pt x="126" y="162"/>
                    </a:cubicBezTo>
                    <a:cubicBezTo>
                      <a:pt x="126" y="162"/>
                      <a:pt x="126" y="162"/>
                      <a:pt x="126" y="162"/>
                    </a:cubicBezTo>
                    <a:cubicBezTo>
                      <a:pt x="126" y="162"/>
                      <a:pt x="126" y="163"/>
                      <a:pt x="127" y="163"/>
                    </a:cubicBezTo>
                    <a:close/>
                    <a:moveTo>
                      <a:pt x="115" y="170"/>
                    </a:moveTo>
                    <a:cubicBezTo>
                      <a:pt x="116" y="171"/>
                      <a:pt x="116" y="172"/>
                      <a:pt x="115" y="172"/>
                    </a:cubicBezTo>
                    <a:cubicBezTo>
                      <a:pt x="115" y="172"/>
                      <a:pt x="115" y="172"/>
                      <a:pt x="115" y="172"/>
                    </a:cubicBezTo>
                    <a:cubicBezTo>
                      <a:pt x="114" y="173"/>
                      <a:pt x="114" y="172"/>
                      <a:pt x="113" y="172"/>
                    </a:cubicBezTo>
                    <a:cubicBezTo>
                      <a:pt x="113" y="172"/>
                      <a:pt x="113" y="172"/>
                      <a:pt x="113" y="172"/>
                    </a:cubicBezTo>
                    <a:cubicBezTo>
                      <a:pt x="113" y="171"/>
                      <a:pt x="113" y="170"/>
                      <a:pt x="114" y="170"/>
                    </a:cubicBezTo>
                    <a:cubicBezTo>
                      <a:pt x="114" y="170"/>
                      <a:pt x="114" y="170"/>
                      <a:pt x="114" y="170"/>
                    </a:cubicBezTo>
                    <a:cubicBezTo>
                      <a:pt x="114" y="170"/>
                      <a:pt x="114" y="170"/>
                      <a:pt x="114" y="170"/>
                    </a:cubicBezTo>
                    <a:cubicBezTo>
                      <a:pt x="114" y="170"/>
                      <a:pt x="114" y="170"/>
                      <a:pt x="114" y="170"/>
                    </a:cubicBezTo>
                    <a:cubicBezTo>
                      <a:pt x="115" y="170"/>
                      <a:pt x="115" y="170"/>
                      <a:pt x="115" y="170"/>
                    </a:cubicBezTo>
                    <a:close/>
                    <a:moveTo>
                      <a:pt x="104" y="178"/>
                    </a:moveTo>
                    <a:cubicBezTo>
                      <a:pt x="105" y="178"/>
                      <a:pt x="104" y="179"/>
                      <a:pt x="104" y="179"/>
                    </a:cubicBezTo>
                    <a:cubicBezTo>
                      <a:pt x="104" y="179"/>
                      <a:pt x="104" y="179"/>
                      <a:pt x="104" y="179"/>
                    </a:cubicBezTo>
                    <a:cubicBezTo>
                      <a:pt x="103" y="180"/>
                      <a:pt x="102" y="180"/>
                      <a:pt x="102" y="179"/>
                    </a:cubicBezTo>
                    <a:cubicBezTo>
                      <a:pt x="102" y="179"/>
                      <a:pt x="102" y="179"/>
                      <a:pt x="102" y="179"/>
                    </a:cubicBezTo>
                    <a:cubicBezTo>
                      <a:pt x="102" y="178"/>
                      <a:pt x="102" y="178"/>
                      <a:pt x="102" y="177"/>
                    </a:cubicBezTo>
                    <a:cubicBezTo>
                      <a:pt x="102" y="177"/>
                      <a:pt x="102" y="177"/>
                      <a:pt x="102" y="177"/>
                    </a:cubicBezTo>
                    <a:cubicBezTo>
                      <a:pt x="103" y="177"/>
                      <a:pt x="103" y="177"/>
                      <a:pt x="103" y="177"/>
                    </a:cubicBezTo>
                    <a:cubicBezTo>
                      <a:pt x="103" y="177"/>
                      <a:pt x="103" y="177"/>
                      <a:pt x="103" y="177"/>
                    </a:cubicBezTo>
                    <a:cubicBezTo>
                      <a:pt x="103" y="177"/>
                      <a:pt x="104" y="177"/>
                      <a:pt x="104" y="178"/>
                    </a:cubicBezTo>
                    <a:close/>
                    <a:moveTo>
                      <a:pt x="93" y="185"/>
                    </a:moveTo>
                    <a:cubicBezTo>
                      <a:pt x="93" y="186"/>
                      <a:pt x="93" y="186"/>
                      <a:pt x="92" y="187"/>
                    </a:cubicBezTo>
                    <a:cubicBezTo>
                      <a:pt x="92" y="187"/>
                      <a:pt x="92" y="187"/>
                      <a:pt x="92" y="187"/>
                    </a:cubicBezTo>
                    <a:cubicBezTo>
                      <a:pt x="92" y="187"/>
                      <a:pt x="91" y="187"/>
                      <a:pt x="91" y="186"/>
                    </a:cubicBezTo>
                    <a:cubicBezTo>
                      <a:pt x="91" y="186"/>
                      <a:pt x="91" y="186"/>
                      <a:pt x="91" y="186"/>
                    </a:cubicBezTo>
                    <a:cubicBezTo>
                      <a:pt x="90" y="186"/>
                      <a:pt x="90" y="185"/>
                      <a:pt x="91" y="185"/>
                    </a:cubicBezTo>
                    <a:cubicBezTo>
                      <a:pt x="91" y="185"/>
                      <a:pt x="91" y="185"/>
                      <a:pt x="91" y="185"/>
                    </a:cubicBezTo>
                    <a:cubicBezTo>
                      <a:pt x="91" y="184"/>
                      <a:pt x="91" y="184"/>
                      <a:pt x="92" y="184"/>
                    </a:cubicBezTo>
                    <a:cubicBezTo>
                      <a:pt x="92" y="184"/>
                      <a:pt x="92" y="184"/>
                      <a:pt x="92" y="184"/>
                    </a:cubicBezTo>
                    <a:cubicBezTo>
                      <a:pt x="92" y="184"/>
                      <a:pt x="93" y="185"/>
                      <a:pt x="93" y="185"/>
                    </a:cubicBezTo>
                    <a:close/>
                    <a:moveTo>
                      <a:pt x="82" y="192"/>
                    </a:moveTo>
                    <a:cubicBezTo>
                      <a:pt x="82" y="193"/>
                      <a:pt x="82" y="194"/>
                      <a:pt x="81" y="194"/>
                    </a:cubicBezTo>
                    <a:cubicBezTo>
                      <a:pt x="81" y="194"/>
                      <a:pt x="81" y="194"/>
                      <a:pt x="81" y="194"/>
                    </a:cubicBezTo>
                    <a:cubicBezTo>
                      <a:pt x="81" y="195"/>
                      <a:pt x="80" y="194"/>
                      <a:pt x="79" y="194"/>
                    </a:cubicBezTo>
                    <a:cubicBezTo>
                      <a:pt x="79" y="194"/>
                      <a:pt x="79" y="194"/>
                      <a:pt x="79" y="194"/>
                    </a:cubicBezTo>
                    <a:cubicBezTo>
                      <a:pt x="79" y="193"/>
                      <a:pt x="79" y="192"/>
                      <a:pt x="80" y="192"/>
                    </a:cubicBezTo>
                    <a:cubicBezTo>
                      <a:pt x="80" y="192"/>
                      <a:pt x="80" y="192"/>
                      <a:pt x="80" y="192"/>
                    </a:cubicBezTo>
                    <a:cubicBezTo>
                      <a:pt x="80" y="192"/>
                      <a:pt x="80" y="192"/>
                      <a:pt x="80" y="192"/>
                    </a:cubicBezTo>
                    <a:cubicBezTo>
                      <a:pt x="80" y="192"/>
                      <a:pt x="80" y="192"/>
                      <a:pt x="80" y="192"/>
                    </a:cubicBezTo>
                    <a:cubicBezTo>
                      <a:pt x="81" y="192"/>
                      <a:pt x="81" y="192"/>
                      <a:pt x="82" y="192"/>
                    </a:cubicBezTo>
                    <a:close/>
                    <a:moveTo>
                      <a:pt x="70" y="200"/>
                    </a:moveTo>
                    <a:cubicBezTo>
                      <a:pt x="71" y="200"/>
                      <a:pt x="70" y="201"/>
                      <a:pt x="70" y="202"/>
                    </a:cubicBezTo>
                    <a:cubicBezTo>
                      <a:pt x="70" y="202"/>
                      <a:pt x="70" y="202"/>
                      <a:pt x="70" y="202"/>
                    </a:cubicBezTo>
                    <a:cubicBezTo>
                      <a:pt x="69" y="202"/>
                      <a:pt x="68" y="202"/>
                      <a:pt x="68" y="201"/>
                    </a:cubicBezTo>
                    <a:cubicBezTo>
                      <a:pt x="68" y="201"/>
                      <a:pt x="68" y="201"/>
                      <a:pt x="68" y="201"/>
                    </a:cubicBezTo>
                    <a:cubicBezTo>
                      <a:pt x="68" y="201"/>
                      <a:pt x="68" y="200"/>
                      <a:pt x="68" y="199"/>
                    </a:cubicBezTo>
                    <a:cubicBezTo>
                      <a:pt x="68" y="199"/>
                      <a:pt x="68" y="199"/>
                      <a:pt x="68" y="199"/>
                    </a:cubicBezTo>
                    <a:cubicBezTo>
                      <a:pt x="69" y="199"/>
                      <a:pt x="69" y="199"/>
                      <a:pt x="69" y="199"/>
                    </a:cubicBezTo>
                    <a:cubicBezTo>
                      <a:pt x="69" y="199"/>
                      <a:pt x="69" y="199"/>
                      <a:pt x="69" y="199"/>
                    </a:cubicBezTo>
                    <a:cubicBezTo>
                      <a:pt x="70" y="199"/>
                      <a:pt x="70" y="199"/>
                      <a:pt x="70" y="200"/>
                    </a:cubicBezTo>
                    <a:close/>
                    <a:moveTo>
                      <a:pt x="59" y="207"/>
                    </a:moveTo>
                    <a:cubicBezTo>
                      <a:pt x="59" y="208"/>
                      <a:pt x="59" y="209"/>
                      <a:pt x="59" y="209"/>
                    </a:cubicBezTo>
                    <a:cubicBezTo>
                      <a:pt x="59" y="209"/>
                      <a:pt x="59" y="209"/>
                      <a:pt x="59" y="209"/>
                    </a:cubicBezTo>
                    <a:cubicBezTo>
                      <a:pt x="58" y="209"/>
                      <a:pt x="57" y="209"/>
                      <a:pt x="57" y="209"/>
                    </a:cubicBezTo>
                    <a:cubicBezTo>
                      <a:pt x="57" y="209"/>
                      <a:pt x="57" y="209"/>
                      <a:pt x="57" y="209"/>
                    </a:cubicBezTo>
                    <a:cubicBezTo>
                      <a:pt x="56" y="208"/>
                      <a:pt x="56" y="207"/>
                      <a:pt x="57" y="207"/>
                    </a:cubicBezTo>
                    <a:cubicBezTo>
                      <a:pt x="57" y="207"/>
                      <a:pt x="57" y="207"/>
                      <a:pt x="57" y="207"/>
                    </a:cubicBezTo>
                    <a:cubicBezTo>
                      <a:pt x="57" y="207"/>
                      <a:pt x="58" y="206"/>
                      <a:pt x="58" y="206"/>
                    </a:cubicBezTo>
                    <a:cubicBezTo>
                      <a:pt x="58" y="206"/>
                      <a:pt x="58" y="206"/>
                      <a:pt x="58" y="206"/>
                    </a:cubicBezTo>
                    <a:cubicBezTo>
                      <a:pt x="58" y="206"/>
                      <a:pt x="59" y="207"/>
                      <a:pt x="59" y="207"/>
                    </a:cubicBezTo>
                    <a:close/>
                    <a:moveTo>
                      <a:pt x="48" y="214"/>
                    </a:moveTo>
                    <a:cubicBezTo>
                      <a:pt x="48" y="215"/>
                      <a:pt x="48" y="216"/>
                      <a:pt x="47" y="216"/>
                    </a:cubicBezTo>
                    <a:cubicBezTo>
                      <a:pt x="47" y="216"/>
                      <a:pt x="47" y="216"/>
                      <a:pt x="47" y="216"/>
                    </a:cubicBezTo>
                    <a:cubicBezTo>
                      <a:pt x="47" y="217"/>
                      <a:pt x="46" y="217"/>
                      <a:pt x="45" y="216"/>
                    </a:cubicBezTo>
                    <a:cubicBezTo>
                      <a:pt x="45" y="216"/>
                      <a:pt x="45" y="216"/>
                      <a:pt x="45" y="216"/>
                    </a:cubicBezTo>
                    <a:cubicBezTo>
                      <a:pt x="45" y="215"/>
                      <a:pt x="45" y="214"/>
                      <a:pt x="46" y="214"/>
                    </a:cubicBezTo>
                    <a:cubicBezTo>
                      <a:pt x="46" y="214"/>
                      <a:pt x="46" y="214"/>
                      <a:pt x="46" y="214"/>
                    </a:cubicBezTo>
                    <a:cubicBezTo>
                      <a:pt x="46" y="214"/>
                      <a:pt x="46" y="214"/>
                      <a:pt x="46" y="214"/>
                    </a:cubicBezTo>
                    <a:cubicBezTo>
                      <a:pt x="46" y="214"/>
                      <a:pt x="46" y="214"/>
                      <a:pt x="46" y="214"/>
                    </a:cubicBezTo>
                    <a:cubicBezTo>
                      <a:pt x="47" y="214"/>
                      <a:pt x="47" y="214"/>
                      <a:pt x="48" y="214"/>
                    </a:cubicBezTo>
                    <a:close/>
                    <a:moveTo>
                      <a:pt x="36" y="222"/>
                    </a:moveTo>
                    <a:cubicBezTo>
                      <a:pt x="37" y="222"/>
                      <a:pt x="37" y="223"/>
                      <a:pt x="36" y="224"/>
                    </a:cubicBezTo>
                    <a:cubicBezTo>
                      <a:pt x="36" y="224"/>
                      <a:pt x="36" y="224"/>
                      <a:pt x="36" y="224"/>
                    </a:cubicBezTo>
                    <a:cubicBezTo>
                      <a:pt x="35" y="224"/>
                      <a:pt x="34" y="224"/>
                      <a:pt x="34" y="223"/>
                    </a:cubicBezTo>
                    <a:cubicBezTo>
                      <a:pt x="34" y="223"/>
                      <a:pt x="34" y="223"/>
                      <a:pt x="34" y="223"/>
                    </a:cubicBezTo>
                    <a:cubicBezTo>
                      <a:pt x="34" y="223"/>
                      <a:pt x="34" y="222"/>
                      <a:pt x="34" y="221"/>
                    </a:cubicBezTo>
                    <a:cubicBezTo>
                      <a:pt x="34" y="221"/>
                      <a:pt x="34" y="221"/>
                      <a:pt x="34" y="221"/>
                    </a:cubicBezTo>
                    <a:cubicBezTo>
                      <a:pt x="35" y="221"/>
                      <a:pt x="35" y="221"/>
                      <a:pt x="35" y="221"/>
                    </a:cubicBezTo>
                    <a:cubicBezTo>
                      <a:pt x="35" y="221"/>
                      <a:pt x="35" y="221"/>
                      <a:pt x="35" y="221"/>
                    </a:cubicBezTo>
                    <a:cubicBezTo>
                      <a:pt x="36" y="221"/>
                      <a:pt x="36" y="221"/>
                      <a:pt x="36" y="222"/>
                    </a:cubicBezTo>
                    <a:close/>
                    <a:moveTo>
                      <a:pt x="25" y="229"/>
                    </a:moveTo>
                    <a:cubicBezTo>
                      <a:pt x="25" y="230"/>
                      <a:pt x="25" y="231"/>
                      <a:pt x="25" y="231"/>
                    </a:cubicBezTo>
                    <a:cubicBezTo>
                      <a:pt x="25" y="231"/>
                      <a:pt x="25" y="231"/>
                      <a:pt x="25" y="231"/>
                    </a:cubicBezTo>
                    <a:cubicBezTo>
                      <a:pt x="24" y="231"/>
                      <a:pt x="23" y="231"/>
                      <a:pt x="23" y="231"/>
                    </a:cubicBezTo>
                    <a:cubicBezTo>
                      <a:pt x="23" y="231"/>
                      <a:pt x="23" y="231"/>
                      <a:pt x="23" y="231"/>
                    </a:cubicBezTo>
                    <a:cubicBezTo>
                      <a:pt x="22" y="230"/>
                      <a:pt x="23" y="229"/>
                      <a:pt x="23" y="229"/>
                    </a:cubicBezTo>
                    <a:cubicBezTo>
                      <a:pt x="23" y="229"/>
                      <a:pt x="23" y="229"/>
                      <a:pt x="23" y="229"/>
                    </a:cubicBezTo>
                    <a:cubicBezTo>
                      <a:pt x="23" y="229"/>
                      <a:pt x="24" y="229"/>
                      <a:pt x="24" y="229"/>
                    </a:cubicBezTo>
                    <a:cubicBezTo>
                      <a:pt x="24" y="229"/>
                      <a:pt x="24" y="229"/>
                      <a:pt x="24" y="229"/>
                    </a:cubicBezTo>
                    <a:cubicBezTo>
                      <a:pt x="24" y="229"/>
                      <a:pt x="25" y="229"/>
                      <a:pt x="25" y="229"/>
                    </a:cubicBezTo>
                    <a:close/>
                    <a:moveTo>
                      <a:pt x="14" y="237"/>
                    </a:moveTo>
                    <a:cubicBezTo>
                      <a:pt x="14" y="237"/>
                      <a:pt x="14" y="238"/>
                      <a:pt x="13" y="238"/>
                    </a:cubicBezTo>
                    <a:cubicBezTo>
                      <a:pt x="13" y="238"/>
                      <a:pt x="13" y="238"/>
                      <a:pt x="13" y="238"/>
                    </a:cubicBezTo>
                    <a:cubicBezTo>
                      <a:pt x="13" y="239"/>
                      <a:pt x="12" y="239"/>
                      <a:pt x="11" y="238"/>
                    </a:cubicBezTo>
                    <a:cubicBezTo>
                      <a:pt x="11" y="238"/>
                      <a:pt x="11" y="238"/>
                      <a:pt x="11" y="238"/>
                    </a:cubicBezTo>
                    <a:cubicBezTo>
                      <a:pt x="11" y="237"/>
                      <a:pt x="11" y="237"/>
                      <a:pt x="12" y="236"/>
                    </a:cubicBezTo>
                    <a:cubicBezTo>
                      <a:pt x="12" y="236"/>
                      <a:pt x="12" y="236"/>
                      <a:pt x="12" y="236"/>
                    </a:cubicBezTo>
                    <a:cubicBezTo>
                      <a:pt x="12" y="236"/>
                      <a:pt x="12" y="236"/>
                      <a:pt x="13" y="236"/>
                    </a:cubicBezTo>
                    <a:cubicBezTo>
                      <a:pt x="13" y="236"/>
                      <a:pt x="13" y="236"/>
                      <a:pt x="13" y="236"/>
                    </a:cubicBezTo>
                    <a:cubicBezTo>
                      <a:pt x="13" y="236"/>
                      <a:pt x="13" y="236"/>
                      <a:pt x="14" y="237"/>
                    </a:cubicBezTo>
                    <a:close/>
                    <a:moveTo>
                      <a:pt x="2" y="244"/>
                    </a:moveTo>
                    <a:cubicBezTo>
                      <a:pt x="3" y="245"/>
                      <a:pt x="3" y="245"/>
                      <a:pt x="2" y="246"/>
                    </a:cubicBezTo>
                    <a:cubicBezTo>
                      <a:pt x="2" y="246"/>
                      <a:pt x="2" y="246"/>
                      <a:pt x="2" y="246"/>
                    </a:cubicBezTo>
                    <a:cubicBezTo>
                      <a:pt x="1" y="246"/>
                      <a:pt x="1" y="246"/>
                      <a:pt x="0" y="245"/>
                    </a:cubicBezTo>
                    <a:cubicBezTo>
                      <a:pt x="0" y="245"/>
                      <a:pt x="0" y="245"/>
                      <a:pt x="0" y="245"/>
                    </a:cubicBezTo>
                    <a:cubicBezTo>
                      <a:pt x="0" y="245"/>
                      <a:pt x="0" y="244"/>
                      <a:pt x="1" y="244"/>
                    </a:cubicBezTo>
                    <a:cubicBezTo>
                      <a:pt x="1" y="244"/>
                      <a:pt x="1" y="244"/>
                      <a:pt x="1" y="244"/>
                    </a:cubicBezTo>
                    <a:cubicBezTo>
                      <a:pt x="1" y="243"/>
                      <a:pt x="1" y="243"/>
                      <a:pt x="1" y="243"/>
                    </a:cubicBezTo>
                    <a:cubicBezTo>
                      <a:pt x="1" y="243"/>
                      <a:pt x="1" y="243"/>
                      <a:pt x="1" y="243"/>
                    </a:cubicBezTo>
                    <a:cubicBezTo>
                      <a:pt x="2" y="243"/>
                      <a:pt x="2" y="244"/>
                      <a:pt x="2"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2" name="Google Shape;1252;p22"/>
              <p:cNvSpPr/>
              <p:nvPr/>
            </p:nvSpPr>
            <p:spPr>
              <a:xfrm>
                <a:off x="14565754" y="-448701"/>
                <a:ext cx="19581" cy="19580"/>
              </a:xfrm>
              <a:custGeom>
                <a:avLst/>
                <a:gdLst/>
                <a:ahLst/>
                <a:cxnLst/>
                <a:rect l="l" t="t" r="r" b="b"/>
                <a:pathLst>
                  <a:path w="3" h="3" extrusionOk="0">
                    <a:moveTo>
                      <a:pt x="2" y="0"/>
                    </a:moveTo>
                    <a:cubicBezTo>
                      <a:pt x="2" y="0"/>
                      <a:pt x="2" y="0"/>
                      <a:pt x="3" y="0"/>
                    </a:cubicBezTo>
                    <a:cubicBezTo>
                      <a:pt x="3" y="1"/>
                      <a:pt x="3" y="1"/>
                      <a:pt x="3" y="1"/>
                    </a:cubicBezTo>
                    <a:cubicBezTo>
                      <a:pt x="3" y="1"/>
                      <a:pt x="3" y="2"/>
                      <a:pt x="3" y="2"/>
                    </a:cubicBezTo>
                    <a:cubicBezTo>
                      <a:pt x="3" y="2"/>
                      <a:pt x="3" y="2"/>
                      <a:pt x="3" y="2"/>
                    </a:cubicBezTo>
                    <a:cubicBezTo>
                      <a:pt x="3" y="2"/>
                      <a:pt x="2" y="2"/>
                      <a:pt x="2" y="2"/>
                    </a:cubicBezTo>
                    <a:cubicBezTo>
                      <a:pt x="2" y="3"/>
                      <a:pt x="2" y="3"/>
                      <a:pt x="1" y="2"/>
                    </a:cubicBezTo>
                    <a:cubicBezTo>
                      <a:pt x="1" y="2"/>
                      <a:pt x="1" y="2"/>
                      <a:pt x="1" y="2"/>
                    </a:cubicBezTo>
                    <a:cubicBezTo>
                      <a:pt x="1" y="2"/>
                      <a:pt x="0" y="2"/>
                      <a:pt x="0" y="1"/>
                    </a:cubicBezTo>
                    <a:cubicBezTo>
                      <a:pt x="0" y="1"/>
                      <a:pt x="1" y="1"/>
                      <a:pt x="1" y="0"/>
                    </a:cubicBezTo>
                    <a:cubicBezTo>
                      <a:pt x="1" y="0"/>
                      <a:pt x="1" y="0"/>
                      <a:pt x="1" y="0"/>
                    </a:cubicBezTo>
                    <a:cubicBezTo>
                      <a:pt x="1" y="0"/>
                      <a:pt x="2"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3" name="Google Shape;1253;p22"/>
              <p:cNvSpPr/>
              <p:nvPr/>
            </p:nvSpPr>
            <p:spPr>
              <a:xfrm>
                <a:off x="11969372" y="1152983"/>
                <a:ext cx="19581" cy="11748"/>
              </a:xfrm>
              <a:custGeom>
                <a:avLst/>
                <a:gdLst/>
                <a:ahLst/>
                <a:cxnLst/>
                <a:rect l="l" t="t" r="r" b="b"/>
                <a:pathLst>
                  <a:path w="3" h="2" extrusionOk="0">
                    <a:moveTo>
                      <a:pt x="2" y="0"/>
                    </a:moveTo>
                    <a:cubicBezTo>
                      <a:pt x="2" y="0"/>
                      <a:pt x="2" y="0"/>
                      <a:pt x="2" y="0"/>
                    </a:cubicBezTo>
                    <a:cubicBezTo>
                      <a:pt x="2" y="0"/>
                      <a:pt x="2" y="0"/>
                      <a:pt x="3" y="0"/>
                    </a:cubicBezTo>
                    <a:cubicBezTo>
                      <a:pt x="3" y="0"/>
                      <a:pt x="3" y="1"/>
                      <a:pt x="3" y="1"/>
                    </a:cubicBezTo>
                    <a:cubicBezTo>
                      <a:pt x="3" y="1"/>
                      <a:pt x="3" y="2"/>
                      <a:pt x="3" y="2"/>
                    </a:cubicBezTo>
                    <a:cubicBezTo>
                      <a:pt x="2" y="2"/>
                      <a:pt x="1" y="2"/>
                      <a:pt x="1" y="2"/>
                    </a:cubicBezTo>
                    <a:cubicBezTo>
                      <a:pt x="0" y="2"/>
                      <a:pt x="0" y="1"/>
                      <a:pt x="0" y="1"/>
                    </a:cubicBezTo>
                    <a:cubicBezTo>
                      <a:pt x="0" y="1"/>
                      <a:pt x="0" y="1"/>
                      <a:pt x="0" y="1"/>
                    </a:cubicBezTo>
                    <a:cubicBezTo>
                      <a:pt x="0" y="0"/>
                      <a:pt x="1" y="0"/>
                      <a:pt x="1" y="0"/>
                    </a:cubicBezTo>
                    <a:cubicBezTo>
                      <a:pt x="1" y="0"/>
                      <a:pt x="1" y="0"/>
                      <a:pt x="1" y="0"/>
                    </a:cubicBezTo>
                    <a:cubicBezTo>
                      <a:pt x="1" y="0"/>
                      <a:pt x="1"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4" name="Google Shape;1254;p22"/>
              <p:cNvSpPr/>
              <p:nvPr/>
            </p:nvSpPr>
            <p:spPr>
              <a:xfrm>
                <a:off x="12035946" y="-405624"/>
                <a:ext cx="2337917" cy="1527278"/>
              </a:xfrm>
              <a:custGeom>
                <a:avLst/>
                <a:gdLst/>
                <a:ahLst/>
                <a:cxnLst/>
                <a:rect l="l" t="t" r="r" b="b"/>
                <a:pathLst>
                  <a:path w="377" h="246" extrusionOk="0">
                    <a:moveTo>
                      <a:pt x="376" y="1"/>
                    </a:moveTo>
                    <a:cubicBezTo>
                      <a:pt x="377" y="1"/>
                      <a:pt x="376" y="2"/>
                      <a:pt x="376" y="3"/>
                    </a:cubicBezTo>
                    <a:cubicBezTo>
                      <a:pt x="376" y="3"/>
                      <a:pt x="376" y="3"/>
                      <a:pt x="376" y="3"/>
                    </a:cubicBezTo>
                    <a:cubicBezTo>
                      <a:pt x="375" y="3"/>
                      <a:pt x="374" y="3"/>
                      <a:pt x="374" y="2"/>
                    </a:cubicBezTo>
                    <a:cubicBezTo>
                      <a:pt x="374" y="2"/>
                      <a:pt x="374" y="2"/>
                      <a:pt x="374" y="2"/>
                    </a:cubicBezTo>
                    <a:cubicBezTo>
                      <a:pt x="374" y="2"/>
                      <a:pt x="374" y="1"/>
                      <a:pt x="374" y="0"/>
                    </a:cubicBezTo>
                    <a:cubicBezTo>
                      <a:pt x="374" y="0"/>
                      <a:pt x="374" y="0"/>
                      <a:pt x="374" y="0"/>
                    </a:cubicBezTo>
                    <a:cubicBezTo>
                      <a:pt x="375" y="0"/>
                      <a:pt x="375" y="0"/>
                      <a:pt x="375" y="0"/>
                    </a:cubicBezTo>
                    <a:cubicBezTo>
                      <a:pt x="375" y="0"/>
                      <a:pt x="375" y="0"/>
                      <a:pt x="375" y="0"/>
                    </a:cubicBezTo>
                    <a:cubicBezTo>
                      <a:pt x="376" y="0"/>
                      <a:pt x="376" y="0"/>
                      <a:pt x="376" y="1"/>
                    </a:cubicBezTo>
                    <a:close/>
                    <a:moveTo>
                      <a:pt x="365" y="8"/>
                    </a:moveTo>
                    <a:cubicBezTo>
                      <a:pt x="365" y="9"/>
                      <a:pt x="365" y="10"/>
                      <a:pt x="365" y="10"/>
                    </a:cubicBezTo>
                    <a:cubicBezTo>
                      <a:pt x="365" y="10"/>
                      <a:pt x="365" y="10"/>
                      <a:pt x="365" y="10"/>
                    </a:cubicBezTo>
                    <a:cubicBezTo>
                      <a:pt x="364" y="10"/>
                      <a:pt x="363" y="10"/>
                      <a:pt x="363" y="10"/>
                    </a:cubicBezTo>
                    <a:cubicBezTo>
                      <a:pt x="363" y="10"/>
                      <a:pt x="363" y="10"/>
                      <a:pt x="363" y="10"/>
                    </a:cubicBezTo>
                    <a:cubicBezTo>
                      <a:pt x="362" y="9"/>
                      <a:pt x="362" y="8"/>
                      <a:pt x="363" y="8"/>
                    </a:cubicBezTo>
                    <a:cubicBezTo>
                      <a:pt x="363" y="8"/>
                      <a:pt x="363" y="8"/>
                      <a:pt x="363" y="8"/>
                    </a:cubicBezTo>
                    <a:cubicBezTo>
                      <a:pt x="363" y="8"/>
                      <a:pt x="364" y="8"/>
                      <a:pt x="364" y="8"/>
                    </a:cubicBezTo>
                    <a:cubicBezTo>
                      <a:pt x="364" y="8"/>
                      <a:pt x="364" y="8"/>
                      <a:pt x="364" y="8"/>
                    </a:cubicBezTo>
                    <a:cubicBezTo>
                      <a:pt x="364" y="8"/>
                      <a:pt x="365" y="8"/>
                      <a:pt x="365" y="8"/>
                    </a:cubicBezTo>
                    <a:close/>
                    <a:moveTo>
                      <a:pt x="354" y="16"/>
                    </a:moveTo>
                    <a:cubicBezTo>
                      <a:pt x="354" y="16"/>
                      <a:pt x="354" y="17"/>
                      <a:pt x="353" y="17"/>
                    </a:cubicBezTo>
                    <a:cubicBezTo>
                      <a:pt x="353" y="17"/>
                      <a:pt x="353" y="17"/>
                      <a:pt x="353" y="17"/>
                    </a:cubicBezTo>
                    <a:cubicBezTo>
                      <a:pt x="353" y="18"/>
                      <a:pt x="352" y="18"/>
                      <a:pt x="351" y="17"/>
                    </a:cubicBezTo>
                    <a:cubicBezTo>
                      <a:pt x="351" y="17"/>
                      <a:pt x="351" y="17"/>
                      <a:pt x="351" y="17"/>
                    </a:cubicBezTo>
                    <a:cubicBezTo>
                      <a:pt x="351" y="16"/>
                      <a:pt x="351" y="16"/>
                      <a:pt x="352" y="15"/>
                    </a:cubicBezTo>
                    <a:cubicBezTo>
                      <a:pt x="352" y="15"/>
                      <a:pt x="352" y="15"/>
                      <a:pt x="352" y="15"/>
                    </a:cubicBezTo>
                    <a:cubicBezTo>
                      <a:pt x="352" y="15"/>
                      <a:pt x="352" y="15"/>
                      <a:pt x="352" y="15"/>
                    </a:cubicBezTo>
                    <a:cubicBezTo>
                      <a:pt x="352" y="15"/>
                      <a:pt x="352" y="15"/>
                      <a:pt x="352" y="15"/>
                    </a:cubicBezTo>
                    <a:cubicBezTo>
                      <a:pt x="353" y="15"/>
                      <a:pt x="353" y="15"/>
                      <a:pt x="354" y="16"/>
                    </a:cubicBezTo>
                    <a:close/>
                    <a:moveTo>
                      <a:pt x="342" y="23"/>
                    </a:moveTo>
                    <a:cubicBezTo>
                      <a:pt x="343" y="24"/>
                      <a:pt x="343" y="24"/>
                      <a:pt x="342" y="25"/>
                    </a:cubicBezTo>
                    <a:cubicBezTo>
                      <a:pt x="342" y="25"/>
                      <a:pt x="342" y="25"/>
                      <a:pt x="342" y="25"/>
                    </a:cubicBezTo>
                    <a:cubicBezTo>
                      <a:pt x="341" y="25"/>
                      <a:pt x="340" y="25"/>
                      <a:pt x="340" y="24"/>
                    </a:cubicBezTo>
                    <a:cubicBezTo>
                      <a:pt x="340" y="24"/>
                      <a:pt x="340" y="24"/>
                      <a:pt x="340" y="24"/>
                    </a:cubicBezTo>
                    <a:cubicBezTo>
                      <a:pt x="340" y="24"/>
                      <a:pt x="340" y="23"/>
                      <a:pt x="340" y="23"/>
                    </a:cubicBezTo>
                    <a:cubicBezTo>
                      <a:pt x="340" y="23"/>
                      <a:pt x="340" y="23"/>
                      <a:pt x="340" y="23"/>
                    </a:cubicBezTo>
                    <a:cubicBezTo>
                      <a:pt x="341" y="22"/>
                      <a:pt x="341" y="22"/>
                      <a:pt x="341" y="22"/>
                    </a:cubicBezTo>
                    <a:cubicBezTo>
                      <a:pt x="341" y="22"/>
                      <a:pt x="341" y="22"/>
                      <a:pt x="341" y="22"/>
                    </a:cubicBezTo>
                    <a:cubicBezTo>
                      <a:pt x="342" y="22"/>
                      <a:pt x="342" y="23"/>
                      <a:pt x="342" y="23"/>
                    </a:cubicBezTo>
                    <a:close/>
                    <a:moveTo>
                      <a:pt x="331" y="30"/>
                    </a:moveTo>
                    <a:cubicBezTo>
                      <a:pt x="331" y="31"/>
                      <a:pt x="331" y="32"/>
                      <a:pt x="331" y="32"/>
                    </a:cubicBezTo>
                    <a:cubicBezTo>
                      <a:pt x="331" y="32"/>
                      <a:pt x="331" y="32"/>
                      <a:pt x="331" y="32"/>
                    </a:cubicBezTo>
                    <a:cubicBezTo>
                      <a:pt x="330" y="33"/>
                      <a:pt x="329" y="32"/>
                      <a:pt x="329" y="32"/>
                    </a:cubicBezTo>
                    <a:cubicBezTo>
                      <a:pt x="329" y="32"/>
                      <a:pt x="329" y="32"/>
                      <a:pt x="329" y="32"/>
                    </a:cubicBezTo>
                    <a:cubicBezTo>
                      <a:pt x="328" y="31"/>
                      <a:pt x="328" y="30"/>
                      <a:pt x="329" y="30"/>
                    </a:cubicBezTo>
                    <a:cubicBezTo>
                      <a:pt x="329" y="30"/>
                      <a:pt x="329" y="30"/>
                      <a:pt x="329" y="30"/>
                    </a:cubicBezTo>
                    <a:cubicBezTo>
                      <a:pt x="329" y="30"/>
                      <a:pt x="330" y="30"/>
                      <a:pt x="330" y="30"/>
                    </a:cubicBezTo>
                    <a:cubicBezTo>
                      <a:pt x="330" y="30"/>
                      <a:pt x="330" y="30"/>
                      <a:pt x="330" y="30"/>
                    </a:cubicBezTo>
                    <a:cubicBezTo>
                      <a:pt x="330" y="30"/>
                      <a:pt x="331" y="30"/>
                      <a:pt x="331" y="30"/>
                    </a:cubicBezTo>
                    <a:close/>
                    <a:moveTo>
                      <a:pt x="320" y="38"/>
                    </a:moveTo>
                    <a:cubicBezTo>
                      <a:pt x="320" y="38"/>
                      <a:pt x="320" y="39"/>
                      <a:pt x="319" y="40"/>
                    </a:cubicBezTo>
                    <a:cubicBezTo>
                      <a:pt x="319" y="40"/>
                      <a:pt x="319" y="40"/>
                      <a:pt x="319" y="40"/>
                    </a:cubicBezTo>
                    <a:cubicBezTo>
                      <a:pt x="319" y="40"/>
                      <a:pt x="318" y="40"/>
                      <a:pt x="317" y="39"/>
                    </a:cubicBezTo>
                    <a:cubicBezTo>
                      <a:pt x="317" y="39"/>
                      <a:pt x="317" y="39"/>
                      <a:pt x="317" y="39"/>
                    </a:cubicBezTo>
                    <a:cubicBezTo>
                      <a:pt x="317" y="39"/>
                      <a:pt x="317" y="38"/>
                      <a:pt x="318" y="37"/>
                    </a:cubicBezTo>
                    <a:cubicBezTo>
                      <a:pt x="318" y="37"/>
                      <a:pt x="318" y="37"/>
                      <a:pt x="318" y="37"/>
                    </a:cubicBezTo>
                    <a:cubicBezTo>
                      <a:pt x="318" y="37"/>
                      <a:pt x="318" y="37"/>
                      <a:pt x="319" y="37"/>
                    </a:cubicBezTo>
                    <a:cubicBezTo>
                      <a:pt x="319" y="37"/>
                      <a:pt x="319" y="37"/>
                      <a:pt x="319" y="37"/>
                    </a:cubicBezTo>
                    <a:cubicBezTo>
                      <a:pt x="319" y="37"/>
                      <a:pt x="319" y="37"/>
                      <a:pt x="320" y="38"/>
                    </a:cubicBezTo>
                    <a:close/>
                    <a:moveTo>
                      <a:pt x="308" y="45"/>
                    </a:moveTo>
                    <a:cubicBezTo>
                      <a:pt x="309" y="46"/>
                      <a:pt x="309" y="46"/>
                      <a:pt x="308" y="47"/>
                    </a:cubicBezTo>
                    <a:cubicBezTo>
                      <a:pt x="308" y="47"/>
                      <a:pt x="308" y="47"/>
                      <a:pt x="308" y="47"/>
                    </a:cubicBezTo>
                    <a:cubicBezTo>
                      <a:pt x="307" y="47"/>
                      <a:pt x="307" y="47"/>
                      <a:pt x="306" y="47"/>
                    </a:cubicBezTo>
                    <a:cubicBezTo>
                      <a:pt x="306" y="47"/>
                      <a:pt x="306" y="47"/>
                      <a:pt x="306" y="47"/>
                    </a:cubicBezTo>
                    <a:cubicBezTo>
                      <a:pt x="306" y="46"/>
                      <a:pt x="306" y="45"/>
                      <a:pt x="306" y="45"/>
                    </a:cubicBezTo>
                    <a:cubicBezTo>
                      <a:pt x="306" y="45"/>
                      <a:pt x="306" y="45"/>
                      <a:pt x="306" y="45"/>
                    </a:cubicBezTo>
                    <a:cubicBezTo>
                      <a:pt x="307" y="45"/>
                      <a:pt x="307" y="44"/>
                      <a:pt x="307" y="44"/>
                    </a:cubicBezTo>
                    <a:cubicBezTo>
                      <a:pt x="307" y="44"/>
                      <a:pt x="307" y="44"/>
                      <a:pt x="307" y="44"/>
                    </a:cubicBezTo>
                    <a:cubicBezTo>
                      <a:pt x="308" y="44"/>
                      <a:pt x="308" y="45"/>
                      <a:pt x="308" y="45"/>
                    </a:cubicBezTo>
                    <a:close/>
                    <a:moveTo>
                      <a:pt x="297" y="52"/>
                    </a:moveTo>
                    <a:cubicBezTo>
                      <a:pt x="297" y="53"/>
                      <a:pt x="297" y="54"/>
                      <a:pt x="297" y="54"/>
                    </a:cubicBezTo>
                    <a:cubicBezTo>
                      <a:pt x="297" y="54"/>
                      <a:pt x="297" y="54"/>
                      <a:pt x="297" y="54"/>
                    </a:cubicBezTo>
                    <a:cubicBezTo>
                      <a:pt x="296" y="55"/>
                      <a:pt x="295" y="54"/>
                      <a:pt x="295" y="54"/>
                    </a:cubicBezTo>
                    <a:cubicBezTo>
                      <a:pt x="295" y="54"/>
                      <a:pt x="295" y="54"/>
                      <a:pt x="295" y="54"/>
                    </a:cubicBezTo>
                    <a:cubicBezTo>
                      <a:pt x="294" y="53"/>
                      <a:pt x="295" y="52"/>
                      <a:pt x="295" y="52"/>
                    </a:cubicBezTo>
                    <a:cubicBezTo>
                      <a:pt x="295" y="52"/>
                      <a:pt x="295" y="52"/>
                      <a:pt x="295" y="52"/>
                    </a:cubicBezTo>
                    <a:cubicBezTo>
                      <a:pt x="295" y="52"/>
                      <a:pt x="296" y="52"/>
                      <a:pt x="296" y="52"/>
                    </a:cubicBezTo>
                    <a:cubicBezTo>
                      <a:pt x="296" y="52"/>
                      <a:pt x="296" y="52"/>
                      <a:pt x="296" y="52"/>
                    </a:cubicBezTo>
                    <a:cubicBezTo>
                      <a:pt x="296" y="52"/>
                      <a:pt x="297" y="52"/>
                      <a:pt x="297" y="52"/>
                    </a:cubicBezTo>
                    <a:close/>
                    <a:moveTo>
                      <a:pt x="286" y="60"/>
                    </a:moveTo>
                    <a:cubicBezTo>
                      <a:pt x="286" y="60"/>
                      <a:pt x="286" y="61"/>
                      <a:pt x="285" y="62"/>
                    </a:cubicBezTo>
                    <a:cubicBezTo>
                      <a:pt x="285" y="62"/>
                      <a:pt x="285" y="62"/>
                      <a:pt x="285" y="62"/>
                    </a:cubicBezTo>
                    <a:cubicBezTo>
                      <a:pt x="285" y="62"/>
                      <a:pt x="284" y="62"/>
                      <a:pt x="284" y="61"/>
                    </a:cubicBezTo>
                    <a:cubicBezTo>
                      <a:pt x="284" y="61"/>
                      <a:pt x="284" y="61"/>
                      <a:pt x="284" y="61"/>
                    </a:cubicBezTo>
                    <a:cubicBezTo>
                      <a:pt x="283" y="61"/>
                      <a:pt x="283" y="60"/>
                      <a:pt x="284" y="59"/>
                    </a:cubicBezTo>
                    <a:cubicBezTo>
                      <a:pt x="284" y="59"/>
                      <a:pt x="284" y="59"/>
                      <a:pt x="284" y="59"/>
                    </a:cubicBezTo>
                    <a:cubicBezTo>
                      <a:pt x="284" y="59"/>
                      <a:pt x="284" y="59"/>
                      <a:pt x="285" y="59"/>
                    </a:cubicBezTo>
                    <a:cubicBezTo>
                      <a:pt x="285" y="59"/>
                      <a:pt x="285" y="59"/>
                      <a:pt x="285" y="59"/>
                    </a:cubicBezTo>
                    <a:cubicBezTo>
                      <a:pt x="285" y="59"/>
                      <a:pt x="285" y="59"/>
                      <a:pt x="286" y="60"/>
                    </a:cubicBezTo>
                    <a:close/>
                    <a:moveTo>
                      <a:pt x="274" y="67"/>
                    </a:moveTo>
                    <a:cubicBezTo>
                      <a:pt x="275" y="68"/>
                      <a:pt x="275" y="69"/>
                      <a:pt x="274" y="69"/>
                    </a:cubicBezTo>
                    <a:cubicBezTo>
                      <a:pt x="274" y="69"/>
                      <a:pt x="274" y="69"/>
                      <a:pt x="274" y="69"/>
                    </a:cubicBezTo>
                    <a:cubicBezTo>
                      <a:pt x="273" y="69"/>
                      <a:pt x="273" y="69"/>
                      <a:pt x="272" y="69"/>
                    </a:cubicBezTo>
                    <a:cubicBezTo>
                      <a:pt x="272" y="69"/>
                      <a:pt x="272" y="69"/>
                      <a:pt x="272" y="69"/>
                    </a:cubicBezTo>
                    <a:cubicBezTo>
                      <a:pt x="272" y="68"/>
                      <a:pt x="272" y="67"/>
                      <a:pt x="273" y="67"/>
                    </a:cubicBezTo>
                    <a:cubicBezTo>
                      <a:pt x="273" y="67"/>
                      <a:pt x="273" y="67"/>
                      <a:pt x="273" y="67"/>
                    </a:cubicBezTo>
                    <a:cubicBezTo>
                      <a:pt x="273" y="67"/>
                      <a:pt x="273" y="67"/>
                      <a:pt x="273" y="67"/>
                    </a:cubicBezTo>
                    <a:cubicBezTo>
                      <a:pt x="273" y="67"/>
                      <a:pt x="273" y="67"/>
                      <a:pt x="273" y="67"/>
                    </a:cubicBezTo>
                    <a:cubicBezTo>
                      <a:pt x="274" y="67"/>
                      <a:pt x="274" y="67"/>
                      <a:pt x="274" y="67"/>
                    </a:cubicBezTo>
                    <a:close/>
                    <a:moveTo>
                      <a:pt x="263" y="75"/>
                    </a:moveTo>
                    <a:cubicBezTo>
                      <a:pt x="264" y="75"/>
                      <a:pt x="263" y="76"/>
                      <a:pt x="263" y="76"/>
                    </a:cubicBezTo>
                    <a:cubicBezTo>
                      <a:pt x="263" y="76"/>
                      <a:pt x="263" y="76"/>
                      <a:pt x="263" y="76"/>
                    </a:cubicBezTo>
                    <a:cubicBezTo>
                      <a:pt x="262" y="77"/>
                      <a:pt x="261" y="77"/>
                      <a:pt x="261" y="76"/>
                    </a:cubicBezTo>
                    <a:cubicBezTo>
                      <a:pt x="261" y="76"/>
                      <a:pt x="261" y="76"/>
                      <a:pt x="261" y="76"/>
                    </a:cubicBezTo>
                    <a:cubicBezTo>
                      <a:pt x="260" y="75"/>
                      <a:pt x="261" y="75"/>
                      <a:pt x="261" y="74"/>
                    </a:cubicBezTo>
                    <a:cubicBezTo>
                      <a:pt x="261" y="74"/>
                      <a:pt x="261" y="74"/>
                      <a:pt x="261" y="74"/>
                    </a:cubicBezTo>
                    <a:cubicBezTo>
                      <a:pt x="262" y="74"/>
                      <a:pt x="262" y="74"/>
                      <a:pt x="262" y="74"/>
                    </a:cubicBezTo>
                    <a:cubicBezTo>
                      <a:pt x="262" y="74"/>
                      <a:pt x="262" y="74"/>
                      <a:pt x="262" y="74"/>
                    </a:cubicBezTo>
                    <a:cubicBezTo>
                      <a:pt x="262" y="74"/>
                      <a:pt x="263" y="74"/>
                      <a:pt x="263" y="75"/>
                    </a:cubicBezTo>
                    <a:close/>
                    <a:moveTo>
                      <a:pt x="252" y="82"/>
                    </a:moveTo>
                    <a:cubicBezTo>
                      <a:pt x="252" y="83"/>
                      <a:pt x="252" y="83"/>
                      <a:pt x="251" y="84"/>
                    </a:cubicBezTo>
                    <a:cubicBezTo>
                      <a:pt x="251" y="84"/>
                      <a:pt x="251" y="84"/>
                      <a:pt x="251" y="84"/>
                    </a:cubicBezTo>
                    <a:cubicBezTo>
                      <a:pt x="251" y="84"/>
                      <a:pt x="250" y="84"/>
                      <a:pt x="250" y="83"/>
                    </a:cubicBezTo>
                    <a:cubicBezTo>
                      <a:pt x="250" y="83"/>
                      <a:pt x="250" y="83"/>
                      <a:pt x="250" y="83"/>
                    </a:cubicBezTo>
                    <a:cubicBezTo>
                      <a:pt x="249" y="83"/>
                      <a:pt x="249" y="82"/>
                      <a:pt x="250" y="81"/>
                    </a:cubicBezTo>
                    <a:cubicBezTo>
                      <a:pt x="250" y="81"/>
                      <a:pt x="250" y="81"/>
                      <a:pt x="250" y="81"/>
                    </a:cubicBezTo>
                    <a:cubicBezTo>
                      <a:pt x="250" y="81"/>
                      <a:pt x="250" y="81"/>
                      <a:pt x="251" y="81"/>
                    </a:cubicBezTo>
                    <a:cubicBezTo>
                      <a:pt x="251" y="81"/>
                      <a:pt x="251" y="81"/>
                      <a:pt x="251" y="81"/>
                    </a:cubicBezTo>
                    <a:cubicBezTo>
                      <a:pt x="251" y="81"/>
                      <a:pt x="252" y="81"/>
                      <a:pt x="252" y="82"/>
                    </a:cubicBezTo>
                    <a:close/>
                    <a:moveTo>
                      <a:pt x="240" y="89"/>
                    </a:moveTo>
                    <a:cubicBezTo>
                      <a:pt x="241" y="90"/>
                      <a:pt x="241" y="91"/>
                      <a:pt x="240" y="91"/>
                    </a:cubicBezTo>
                    <a:cubicBezTo>
                      <a:pt x="240" y="91"/>
                      <a:pt x="240" y="91"/>
                      <a:pt x="240" y="91"/>
                    </a:cubicBezTo>
                    <a:cubicBezTo>
                      <a:pt x="240" y="92"/>
                      <a:pt x="239" y="91"/>
                      <a:pt x="238" y="91"/>
                    </a:cubicBezTo>
                    <a:cubicBezTo>
                      <a:pt x="238" y="91"/>
                      <a:pt x="238" y="91"/>
                      <a:pt x="238" y="91"/>
                    </a:cubicBezTo>
                    <a:cubicBezTo>
                      <a:pt x="238" y="90"/>
                      <a:pt x="238" y="89"/>
                      <a:pt x="239" y="89"/>
                    </a:cubicBezTo>
                    <a:cubicBezTo>
                      <a:pt x="239" y="89"/>
                      <a:pt x="239" y="89"/>
                      <a:pt x="239" y="89"/>
                    </a:cubicBezTo>
                    <a:cubicBezTo>
                      <a:pt x="239" y="89"/>
                      <a:pt x="239" y="89"/>
                      <a:pt x="239" y="89"/>
                    </a:cubicBezTo>
                    <a:cubicBezTo>
                      <a:pt x="239" y="89"/>
                      <a:pt x="239" y="89"/>
                      <a:pt x="239" y="89"/>
                    </a:cubicBezTo>
                    <a:cubicBezTo>
                      <a:pt x="240" y="89"/>
                      <a:pt x="240" y="89"/>
                      <a:pt x="240" y="89"/>
                    </a:cubicBezTo>
                    <a:close/>
                    <a:moveTo>
                      <a:pt x="229" y="97"/>
                    </a:moveTo>
                    <a:cubicBezTo>
                      <a:pt x="230" y="97"/>
                      <a:pt x="229" y="98"/>
                      <a:pt x="229" y="98"/>
                    </a:cubicBezTo>
                    <a:cubicBezTo>
                      <a:pt x="229" y="98"/>
                      <a:pt x="229" y="98"/>
                      <a:pt x="229" y="98"/>
                    </a:cubicBezTo>
                    <a:cubicBezTo>
                      <a:pt x="228" y="99"/>
                      <a:pt x="227" y="99"/>
                      <a:pt x="227" y="98"/>
                    </a:cubicBezTo>
                    <a:cubicBezTo>
                      <a:pt x="227" y="98"/>
                      <a:pt x="227" y="98"/>
                      <a:pt x="227" y="98"/>
                    </a:cubicBezTo>
                    <a:cubicBezTo>
                      <a:pt x="227" y="97"/>
                      <a:pt x="227" y="97"/>
                      <a:pt x="227" y="96"/>
                    </a:cubicBezTo>
                    <a:cubicBezTo>
                      <a:pt x="227" y="96"/>
                      <a:pt x="227" y="96"/>
                      <a:pt x="227" y="96"/>
                    </a:cubicBezTo>
                    <a:cubicBezTo>
                      <a:pt x="228" y="96"/>
                      <a:pt x="228" y="96"/>
                      <a:pt x="228" y="96"/>
                    </a:cubicBezTo>
                    <a:cubicBezTo>
                      <a:pt x="228" y="96"/>
                      <a:pt x="228" y="96"/>
                      <a:pt x="228" y="96"/>
                    </a:cubicBezTo>
                    <a:cubicBezTo>
                      <a:pt x="229" y="96"/>
                      <a:pt x="229" y="96"/>
                      <a:pt x="229" y="97"/>
                    </a:cubicBezTo>
                    <a:close/>
                    <a:moveTo>
                      <a:pt x="218" y="104"/>
                    </a:moveTo>
                    <a:cubicBezTo>
                      <a:pt x="218" y="105"/>
                      <a:pt x="218" y="105"/>
                      <a:pt x="217" y="106"/>
                    </a:cubicBezTo>
                    <a:cubicBezTo>
                      <a:pt x="217" y="106"/>
                      <a:pt x="217" y="106"/>
                      <a:pt x="217" y="106"/>
                    </a:cubicBezTo>
                    <a:cubicBezTo>
                      <a:pt x="217" y="106"/>
                      <a:pt x="216" y="106"/>
                      <a:pt x="216" y="105"/>
                    </a:cubicBezTo>
                    <a:cubicBezTo>
                      <a:pt x="216" y="105"/>
                      <a:pt x="216" y="105"/>
                      <a:pt x="216" y="105"/>
                    </a:cubicBezTo>
                    <a:cubicBezTo>
                      <a:pt x="215" y="105"/>
                      <a:pt x="215" y="104"/>
                      <a:pt x="216" y="104"/>
                    </a:cubicBezTo>
                    <a:cubicBezTo>
                      <a:pt x="216" y="104"/>
                      <a:pt x="216" y="104"/>
                      <a:pt x="216" y="104"/>
                    </a:cubicBezTo>
                    <a:cubicBezTo>
                      <a:pt x="216" y="103"/>
                      <a:pt x="217" y="103"/>
                      <a:pt x="217" y="103"/>
                    </a:cubicBezTo>
                    <a:cubicBezTo>
                      <a:pt x="217" y="103"/>
                      <a:pt x="217" y="103"/>
                      <a:pt x="217" y="103"/>
                    </a:cubicBezTo>
                    <a:cubicBezTo>
                      <a:pt x="217" y="103"/>
                      <a:pt x="218" y="104"/>
                      <a:pt x="218" y="104"/>
                    </a:cubicBezTo>
                    <a:close/>
                    <a:moveTo>
                      <a:pt x="207" y="111"/>
                    </a:moveTo>
                    <a:cubicBezTo>
                      <a:pt x="207" y="112"/>
                      <a:pt x="207" y="113"/>
                      <a:pt x="206" y="113"/>
                    </a:cubicBezTo>
                    <a:cubicBezTo>
                      <a:pt x="206" y="113"/>
                      <a:pt x="206" y="113"/>
                      <a:pt x="206" y="113"/>
                    </a:cubicBezTo>
                    <a:cubicBezTo>
                      <a:pt x="206" y="114"/>
                      <a:pt x="205" y="113"/>
                      <a:pt x="204" y="113"/>
                    </a:cubicBezTo>
                    <a:cubicBezTo>
                      <a:pt x="204" y="113"/>
                      <a:pt x="204" y="113"/>
                      <a:pt x="204" y="113"/>
                    </a:cubicBezTo>
                    <a:cubicBezTo>
                      <a:pt x="204" y="112"/>
                      <a:pt x="204" y="111"/>
                      <a:pt x="205" y="111"/>
                    </a:cubicBezTo>
                    <a:cubicBezTo>
                      <a:pt x="205" y="111"/>
                      <a:pt x="205" y="111"/>
                      <a:pt x="205" y="111"/>
                    </a:cubicBezTo>
                    <a:cubicBezTo>
                      <a:pt x="205" y="111"/>
                      <a:pt x="205" y="111"/>
                      <a:pt x="205" y="111"/>
                    </a:cubicBezTo>
                    <a:cubicBezTo>
                      <a:pt x="205" y="111"/>
                      <a:pt x="205" y="111"/>
                      <a:pt x="205" y="111"/>
                    </a:cubicBezTo>
                    <a:cubicBezTo>
                      <a:pt x="206" y="111"/>
                      <a:pt x="206" y="111"/>
                      <a:pt x="207" y="111"/>
                    </a:cubicBezTo>
                    <a:close/>
                    <a:moveTo>
                      <a:pt x="195" y="119"/>
                    </a:moveTo>
                    <a:cubicBezTo>
                      <a:pt x="196" y="119"/>
                      <a:pt x="195" y="120"/>
                      <a:pt x="195" y="121"/>
                    </a:cubicBezTo>
                    <a:cubicBezTo>
                      <a:pt x="195" y="121"/>
                      <a:pt x="195" y="121"/>
                      <a:pt x="195" y="121"/>
                    </a:cubicBezTo>
                    <a:cubicBezTo>
                      <a:pt x="194" y="121"/>
                      <a:pt x="193" y="121"/>
                      <a:pt x="193" y="120"/>
                    </a:cubicBezTo>
                    <a:cubicBezTo>
                      <a:pt x="193" y="120"/>
                      <a:pt x="193" y="120"/>
                      <a:pt x="193" y="120"/>
                    </a:cubicBezTo>
                    <a:cubicBezTo>
                      <a:pt x="193" y="120"/>
                      <a:pt x="193" y="119"/>
                      <a:pt x="193" y="118"/>
                    </a:cubicBezTo>
                    <a:cubicBezTo>
                      <a:pt x="193" y="118"/>
                      <a:pt x="193" y="118"/>
                      <a:pt x="193" y="118"/>
                    </a:cubicBezTo>
                    <a:cubicBezTo>
                      <a:pt x="194" y="118"/>
                      <a:pt x="194" y="118"/>
                      <a:pt x="194" y="118"/>
                    </a:cubicBezTo>
                    <a:cubicBezTo>
                      <a:pt x="194" y="118"/>
                      <a:pt x="194" y="118"/>
                      <a:pt x="194" y="118"/>
                    </a:cubicBezTo>
                    <a:cubicBezTo>
                      <a:pt x="195" y="118"/>
                      <a:pt x="195" y="118"/>
                      <a:pt x="195" y="119"/>
                    </a:cubicBezTo>
                    <a:close/>
                    <a:moveTo>
                      <a:pt x="184" y="126"/>
                    </a:moveTo>
                    <a:cubicBezTo>
                      <a:pt x="184" y="127"/>
                      <a:pt x="184" y="128"/>
                      <a:pt x="184" y="128"/>
                    </a:cubicBezTo>
                    <a:cubicBezTo>
                      <a:pt x="184" y="128"/>
                      <a:pt x="184" y="128"/>
                      <a:pt x="184" y="128"/>
                    </a:cubicBezTo>
                    <a:cubicBezTo>
                      <a:pt x="183" y="128"/>
                      <a:pt x="182" y="128"/>
                      <a:pt x="182" y="128"/>
                    </a:cubicBezTo>
                    <a:cubicBezTo>
                      <a:pt x="182" y="128"/>
                      <a:pt x="182" y="128"/>
                      <a:pt x="182" y="128"/>
                    </a:cubicBezTo>
                    <a:cubicBezTo>
                      <a:pt x="181" y="127"/>
                      <a:pt x="181" y="126"/>
                      <a:pt x="182" y="126"/>
                    </a:cubicBezTo>
                    <a:cubicBezTo>
                      <a:pt x="182" y="126"/>
                      <a:pt x="182" y="126"/>
                      <a:pt x="182" y="126"/>
                    </a:cubicBezTo>
                    <a:cubicBezTo>
                      <a:pt x="182" y="126"/>
                      <a:pt x="183" y="125"/>
                      <a:pt x="183" y="125"/>
                    </a:cubicBezTo>
                    <a:cubicBezTo>
                      <a:pt x="183" y="125"/>
                      <a:pt x="183" y="125"/>
                      <a:pt x="183" y="125"/>
                    </a:cubicBezTo>
                    <a:cubicBezTo>
                      <a:pt x="183" y="125"/>
                      <a:pt x="184" y="126"/>
                      <a:pt x="184" y="126"/>
                    </a:cubicBezTo>
                    <a:close/>
                    <a:moveTo>
                      <a:pt x="173" y="133"/>
                    </a:moveTo>
                    <a:cubicBezTo>
                      <a:pt x="173" y="134"/>
                      <a:pt x="173" y="135"/>
                      <a:pt x="172" y="135"/>
                    </a:cubicBezTo>
                    <a:cubicBezTo>
                      <a:pt x="172" y="135"/>
                      <a:pt x="172" y="135"/>
                      <a:pt x="172" y="135"/>
                    </a:cubicBezTo>
                    <a:cubicBezTo>
                      <a:pt x="172" y="136"/>
                      <a:pt x="171" y="136"/>
                      <a:pt x="170" y="135"/>
                    </a:cubicBezTo>
                    <a:cubicBezTo>
                      <a:pt x="170" y="135"/>
                      <a:pt x="170" y="135"/>
                      <a:pt x="170" y="135"/>
                    </a:cubicBezTo>
                    <a:cubicBezTo>
                      <a:pt x="170" y="134"/>
                      <a:pt x="170" y="133"/>
                      <a:pt x="171" y="133"/>
                    </a:cubicBezTo>
                    <a:cubicBezTo>
                      <a:pt x="171" y="133"/>
                      <a:pt x="171" y="133"/>
                      <a:pt x="171" y="133"/>
                    </a:cubicBezTo>
                    <a:cubicBezTo>
                      <a:pt x="171" y="133"/>
                      <a:pt x="171" y="133"/>
                      <a:pt x="172" y="133"/>
                    </a:cubicBezTo>
                    <a:cubicBezTo>
                      <a:pt x="172" y="133"/>
                      <a:pt x="172" y="133"/>
                      <a:pt x="172" y="133"/>
                    </a:cubicBezTo>
                    <a:cubicBezTo>
                      <a:pt x="172" y="133"/>
                      <a:pt x="172" y="133"/>
                      <a:pt x="173" y="133"/>
                    </a:cubicBezTo>
                    <a:close/>
                    <a:moveTo>
                      <a:pt x="161" y="141"/>
                    </a:moveTo>
                    <a:cubicBezTo>
                      <a:pt x="162" y="141"/>
                      <a:pt x="162" y="142"/>
                      <a:pt x="161" y="143"/>
                    </a:cubicBezTo>
                    <a:cubicBezTo>
                      <a:pt x="161" y="143"/>
                      <a:pt x="161" y="143"/>
                      <a:pt x="161" y="143"/>
                    </a:cubicBezTo>
                    <a:cubicBezTo>
                      <a:pt x="160" y="143"/>
                      <a:pt x="160" y="143"/>
                      <a:pt x="159" y="142"/>
                    </a:cubicBezTo>
                    <a:cubicBezTo>
                      <a:pt x="159" y="142"/>
                      <a:pt x="159" y="142"/>
                      <a:pt x="159" y="142"/>
                    </a:cubicBezTo>
                    <a:cubicBezTo>
                      <a:pt x="159" y="142"/>
                      <a:pt x="159" y="141"/>
                      <a:pt x="159" y="140"/>
                    </a:cubicBezTo>
                    <a:cubicBezTo>
                      <a:pt x="159" y="140"/>
                      <a:pt x="159" y="140"/>
                      <a:pt x="159" y="140"/>
                    </a:cubicBezTo>
                    <a:cubicBezTo>
                      <a:pt x="160" y="140"/>
                      <a:pt x="160" y="140"/>
                      <a:pt x="160" y="140"/>
                    </a:cubicBezTo>
                    <a:cubicBezTo>
                      <a:pt x="160" y="140"/>
                      <a:pt x="160" y="140"/>
                      <a:pt x="160" y="140"/>
                    </a:cubicBezTo>
                    <a:cubicBezTo>
                      <a:pt x="161" y="140"/>
                      <a:pt x="161" y="140"/>
                      <a:pt x="161" y="141"/>
                    </a:cubicBezTo>
                    <a:close/>
                    <a:moveTo>
                      <a:pt x="150" y="148"/>
                    </a:moveTo>
                    <a:cubicBezTo>
                      <a:pt x="150" y="149"/>
                      <a:pt x="150" y="150"/>
                      <a:pt x="150" y="150"/>
                    </a:cubicBezTo>
                    <a:cubicBezTo>
                      <a:pt x="150" y="150"/>
                      <a:pt x="150" y="150"/>
                      <a:pt x="150" y="150"/>
                    </a:cubicBezTo>
                    <a:cubicBezTo>
                      <a:pt x="149" y="150"/>
                      <a:pt x="148" y="150"/>
                      <a:pt x="148" y="150"/>
                    </a:cubicBezTo>
                    <a:cubicBezTo>
                      <a:pt x="148" y="150"/>
                      <a:pt x="148" y="150"/>
                      <a:pt x="148" y="150"/>
                    </a:cubicBezTo>
                    <a:cubicBezTo>
                      <a:pt x="147" y="149"/>
                      <a:pt x="148" y="148"/>
                      <a:pt x="148" y="148"/>
                    </a:cubicBezTo>
                    <a:cubicBezTo>
                      <a:pt x="148" y="148"/>
                      <a:pt x="148" y="148"/>
                      <a:pt x="148" y="148"/>
                    </a:cubicBezTo>
                    <a:cubicBezTo>
                      <a:pt x="148" y="148"/>
                      <a:pt x="149" y="148"/>
                      <a:pt x="149" y="148"/>
                    </a:cubicBezTo>
                    <a:cubicBezTo>
                      <a:pt x="149" y="148"/>
                      <a:pt x="149" y="148"/>
                      <a:pt x="149" y="148"/>
                    </a:cubicBezTo>
                    <a:cubicBezTo>
                      <a:pt x="149" y="148"/>
                      <a:pt x="150" y="148"/>
                      <a:pt x="150" y="148"/>
                    </a:cubicBezTo>
                    <a:close/>
                    <a:moveTo>
                      <a:pt x="139" y="156"/>
                    </a:moveTo>
                    <a:cubicBezTo>
                      <a:pt x="139" y="156"/>
                      <a:pt x="139" y="157"/>
                      <a:pt x="138" y="157"/>
                    </a:cubicBezTo>
                    <a:cubicBezTo>
                      <a:pt x="138" y="157"/>
                      <a:pt x="138" y="157"/>
                      <a:pt x="138" y="157"/>
                    </a:cubicBezTo>
                    <a:cubicBezTo>
                      <a:pt x="138" y="158"/>
                      <a:pt x="137" y="158"/>
                      <a:pt x="136" y="157"/>
                    </a:cubicBezTo>
                    <a:cubicBezTo>
                      <a:pt x="136" y="157"/>
                      <a:pt x="136" y="157"/>
                      <a:pt x="136" y="157"/>
                    </a:cubicBezTo>
                    <a:cubicBezTo>
                      <a:pt x="136" y="156"/>
                      <a:pt x="136" y="156"/>
                      <a:pt x="137" y="155"/>
                    </a:cubicBezTo>
                    <a:cubicBezTo>
                      <a:pt x="137" y="155"/>
                      <a:pt x="137" y="155"/>
                      <a:pt x="137" y="155"/>
                    </a:cubicBezTo>
                    <a:cubicBezTo>
                      <a:pt x="137" y="155"/>
                      <a:pt x="137" y="155"/>
                      <a:pt x="138" y="155"/>
                    </a:cubicBezTo>
                    <a:cubicBezTo>
                      <a:pt x="138" y="155"/>
                      <a:pt x="138" y="155"/>
                      <a:pt x="138" y="155"/>
                    </a:cubicBezTo>
                    <a:cubicBezTo>
                      <a:pt x="138" y="155"/>
                      <a:pt x="138" y="155"/>
                      <a:pt x="139" y="156"/>
                    </a:cubicBezTo>
                    <a:close/>
                    <a:moveTo>
                      <a:pt x="127" y="163"/>
                    </a:moveTo>
                    <a:cubicBezTo>
                      <a:pt x="128" y="164"/>
                      <a:pt x="128" y="164"/>
                      <a:pt x="127" y="165"/>
                    </a:cubicBezTo>
                    <a:cubicBezTo>
                      <a:pt x="127" y="165"/>
                      <a:pt x="127" y="165"/>
                      <a:pt x="127" y="165"/>
                    </a:cubicBezTo>
                    <a:cubicBezTo>
                      <a:pt x="126" y="165"/>
                      <a:pt x="126" y="165"/>
                      <a:pt x="125" y="164"/>
                    </a:cubicBezTo>
                    <a:cubicBezTo>
                      <a:pt x="125" y="164"/>
                      <a:pt x="125" y="164"/>
                      <a:pt x="125" y="164"/>
                    </a:cubicBezTo>
                    <a:cubicBezTo>
                      <a:pt x="125" y="164"/>
                      <a:pt x="125" y="163"/>
                      <a:pt x="126" y="163"/>
                    </a:cubicBezTo>
                    <a:cubicBezTo>
                      <a:pt x="126" y="163"/>
                      <a:pt x="126" y="163"/>
                      <a:pt x="126" y="163"/>
                    </a:cubicBezTo>
                    <a:cubicBezTo>
                      <a:pt x="126" y="162"/>
                      <a:pt x="126" y="162"/>
                      <a:pt x="126" y="162"/>
                    </a:cubicBezTo>
                    <a:cubicBezTo>
                      <a:pt x="126" y="162"/>
                      <a:pt x="126" y="162"/>
                      <a:pt x="126" y="162"/>
                    </a:cubicBezTo>
                    <a:cubicBezTo>
                      <a:pt x="127" y="162"/>
                      <a:pt x="127" y="163"/>
                      <a:pt x="127" y="163"/>
                    </a:cubicBezTo>
                    <a:close/>
                    <a:moveTo>
                      <a:pt x="116" y="170"/>
                    </a:moveTo>
                    <a:cubicBezTo>
                      <a:pt x="117" y="171"/>
                      <a:pt x="116" y="172"/>
                      <a:pt x="116" y="172"/>
                    </a:cubicBezTo>
                    <a:cubicBezTo>
                      <a:pt x="116" y="172"/>
                      <a:pt x="116" y="172"/>
                      <a:pt x="116" y="172"/>
                    </a:cubicBezTo>
                    <a:cubicBezTo>
                      <a:pt x="115" y="173"/>
                      <a:pt x="114" y="172"/>
                      <a:pt x="114" y="172"/>
                    </a:cubicBezTo>
                    <a:cubicBezTo>
                      <a:pt x="114" y="172"/>
                      <a:pt x="114" y="172"/>
                      <a:pt x="114" y="172"/>
                    </a:cubicBezTo>
                    <a:cubicBezTo>
                      <a:pt x="113" y="171"/>
                      <a:pt x="114" y="170"/>
                      <a:pt x="114" y="170"/>
                    </a:cubicBezTo>
                    <a:cubicBezTo>
                      <a:pt x="114" y="170"/>
                      <a:pt x="114" y="170"/>
                      <a:pt x="114" y="170"/>
                    </a:cubicBezTo>
                    <a:cubicBezTo>
                      <a:pt x="114" y="170"/>
                      <a:pt x="115" y="170"/>
                      <a:pt x="115" y="170"/>
                    </a:cubicBezTo>
                    <a:cubicBezTo>
                      <a:pt x="115" y="170"/>
                      <a:pt x="115" y="170"/>
                      <a:pt x="115" y="170"/>
                    </a:cubicBezTo>
                    <a:cubicBezTo>
                      <a:pt x="115" y="170"/>
                      <a:pt x="116" y="170"/>
                      <a:pt x="116" y="170"/>
                    </a:cubicBezTo>
                    <a:close/>
                    <a:moveTo>
                      <a:pt x="105" y="178"/>
                    </a:moveTo>
                    <a:cubicBezTo>
                      <a:pt x="105" y="178"/>
                      <a:pt x="105" y="179"/>
                      <a:pt x="104" y="179"/>
                    </a:cubicBezTo>
                    <a:cubicBezTo>
                      <a:pt x="104" y="179"/>
                      <a:pt x="104" y="179"/>
                      <a:pt x="104" y="179"/>
                    </a:cubicBezTo>
                    <a:cubicBezTo>
                      <a:pt x="104" y="180"/>
                      <a:pt x="103" y="180"/>
                      <a:pt x="103" y="179"/>
                    </a:cubicBezTo>
                    <a:cubicBezTo>
                      <a:pt x="103" y="179"/>
                      <a:pt x="103" y="179"/>
                      <a:pt x="103" y="179"/>
                    </a:cubicBezTo>
                    <a:cubicBezTo>
                      <a:pt x="102" y="178"/>
                      <a:pt x="102" y="178"/>
                      <a:pt x="103" y="177"/>
                    </a:cubicBezTo>
                    <a:cubicBezTo>
                      <a:pt x="103" y="177"/>
                      <a:pt x="103" y="177"/>
                      <a:pt x="103" y="177"/>
                    </a:cubicBezTo>
                    <a:cubicBezTo>
                      <a:pt x="103" y="177"/>
                      <a:pt x="103" y="177"/>
                      <a:pt x="104" y="177"/>
                    </a:cubicBezTo>
                    <a:cubicBezTo>
                      <a:pt x="104" y="177"/>
                      <a:pt x="104" y="177"/>
                      <a:pt x="104" y="177"/>
                    </a:cubicBezTo>
                    <a:cubicBezTo>
                      <a:pt x="104" y="177"/>
                      <a:pt x="105" y="177"/>
                      <a:pt x="105" y="178"/>
                    </a:cubicBezTo>
                    <a:close/>
                    <a:moveTo>
                      <a:pt x="93" y="185"/>
                    </a:moveTo>
                    <a:cubicBezTo>
                      <a:pt x="94" y="186"/>
                      <a:pt x="94" y="186"/>
                      <a:pt x="93" y="187"/>
                    </a:cubicBezTo>
                    <a:cubicBezTo>
                      <a:pt x="93" y="187"/>
                      <a:pt x="93" y="187"/>
                      <a:pt x="93" y="187"/>
                    </a:cubicBezTo>
                    <a:cubicBezTo>
                      <a:pt x="92" y="187"/>
                      <a:pt x="92" y="187"/>
                      <a:pt x="91" y="186"/>
                    </a:cubicBezTo>
                    <a:cubicBezTo>
                      <a:pt x="91" y="186"/>
                      <a:pt x="91" y="186"/>
                      <a:pt x="91" y="186"/>
                    </a:cubicBezTo>
                    <a:cubicBezTo>
                      <a:pt x="91" y="186"/>
                      <a:pt x="91" y="185"/>
                      <a:pt x="92" y="185"/>
                    </a:cubicBezTo>
                    <a:cubicBezTo>
                      <a:pt x="92" y="185"/>
                      <a:pt x="92" y="185"/>
                      <a:pt x="92" y="185"/>
                    </a:cubicBezTo>
                    <a:cubicBezTo>
                      <a:pt x="92" y="184"/>
                      <a:pt x="92" y="184"/>
                      <a:pt x="92" y="184"/>
                    </a:cubicBezTo>
                    <a:cubicBezTo>
                      <a:pt x="92" y="184"/>
                      <a:pt x="92" y="184"/>
                      <a:pt x="92" y="184"/>
                    </a:cubicBezTo>
                    <a:cubicBezTo>
                      <a:pt x="93" y="184"/>
                      <a:pt x="93" y="185"/>
                      <a:pt x="93" y="185"/>
                    </a:cubicBezTo>
                    <a:close/>
                    <a:moveTo>
                      <a:pt x="82" y="192"/>
                    </a:moveTo>
                    <a:cubicBezTo>
                      <a:pt x="83" y="193"/>
                      <a:pt x="82" y="194"/>
                      <a:pt x="82" y="194"/>
                    </a:cubicBezTo>
                    <a:cubicBezTo>
                      <a:pt x="82" y="194"/>
                      <a:pt x="82" y="194"/>
                      <a:pt x="82" y="194"/>
                    </a:cubicBezTo>
                    <a:cubicBezTo>
                      <a:pt x="81" y="195"/>
                      <a:pt x="80" y="194"/>
                      <a:pt x="80" y="194"/>
                    </a:cubicBezTo>
                    <a:cubicBezTo>
                      <a:pt x="80" y="194"/>
                      <a:pt x="80" y="194"/>
                      <a:pt x="80" y="194"/>
                    </a:cubicBezTo>
                    <a:cubicBezTo>
                      <a:pt x="80" y="193"/>
                      <a:pt x="80" y="192"/>
                      <a:pt x="80" y="192"/>
                    </a:cubicBezTo>
                    <a:cubicBezTo>
                      <a:pt x="80" y="192"/>
                      <a:pt x="80" y="192"/>
                      <a:pt x="80" y="192"/>
                    </a:cubicBezTo>
                    <a:cubicBezTo>
                      <a:pt x="81" y="192"/>
                      <a:pt x="81" y="192"/>
                      <a:pt x="81" y="192"/>
                    </a:cubicBezTo>
                    <a:cubicBezTo>
                      <a:pt x="81" y="192"/>
                      <a:pt x="81" y="192"/>
                      <a:pt x="81" y="192"/>
                    </a:cubicBezTo>
                    <a:cubicBezTo>
                      <a:pt x="82" y="192"/>
                      <a:pt x="82" y="192"/>
                      <a:pt x="82" y="192"/>
                    </a:cubicBezTo>
                    <a:close/>
                    <a:moveTo>
                      <a:pt x="71" y="200"/>
                    </a:moveTo>
                    <a:cubicBezTo>
                      <a:pt x="71" y="200"/>
                      <a:pt x="71" y="201"/>
                      <a:pt x="70" y="202"/>
                    </a:cubicBezTo>
                    <a:cubicBezTo>
                      <a:pt x="70" y="202"/>
                      <a:pt x="70" y="202"/>
                      <a:pt x="70" y="202"/>
                    </a:cubicBezTo>
                    <a:cubicBezTo>
                      <a:pt x="70" y="202"/>
                      <a:pt x="69" y="202"/>
                      <a:pt x="69" y="201"/>
                    </a:cubicBezTo>
                    <a:cubicBezTo>
                      <a:pt x="69" y="201"/>
                      <a:pt x="69" y="201"/>
                      <a:pt x="69" y="201"/>
                    </a:cubicBezTo>
                    <a:cubicBezTo>
                      <a:pt x="68" y="201"/>
                      <a:pt x="68" y="200"/>
                      <a:pt x="69" y="199"/>
                    </a:cubicBezTo>
                    <a:cubicBezTo>
                      <a:pt x="69" y="199"/>
                      <a:pt x="69" y="199"/>
                      <a:pt x="69" y="199"/>
                    </a:cubicBezTo>
                    <a:cubicBezTo>
                      <a:pt x="69" y="199"/>
                      <a:pt x="69" y="199"/>
                      <a:pt x="70" y="199"/>
                    </a:cubicBezTo>
                    <a:cubicBezTo>
                      <a:pt x="70" y="199"/>
                      <a:pt x="70" y="199"/>
                      <a:pt x="70" y="199"/>
                    </a:cubicBezTo>
                    <a:cubicBezTo>
                      <a:pt x="70" y="199"/>
                      <a:pt x="71" y="199"/>
                      <a:pt x="71" y="200"/>
                    </a:cubicBezTo>
                    <a:close/>
                    <a:moveTo>
                      <a:pt x="60" y="207"/>
                    </a:moveTo>
                    <a:cubicBezTo>
                      <a:pt x="60" y="208"/>
                      <a:pt x="60" y="209"/>
                      <a:pt x="59" y="209"/>
                    </a:cubicBezTo>
                    <a:cubicBezTo>
                      <a:pt x="59" y="209"/>
                      <a:pt x="59" y="209"/>
                      <a:pt x="59" y="209"/>
                    </a:cubicBezTo>
                    <a:cubicBezTo>
                      <a:pt x="59" y="209"/>
                      <a:pt x="58" y="209"/>
                      <a:pt x="57" y="209"/>
                    </a:cubicBezTo>
                    <a:cubicBezTo>
                      <a:pt x="57" y="209"/>
                      <a:pt x="57" y="209"/>
                      <a:pt x="57" y="209"/>
                    </a:cubicBezTo>
                    <a:cubicBezTo>
                      <a:pt x="57" y="208"/>
                      <a:pt x="57" y="207"/>
                      <a:pt x="58" y="207"/>
                    </a:cubicBezTo>
                    <a:cubicBezTo>
                      <a:pt x="58" y="207"/>
                      <a:pt x="58" y="207"/>
                      <a:pt x="58" y="207"/>
                    </a:cubicBezTo>
                    <a:cubicBezTo>
                      <a:pt x="58" y="207"/>
                      <a:pt x="58" y="206"/>
                      <a:pt x="58" y="206"/>
                    </a:cubicBezTo>
                    <a:cubicBezTo>
                      <a:pt x="58" y="206"/>
                      <a:pt x="58" y="206"/>
                      <a:pt x="58" y="206"/>
                    </a:cubicBezTo>
                    <a:cubicBezTo>
                      <a:pt x="59" y="206"/>
                      <a:pt x="59" y="207"/>
                      <a:pt x="60" y="207"/>
                    </a:cubicBezTo>
                    <a:close/>
                    <a:moveTo>
                      <a:pt x="48" y="214"/>
                    </a:moveTo>
                    <a:cubicBezTo>
                      <a:pt x="49" y="215"/>
                      <a:pt x="48" y="216"/>
                      <a:pt x="48" y="216"/>
                    </a:cubicBezTo>
                    <a:cubicBezTo>
                      <a:pt x="48" y="216"/>
                      <a:pt x="48" y="216"/>
                      <a:pt x="48" y="216"/>
                    </a:cubicBezTo>
                    <a:cubicBezTo>
                      <a:pt x="47" y="217"/>
                      <a:pt x="46" y="217"/>
                      <a:pt x="46" y="216"/>
                    </a:cubicBezTo>
                    <a:cubicBezTo>
                      <a:pt x="46" y="216"/>
                      <a:pt x="46" y="216"/>
                      <a:pt x="46" y="216"/>
                    </a:cubicBezTo>
                    <a:cubicBezTo>
                      <a:pt x="46" y="215"/>
                      <a:pt x="46" y="214"/>
                      <a:pt x="46" y="214"/>
                    </a:cubicBezTo>
                    <a:cubicBezTo>
                      <a:pt x="46" y="214"/>
                      <a:pt x="46" y="214"/>
                      <a:pt x="46" y="214"/>
                    </a:cubicBezTo>
                    <a:cubicBezTo>
                      <a:pt x="47" y="214"/>
                      <a:pt x="47" y="214"/>
                      <a:pt x="47" y="214"/>
                    </a:cubicBezTo>
                    <a:cubicBezTo>
                      <a:pt x="47" y="214"/>
                      <a:pt x="47" y="214"/>
                      <a:pt x="47" y="214"/>
                    </a:cubicBezTo>
                    <a:cubicBezTo>
                      <a:pt x="48" y="214"/>
                      <a:pt x="48" y="214"/>
                      <a:pt x="48" y="214"/>
                    </a:cubicBezTo>
                    <a:close/>
                    <a:moveTo>
                      <a:pt x="37" y="222"/>
                    </a:moveTo>
                    <a:cubicBezTo>
                      <a:pt x="37" y="222"/>
                      <a:pt x="37" y="223"/>
                      <a:pt x="37" y="224"/>
                    </a:cubicBezTo>
                    <a:cubicBezTo>
                      <a:pt x="37" y="224"/>
                      <a:pt x="37" y="224"/>
                      <a:pt x="37" y="224"/>
                    </a:cubicBezTo>
                    <a:cubicBezTo>
                      <a:pt x="36" y="224"/>
                      <a:pt x="35" y="224"/>
                      <a:pt x="35" y="223"/>
                    </a:cubicBezTo>
                    <a:cubicBezTo>
                      <a:pt x="35" y="223"/>
                      <a:pt x="35" y="223"/>
                      <a:pt x="35" y="223"/>
                    </a:cubicBezTo>
                    <a:cubicBezTo>
                      <a:pt x="34" y="223"/>
                      <a:pt x="34" y="222"/>
                      <a:pt x="35" y="221"/>
                    </a:cubicBezTo>
                    <a:cubicBezTo>
                      <a:pt x="35" y="221"/>
                      <a:pt x="35" y="221"/>
                      <a:pt x="35" y="221"/>
                    </a:cubicBezTo>
                    <a:cubicBezTo>
                      <a:pt x="35" y="221"/>
                      <a:pt x="36" y="221"/>
                      <a:pt x="36" y="221"/>
                    </a:cubicBezTo>
                    <a:cubicBezTo>
                      <a:pt x="36" y="221"/>
                      <a:pt x="36" y="221"/>
                      <a:pt x="36" y="221"/>
                    </a:cubicBezTo>
                    <a:cubicBezTo>
                      <a:pt x="36" y="221"/>
                      <a:pt x="37" y="221"/>
                      <a:pt x="37" y="222"/>
                    </a:cubicBezTo>
                    <a:close/>
                    <a:moveTo>
                      <a:pt x="26" y="229"/>
                    </a:moveTo>
                    <a:cubicBezTo>
                      <a:pt x="26" y="230"/>
                      <a:pt x="26" y="231"/>
                      <a:pt x="25" y="231"/>
                    </a:cubicBezTo>
                    <a:cubicBezTo>
                      <a:pt x="25" y="231"/>
                      <a:pt x="25" y="231"/>
                      <a:pt x="25" y="231"/>
                    </a:cubicBezTo>
                    <a:cubicBezTo>
                      <a:pt x="25" y="231"/>
                      <a:pt x="24" y="231"/>
                      <a:pt x="23" y="231"/>
                    </a:cubicBezTo>
                    <a:cubicBezTo>
                      <a:pt x="23" y="231"/>
                      <a:pt x="23" y="231"/>
                      <a:pt x="23" y="231"/>
                    </a:cubicBezTo>
                    <a:cubicBezTo>
                      <a:pt x="23" y="230"/>
                      <a:pt x="23" y="229"/>
                      <a:pt x="24" y="229"/>
                    </a:cubicBezTo>
                    <a:cubicBezTo>
                      <a:pt x="24" y="229"/>
                      <a:pt x="24" y="229"/>
                      <a:pt x="24" y="229"/>
                    </a:cubicBezTo>
                    <a:cubicBezTo>
                      <a:pt x="24" y="229"/>
                      <a:pt x="24" y="229"/>
                      <a:pt x="25" y="229"/>
                    </a:cubicBezTo>
                    <a:cubicBezTo>
                      <a:pt x="25" y="229"/>
                      <a:pt x="25" y="229"/>
                      <a:pt x="25" y="229"/>
                    </a:cubicBezTo>
                    <a:cubicBezTo>
                      <a:pt x="25" y="229"/>
                      <a:pt x="25" y="229"/>
                      <a:pt x="26" y="229"/>
                    </a:cubicBezTo>
                    <a:close/>
                    <a:moveTo>
                      <a:pt x="14" y="237"/>
                    </a:moveTo>
                    <a:cubicBezTo>
                      <a:pt x="15" y="237"/>
                      <a:pt x="15" y="238"/>
                      <a:pt x="14" y="238"/>
                    </a:cubicBezTo>
                    <a:cubicBezTo>
                      <a:pt x="14" y="238"/>
                      <a:pt x="14" y="238"/>
                      <a:pt x="14" y="238"/>
                    </a:cubicBezTo>
                    <a:cubicBezTo>
                      <a:pt x="13" y="239"/>
                      <a:pt x="12" y="239"/>
                      <a:pt x="12" y="238"/>
                    </a:cubicBezTo>
                    <a:cubicBezTo>
                      <a:pt x="12" y="238"/>
                      <a:pt x="12" y="238"/>
                      <a:pt x="12" y="238"/>
                    </a:cubicBezTo>
                    <a:cubicBezTo>
                      <a:pt x="12" y="237"/>
                      <a:pt x="12" y="237"/>
                      <a:pt x="12" y="236"/>
                    </a:cubicBezTo>
                    <a:cubicBezTo>
                      <a:pt x="12" y="236"/>
                      <a:pt x="12" y="236"/>
                      <a:pt x="12" y="236"/>
                    </a:cubicBezTo>
                    <a:cubicBezTo>
                      <a:pt x="13" y="236"/>
                      <a:pt x="13" y="236"/>
                      <a:pt x="13" y="236"/>
                    </a:cubicBezTo>
                    <a:cubicBezTo>
                      <a:pt x="13" y="236"/>
                      <a:pt x="13" y="236"/>
                      <a:pt x="13" y="236"/>
                    </a:cubicBezTo>
                    <a:cubicBezTo>
                      <a:pt x="14" y="236"/>
                      <a:pt x="14" y="236"/>
                      <a:pt x="14" y="237"/>
                    </a:cubicBezTo>
                    <a:close/>
                    <a:moveTo>
                      <a:pt x="3" y="244"/>
                    </a:moveTo>
                    <a:cubicBezTo>
                      <a:pt x="3" y="245"/>
                      <a:pt x="3" y="245"/>
                      <a:pt x="3" y="246"/>
                    </a:cubicBezTo>
                    <a:cubicBezTo>
                      <a:pt x="3" y="246"/>
                      <a:pt x="3" y="246"/>
                      <a:pt x="3" y="246"/>
                    </a:cubicBezTo>
                    <a:cubicBezTo>
                      <a:pt x="2" y="246"/>
                      <a:pt x="1" y="246"/>
                      <a:pt x="1" y="245"/>
                    </a:cubicBezTo>
                    <a:cubicBezTo>
                      <a:pt x="1" y="245"/>
                      <a:pt x="1" y="245"/>
                      <a:pt x="1" y="245"/>
                    </a:cubicBezTo>
                    <a:cubicBezTo>
                      <a:pt x="0" y="245"/>
                      <a:pt x="1" y="244"/>
                      <a:pt x="1" y="244"/>
                    </a:cubicBezTo>
                    <a:cubicBezTo>
                      <a:pt x="1" y="244"/>
                      <a:pt x="1" y="244"/>
                      <a:pt x="1" y="244"/>
                    </a:cubicBezTo>
                    <a:cubicBezTo>
                      <a:pt x="1" y="243"/>
                      <a:pt x="2" y="243"/>
                      <a:pt x="2" y="243"/>
                    </a:cubicBezTo>
                    <a:cubicBezTo>
                      <a:pt x="2" y="243"/>
                      <a:pt x="2" y="243"/>
                      <a:pt x="2" y="243"/>
                    </a:cubicBezTo>
                    <a:cubicBezTo>
                      <a:pt x="2" y="243"/>
                      <a:pt x="3" y="244"/>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5" name="Google Shape;1255;p22"/>
              <p:cNvSpPr/>
              <p:nvPr/>
            </p:nvSpPr>
            <p:spPr>
              <a:xfrm>
                <a:off x="14424774" y="-448701"/>
                <a:ext cx="19581" cy="19580"/>
              </a:xfrm>
              <a:custGeom>
                <a:avLst/>
                <a:gdLst/>
                <a:ahLst/>
                <a:cxnLst/>
                <a:rect l="l" t="t" r="r" b="b"/>
                <a:pathLst>
                  <a:path w="3" h="3" extrusionOk="0">
                    <a:moveTo>
                      <a:pt x="1" y="0"/>
                    </a:moveTo>
                    <a:cubicBezTo>
                      <a:pt x="2" y="0"/>
                      <a:pt x="2" y="0"/>
                      <a:pt x="2" y="0"/>
                    </a:cubicBezTo>
                    <a:cubicBezTo>
                      <a:pt x="3" y="1"/>
                      <a:pt x="3" y="1"/>
                      <a:pt x="3" y="1"/>
                    </a:cubicBezTo>
                    <a:cubicBezTo>
                      <a:pt x="3" y="2"/>
                      <a:pt x="3" y="2"/>
                      <a:pt x="2" y="2"/>
                    </a:cubicBezTo>
                    <a:cubicBezTo>
                      <a:pt x="2" y="2"/>
                      <a:pt x="2" y="2"/>
                      <a:pt x="2" y="2"/>
                    </a:cubicBezTo>
                    <a:cubicBezTo>
                      <a:pt x="2" y="3"/>
                      <a:pt x="1" y="3"/>
                      <a:pt x="1" y="2"/>
                    </a:cubicBezTo>
                    <a:cubicBezTo>
                      <a:pt x="1" y="2"/>
                      <a:pt x="1" y="2"/>
                      <a:pt x="0" y="2"/>
                    </a:cubicBezTo>
                    <a:cubicBezTo>
                      <a:pt x="0" y="2"/>
                      <a:pt x="0" y="2"/>
                      <a:pt x="0" y="2"/>
                    </a:cubicBezTo>
                    <a:cubicBezTo>
                      <a:pt x="0" y="2"/>
                      <a:pt x="0" y="1"/>
                      <a:pt x="0" y="1"/>
                    </a:cubicBezTo>
                    <a:cubicBezTo>
                      <a:pt x="0" y="1"/>
                      <a:pt x="0" y="1"/>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6" name="Google Shape;1256;p22"/>
              <p:cNvSpPr/>
              <p:nvPr/>
            </p:nvSpPr>
            <p:spPr>
              <a:xfrm>
                <a:off x="11828392" y="1152983"/>
                <a:ext cx="15664" cy="11748"/>
              </a:xfrm>
              <a:custGeom>
                <a:avLst/>
                <a:gdLst/>
                <a:ahLst/>
                <a:cxnLst/>
                <a:rect l="l" t="t" r="r" b="b"/>
                <a:pathLst>
                  <a:path w="3" h="2" extrusionOk="0">
                    <a:moveTo>
                      <a:pt x="1" y="0"/>
                    </a:moveTo>
                    <a:cubicBezTo>
                      <a:pt x="2" y="0"/>
                      <a:pt x="2" y="0"/>
                      <a:pt x="2" y="0"/>
                    </a:cubicBezTo>
                    <a:cubicBezTo>
                      <a:pt x="2" y="0"/>
                      <a:pt x="3" y="1"/>
                      <a:pt x="3" y="1"/>
                    </a:cubicBezTo>
                    <a:cubicBezTo>
                      <a:pt x="3" y="1"/>
                      <a:pt x="2" y="2"/>
                      <a:pt x="2" y="2"/>
                    </a:cubicBezTo>
                    <a:cubicBezTo>
                      <a:pt x="2" y="2"/>
                      <a:pt x="2" y="2"/>
                      <a:pt x="2" y="2"/>
                    </a:cubicBezTo>
                    <a:cubicBezTo>
                      <a:pt x="1" y="2"/>
                      <a:pt x="1" y="2"/>
                      <a:pt x="0" y="2"/>
                    </a:cubicBezTo>
                    <a:cubicBezTo>
                      <a:pt x="0" y="2"/>
                      <a:pt x="0" y="1"/>
                      <a:pt x="0" y="1"/>
                    </a:cubicBezTo>
                    <a:cubicBezTo>
                      <a:pt x="0" y="1"/>
                      <a:pt x="0" y="0"/>
                      <a:pt x="0" y="0"/>
                    </a:cubicBezTo>
                    <a:cubicBezTo>
                      <a:pt x="0" y="0"/>
                      <a:pt x="1" y="0"/>
                      <a:pt x="1"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7" name="Google Shape;1257;p22"/>
              <p:cNvSpPr/>
              <p:nvPr/>
            </p:nvSpPr>
            <p:spPr>
              <a:xfrm>
                <a:off x="11894966" y="-405624"/>
                <a:ext cx="2330087" cy="1527278"/>
              </a:xfrm>
              <a:custGeom>
                <a:avLst/>
                <a:gdLst/>
                <a:ahLst/>
                <a:cxnLst/>
                <a:rect l="l" t="t" r="r" b="b"/>
                <a:pathLst>
                  <a:path w="376" h="246" extrusionOk="0">
                    <a:moveTo>
                      <a:pt x="376" y="1"/>
                    </a:moveTo>
                    <a:cubicBezTo>
                      <a:pt x="376" y="1"/>
                      <a:pt x="376" y="2"/>
                      <a:pt x="375" y="3"/>
                    </a:cubicBezTo>
                    <a:cubicBezTo>
                      <a:pt x="375" y="3"/>
                      <a:pt x="375" y="3"/>
                      <a:pt x="375" y="3"/>
                    </a:cubicBezTo>
                    <a:cubicBezTo>
                      <a:pt x="375" y="3"/>
                      <a:pt x="374" y="3"/>
                      <a:pt x="374" y="2"/>
                    </a:cubicBezTo>
                    <a:cubicBezTo>
                      <a:pt x="374" y="2"/>
                      <a:pt x="374" y="2"/>
                      <a:pt x="374" y="2"/>
                    </a:cubicBezTo>
                    <a:cubicBezTo>
                      <a:pt x="373" y="2"/>
                      <a:pt x="373" y="1"/>
                      <a:pt x="374" y="0"/>
                    </a:cubicBezTo>
                    <a:cubicBezTo>
                      <a:pt x="374" y="0"/>
                      <a:pt x="374" y="0"/>
                      <a:pt x="374" y="0"/>
                    </a:cubicBezTo>
                    <a:cubicBezTo>
                      <a:pt x="374" y="0"/>
                      <a:pt x="374" y="0"/>
                      <a:pt x="375" y="0"/>
                    </a:cubicBezTo>
                    <a:cubicBezTo>
                      <a:pt x="375" y="0"/>
                      <a:pt x="375" y="0"/>
                      <a:pt x="375" y="0"/>
                    </a:cubicBezTo>
                    <a:cubicBezTo>
                      <a:pt x="375" y="0"/>
                      <a:pt x="376" y="0"/>
                      <a:pt x="376" y="1"/>
                    </a:cubicBezTo>
                    <a:close/>
                    <a:moveTo>
                      <a:pt x="365" y="8"/>
                    </a:moveTo>
                    <a:cubicBezTo>
                      <a:pt x="365" y="9"/>
                      <a:pt x="365" y="10"/>
                      <a:pt x="364" y="10"/>
                    </a:cubicBezTo>
                    <a:cubicBezTo>
                      <a:pt x="364" y="10"/>
                      <a:pt x="364" y="10"/>
                      <a:pt x="364" y="10"/>
                    </a:cubicBezTo>
                    <a:cubicBezTo>
                      <a:pt x="364" y="10"/>
                      <a:pt x="363" y="10"/>
                      <a:pt x="362" y="10"/>
                    </a:cubicBezTo>
                    <a:cubicBezTo>
                      <a:pt x="362" y="10"/>
                      <a:pt x="362" y="10"/>
                      <a:pt x="362" y="10"/>
                    </a:cubicBezTo>
                    <a:cubicBezTo>
                      <a:pt x="362" y="9"/>
                      <a:pt x="362" y="8"/>
                      <a:pt x="363" y="8"/>
                    </a:cubicBezTo>
                    <a:cubicBezTo>
                      <a:pt x="363" y="8"/>
                      <a:pt x="363" y="8"/>
                      <a:pt x="363" y="8"/>
                    </a:cubicBezTo>
                    <a:cubicBezTo>
                      <a:pt x="363" y="8"/>
                      <a:pt x="363" y="8"/>
                      <a:pt x="363" y="8"/>
                    </a:cubicBezTo>
                    <a:cubicBezTo>
                      <a:pt x="363" y="8"/>
                      <a:pt x="363" y="8"/>
                      <a:pt x="363" y="8"/>
                    </a:cubicBezTo>
                    <a:cubicBezTo>
                      <a:pt x="364" y="8"/>
                      <a:pt x="364" y="8"/>
                      <a:pt x="365" y="8"/>
                    </a:cubicBezTo>
                    <a:close/>
                    <a:moveTo>
                      <a:pt x="353" y="16"/>
                    </a:moveTo>
                    <a:cubicBezTo>
                      <a:pt x="354" y="16"/>
                      <a:pt x="353" y="17"/>
                      <a:pt x="353" y="17"/>
                    </a:cubicBezTo>
                    <a:cubicBezTo>
                      <a:pt x="353" y="17"/>
                      <a:pt x="353" y="17"/>
                      <a:pt x="353" y="17"/>
                    </a:cubicBezTo>
                    <a:cubicBezTo>
                      <a:pt x="352" y="18"/>
                      <a:pt x="351" y="18"/>
                      <a:pt x="351" y="17"/>
                    </a:cubicBezTo>
                    <a:cubicBezTo>
                      <a:pt x="351" y="17"/>
                      <a:pt x="351" y="17"/>
                      <a:pt x="351" y="17"/>
                    </a:cubicBezTo>
                    <a:cubicBezTo>
                      <a:pt x="351" y="16"/>
                      <a:pt x="351" y="16"/>
                      <a:pt x="351" y="15"/>
                    </a:cubicBezTo>
                    <a:cubicBezTo>
                      <a:pt x="351" y="15"/>
                      <a:pt x="351" y="15"/>
                      <a:pt x="351" y="15"/>
                    </a:cubicBezTo>
                    <a:cubicBezTo>
                      <a:pt x="352" y="15"/>
                      <a:pt x="352" y="15"/>
                      <a:pt x="352" y="15"/>
                    </a:cubicBezTo>
                    <a:cubicBezTo>
                      <a:pt x="352" y="15"/>
                      <a:pt x="352" y="15"/>
                      <a:pt x="352" y="15"/>
                    </a:cubicBezTo>
                    <a:cubicBezTo>
                      <a:pt x="353" y="15"/>
                      <a:pt x="353" y="15"/>
                      <a:pt x="353" y="16"/>
                    </a:cubicBezTo>
                    <a:close/>
                    <a:moveTo>
                      <a:pt x="342" y="23"/>
                    </a:moveTo>
                    <a:cubicBezTo>
                      <a:pt x="342" y="24"/>
                      <a:pt x="342" y="24"/>
                      <a:pt x="342" y="25"/>
                    </a:cubicBezTo>
                    <a:cubicBezTo>
                      <a:pt x="342" y="25"/>
                      <a:pt x="342" y="25"/>
                      <a:pt x="342" y="25"/>
                    </a:cubicBezTo>
                    <a:cubicBezTo>
                      <a:pt x="341" y="25"/>
                      <a:pt x="340" y="25"/>
                      <a:pt x="340" y="24"/>
                    </a:cubicBezTo>
                    <a:cubicBezTo>
                      <a:pt x="340" y="24"/>
                      <a:pt x="340" y="24"/>
                      <a:pt x="340" y="24"/>
                    </a:cubicBezTo>
                    <a:cubicBezTo>
                      <a:pt x="339" y="24"/>
                      <a:pt x="339" y="23"/>
                      <a:pt x="340" y="23"/>
                    </a:cubicBezTo>
                    <a:cubicBezTo>
                      <a:pt x="340" y="23"/>
                      <a:pt x="340" y="23"/>
                      <a:pt x="340" y="23"/>
                    </a:cubicBezTo>
                    <a:cubicBezTo>
                      <a:pt x="340" y="22"/>
                      <a:pt x="341" y="22"/>
                      <a:pt x="341" y="22"/>
                    </a:cubicBezTo>
                    <a:cubicBezTo>
                      <a:pt x="341" y="22"/>
                      <a:pt x="341" y="22"/>
                      <a:pt x="341" y="22"/>
                    </a:cubicBezTo>
                    <a:cubicBezTo>
                      <a:pt x="341" y="22"/>
                      <a:pt x="342" y="23"/>
                      <a:pt x="342" y="23"/>
                    </a:cubicBezTo>
                    <a:close/>
                    <a:moveTo>
                      <a:pt x="331" y="30"/>
                    </a:moveTo>
                    <a:cubicBezTo>
                      <a:pt x="331" y="31"/>
                      <a:pt x="331" y="32"/>
                      <a:pt x="330" y="32"/>
                    </a:cubicBezTo>
                    <a:cubicBezTo>
                      <a:pt x="330" y="32"/>
                      <a:pt x="330" y="32"/>
                      <a:pt x="330" y="32"/>
                    </a:cubicBezTo>
                    <a:cubicBezTo>
                      <a:pt x="330" y="33"/>
                      <a:pt x="329" y="32"/>
                      <a:pt x="328" y="32"/>
                    </a:cubicBezTo>
                    <a:cubicBezTo>
                      <a:pt x="328" y="32"/>
                      <a:pt x="328" y="32"/>
                      <a:pt x="328" y="32"/>
                    </a:cubicBezTo>
                    <a:cubicBezTo>
                      <a:pt x="328" y="31"/>
                      <a:pt x="328" y="30"/>
                      <a:pt x="329" y="30"/>
                    </a:cubicBezTo>
                    <a:cubicBezTo>
                      <a:pt x="329" y="30"/>
                      <a:pt x="329" y="30"/>
                      <a:pt x="329" y="30"/>
                    </a:cubicBezTo>
                    <a:cubicBezTo>
                      <a:pt x="329" y="30"/>
                      <a:pt x="329" y="30"/>
                      <a:pt x="329" y="30"/>
                    </a:cubicBezTo>
                    <a:cubicBezTo>
                      <a:pt x="329" y="30"/>
                      <a:pt x="329" y="30"/>
                      <a:pt x="329" y="30"/>
                    </a:cubicBezTo>
                    <a:cubicBezTo>
                      <a:pt x="330" y="30"/>
                      <a:pt x="330" y="30"/>
                      <a:pt x="331" y="30"/>
                    </a:cubicBezTo>
                    <a:close/>
                    <a:moveTo>
                      <a:pt x="319" y="38"/>
                    </a:moveTo>
                    <a:cubicBezTo>
                      <a:pt x="320" y="38"/>
                      <a:pt x="320" y="39"/>
                      <a:pt x="319" y="40"/>
                    </a:cubicBezTo>
                    <a:cubicBezTo>
                      <a:pt x="319" y="40"/>
                      <a:pt x="319" y="40"/>
                      <a:pt x="319" y="40"/>
                    </a:cubicBezTo>
                    <a:cubicBezTo>
                      <a:pt x="318" y="40"/>
                      <a:pt x="317" y="40"/>
                      <a:pt x="317" y="39"/>
                    </a:cubicBezTo>
                    <a:cubicBezTo>
                      <a:pt x="317" y="39"/>
                      <a:pt x="317" y="39"/>
                      <a:pt x="317" y="39"/>
                    </a:cubicBezTo>
                    <a:cubicBezTo>
                      <a:pt x="317" y="39"/>
                      <a:pt x="317" y="38"/>
                      <a:pt x="317" y="37"/>
                    </a:cubicBezTo>
                    <a:cubicBezTo>
                      <a:pt x="317" y="37"/>
                      <a:pt x="317" y="37"/>
                      <a:pt x="317" y="37"/>
                    </a:cubicBezTo>
                    <a:cubicBezTo>
                      <a:pt x="318" y="37"/>
                      <a:pt x="318" y="37"/>
                      <a:pt x="318" y="37"/>
                    </a:cubicBezTo>
                    <a:cubicBezTo>
                      <a:pt x="318" y="37"/>
                      <a:pt x="318" y="37"/>
                      <a:pt x="318" y="37"/>
                    </a:cubicBezTo>
                    <a:cubicBezTo>
                      <a:pt x="319" y="37"/>
                      <a:pt x="319" y="37"/>
                      <a:pt x="319" y="38"/>
                    </a:cubicBezTo>
                    <a:close/>
                    <a:moveTo>
                      <a:pt x="308" y="45"/>
                    </a:moveTo>
                    <a:cubicBezTo>
                      <a:pt x="308" y="46"/>
                      <a:pt x="308" y="46"/>
                      <a:pt x="308" y="47"/>
                    </a:cubicBezTo>
                    <a:cubicBezTo>
                      <a:pt x="308" y="47"/>
                      <a:pt x="308" y="47"/>
                      <a:pt x="308" y="47"/>
                    </a:cubicBezTo>
                    <a:cubicBezTo>
                      <a:pt x="307" y="47"/>
                      <a:pt x="306" y="47"/>
                      <a:pt x="306" y="47"/>
                    </a:cubicBezTo>
                    <a:cubicBezTo>
                      <a:pt x="306" y="47"/>
                      <a:pt x="306" y="47"/>
                      <a:pt x="306" y="47"/>
                    </a:cubicBezTo>
                    <a:cubicBezTo>
                      <a:pt x="305" y="46"/>
                      <a:pt x="306" y="45"/>
                      <a:pt x="306" y="45"/>
                    </a:cubicBezTo>
                    <a:cubicBezTo>
                      <a:pt x="306" y="45"/>
                      <a:pt x="306" y="45"/>
                      <a:pt x="306" y="45"/>
                    </a:cubicBezTo>
                    <a:cubicBezTo>
                      <a:pt x="306" y="45"/>
                      <a:pt x="307" y="44"/>
                      <a:pt x="307" y="44"/>
                    </a:cubicBezTo>
                    <a:cubicBezTo>
                      <a:pt x="307" y="44"/>
                      <a:pt x="307" y="44"/>
                      <a:pt x="307" y="44"/>
                    </a:cubicBezTo>
                    <a:cubicBezTo>
                      <a:pt x="307" y="44"/>
                      <a:pt x="308" y="45"/>
                      <a:pt x="308" y="45"/>
                    </a:cubicBezTo>
                    <a:close/>
                    <a:moveTo>
                      <a:pt x="297" y="52"/>
                    </a:moveTo>
                    <a:cubicBezTo>
                      <a:pt x="297" y="53"/>
                      <a:pt x="297" y="54"/>
                      <a:pt x="296" y="54"/>
                    </a:cubicBezTo>
                    <a:cubicBezTo>
                      <a:pt x="296" y="54"/>
                      <a:pt x="296" y="54"/>
                      <a:pt x="296" y="54"/>
                    </a:cubicBezTo>
                    <a:cubicBezTo>
                      <a:pt x="296" y="55"/>
                      <a:pt x="295" y="54"/>
                      <a:pt x="294" y="54"/>
                    </a:cubicBezTo>
                    <a:cubicBezTo>
                      <a:pt x="294" y="54"/>
                      <a:pt x="294" y="54"/>
                      <a:pt x="294" y="54"/>
                    </a:cubicBezTo>
                    <a:cubicBezTo>
                      <a:pt x="294" y="53"/>
                      <a:pt x="294" y="52"/>
                      <a:pt x="295" y="52"/>
                    </a:cubicBezTo>
                    <a:cubicBezTo>
                      <a:pt x="295" y="52"/>
                      <a:pt x="295" y="52"/>
                      <a:pt x="295" y="52"/>
                    </a:cubicBezTo>
                    <a:cubicBezTo>
                      <a:pt x="295" y="52"/>
                      <a:pt x="295" y="52"/>
                      <a:pt x="296" y="52"/>
                    </a:cubicBezTo>
                    <a:cubicBezTo>
                      <a:pt x="296" y="52"/>
                      <a:pt x="296" y="52"/>
                      <a:pt x="296" y="52"/>
                    </a:cubicBezTo>
                    <a:cubicBezTo>
                      <a:pt x="296" y="52"/>
                      <a:pt x="296" y="52"/>
                      <a:pt x="297" y="52"/>
                    </a:cubicBezTo>
                    <a:close/>
                    <a:moveTo>
                      <a:pt x="285" y="60"/>
                    </a:moveTo>
                    <a:cubicBezTo>
                      <a:pt x="286" y="60"/>
                      <a:pt x="286" y="61"/>
                      <a:pt x="285" y="62"/>
                    </a:cubicBezTo>
                    <a:cubicBezTo>
                      <a:pt x="285" y="62"/>
                      <a:pt x="285" y="62"/>
                      <a:pt x="285" y="62"/>
                    </a:cubicBezTo>
                    <a:cubicBezTo>
                      <a:pt x="284" y="62"/>
                      <a:pt x="284" y="62"/>
                      <a:pt x="283" y="61"/>
                    </a:cubicBezTo>
                    <a:cubicBezTo>
                      <a:pt x="283" y="61"/>
                      <a:pt x="283" y="61"/>
                      <a:pt x="283" y="61"/>
                    </a:cubicBezTo>
                    <a:cubicBezTo>
                      <a:pt x="283" y="61"/>
                      <a:pt x="283" y="60"/>
                      <a:pt x="284" y="59"/>
                    </a:cubicBezTo>
                    <a:cubicBezTo>
                      <a:pt x="284" y="59"/>
                      <a:pt x="284" y="59"/>
                      <a:pt x="284" y="59"/>
                    </a:cubicBezTo>
                    <a:cubicBezTo>
                      <a:pt x="284" y="59"/>
                      <a:pt x="284" y="59"/>
                      <a:pt x="284" y="59"/>
                    </a:cubicBezTo>
                    <a:cubicBezTo>
                      <a:pt x="284" y="59"/>
                      <a:pt x="284" y="59"/>
                      <a:pt x="284" y="59"/>
                    </a:cubicBezTo>
                    <a:cubicBezTo>
                      <a:pt x="285" y="59"/>
                      <a:pt x="285" y="59"/>
                      <a:pt x="285" y="60"/>
                    </a:cubicBezTo>
                    <a:close/>
                    <a:moveTo>
                      <a:pt x="274" y="67"/>
                    </a:moveTo>
                    <a:cubicBezTo>
                      <a:pt x="274" y="68"/>
                      <a:pt x="274" y="69"/>
                      <a:pt x="274" y="69"/>
                    </a:cubicBezTo>
                    <a:cubicBezTo>
                      <a:pt x="274" y="69"/>
                      <a:pt x="274" y="69"/>
                      <a:pt x="274" y="69"/>
                    </a:cubicBezTo>
                    <a:cubicBezTo>
                      <a:pt x="273" y="69"/>
                      <a:pt x="272" y="69"/>
                      <a:pt x="272" y="69"/>
                    </a:cubicBezTo>
                    <a:cubicBezTo>
                      <a:pt x="272" y="69"/>
                      <a:pt x="272" y="69"/>
                      <a:pt x="272" y="69"/>
                    </a:cubicBezTo>
                    <a:cubicBezTo>
                      <a:pt x="271" y="68"/>
                      <a:pt x="272" y="67"/>
                      <a:pt x="272" y="67"/>
                    </a:cubicBezTo>
                    <a:cubicBezTo>
                      <a:pt x="272" y="67"/>
                      <a:pt x="272" y="67"/>
                      <a:pt x="272" y="67"/>
                    </a:cubicBezTo>
                    <a:cubicBezTo>
                      <a:pt x="272" y="67"/>
                      <a:pt x="273" y="67"/>
                      <a:pt x="273" y="67"/>
                    </a:cubicBezTo>
                    <a:cubicBezTo>
                      <a:pt x="273" y="67"/>
                      <a:pt x="273" y="67"/>
                      <a:pt x="273" y="67"/>
                    </a:cubicBezTo>
                    <a:cubicBezTo>
                      <a:pt x="273" y="67"/>
                      <a:pt x="274" y="67"/>
                      <a:pt x="274" y="67"/>
                    </a:cubicBezTo>
                    <a:close/>
                    <a:moveTo>
                      <a:pt x="263" y="75"/>
                    </a:moveTo>
                    <a:cubicBezTo>
                      <a:pt x="263" y="75"/>
                      <a:pt x="263" y="76"/>
                      <a:pt x="262" y="76"/>
                    </a:cubicBezTo>
                    <a:cubicBezTo>
                      <a:pt x="262" y="76"/>
                      <a:pt x="262" y="76"/>
                      <a:pt x="262" y="76"/>
                    </a:cubicBezTo>
                    <a:cubicBezTo>
                      <a:pt x="262" y="77"/>
                      <a:pt x="261" y="77"/>
                      <a:pt x="261" y="76"/>
                    </a:cubicBezTo>
                    <a:cubicBezTo>
                      <a:pt x="261" y="76"/>
                      <a:pt x="261" y="76"/>
                      <a:pt x="261" y="76"/>
                    </a:cubicBezTo>
                    <a:cubicBezTo>
                      <a:pt x="260" y="75"/>
                      <a:pt x="260" y="75"/>
                      <a:pt x="261" y="74"/>
                    </a:cubicBezTo>
                    <a:cubicBezTo>
                      <a:pt x="261" y="74"/>
                      <a:pt x="261" y="74"/>
                      <a:pt x="261" y="74"/>
                    </a:cubicBezTo>
                    <a:cubicBezTo>
                      <a:pt x="261" y="74"/>
                      <a:pt x="261" y="74"/>
                      <a:pt x="262" y="74"/>
                    </a:cubicBezTo>
                    <a:cubicBezTo>
                      <a:pt x="262" y="74"/>
                      <a:pt x="262" y="74"/>
                      <a:pt x="262" y="74"/>
                    </a:cubicBezTo>
                    <a:cubicBezTo>
                      <a:pt x="262" y="74"/>
                      <a:pt x="263" y="74"/>
                      <a:pt x="263" y="75"/>
                    </a:cubicBezTo>
                    <a:close/>
                    <a:moveTo>
                      <a:pt x="251" y="82"/>
                    </a:moveTo>
                    <a:cubicBezTo>
                      <a:pt x="252" y="83"/>
                      <a:pt x="252" y="83"/>
                      <a:pt x="251" y="84"/>
                    </a:cubicBezTo>
                    <a:cubicBezTo>
                      <a:pt x="251" y="84"/>
                      <a:pt x="251" y="84"/>
                      <a:pt x="251" y="84"/>
                    </a:cubicBezTo>
                    <a:cubicBezTo>
                      <a:pt x="250" y="84"/>
                      <a:pt x="250" y="84"/>
                      <a:pt x="249" y="83"/>
                    </a:cubicBezTo>
                    <a:cubicBezTo>
                      <a:pt x="249" y="83"/>
                      <a:pt x="249" y="83"/>
                      <a:pt x="249" y="83"/>
                    </a:cubicBezTo>
                    <a:cubicBezTo>
                      <a:pt x="249" y="83"/>
                      <a:pt x="249" y="82"/>
                      <a:pt x="250" y="81"/>
                    </a:cubicBezTo>
                    <a:cubicBezTo>
                      <a:pt x="250" y="81"/>
                      <a:pt x="250" y="81"/>
                      <a:pt x="250" y="81"/>
                    </a:cubicBezTo>
                    <a:cubicBezTo>
                      <a:pt x="250" y="81"/>
                      <a:pt x="250" y="81"/>
                      <a:pt x="250" y="81"/>
                    </a:cubicBezTo>
                    <a:cubicBezTo>
                      <a:pt x="250" y="81"/>
                      <a:pt x="250" y="81"/>
                      <a:pt x="250" y="81"/>
                    </a:cubicBezTo>
                    <a:cubicBezTo>
                      <a:pt x="251" y="81"/>
                      <a:pt x="251" y="81"/>
                      <a:pt x="251" y="82"/>
                    </a:cubicBezTo>
                    <a:close/>
                    <a:moveTo>
                      <a:pt x="240" y="89"/>
                    </a:moveTo>
                    <a:cubicBezTo>
                      <a:pt x="241" y="90"/>
                      <a:pt x="240" y="91"/>
                      <a:pt x="240" y="91"/>
                    </a:cubicBezTo>
                    <a:cubicBezTo>
                      <a:pt x="240" y="91"/>
                      <a:pt x="240" y="91"/>
                      <a:pt x="240" y="91"/>
                    </a:cubicBezTo>
                    <a:cubicBezTo>
                      <a:pt x="239" y="92"/>
                      <a:pt x="238" y="91"/>
                      <a:pt x="238" y="91"/>
                    </a:cubicBezTo>
                    <a:cubicBezTo>
                      <a:pt x="238" y="91"/>
                      <a:pt x="238" y="91"/>
                      <a:pt x="238" y="91"/>
                    </a:cubicBezTo>
                    <a:cubicBezTo>
                      <a:pt x="238" y="90"/>
                      <a:pt x="238" y="89"/>
                      <a:pt x="238" y="89"/>
                    </a:cubicBezTo>
                    <a:cubicBezTo>
                      <a:pt x="238" y="89"/>
                      <a:pt x="238" y="89"/>
                      <a:pt x="238" y="89"/>
                    </a:cubicBezTo>
                    <a:cubicBezTo>
                      <a:pt x="239" y="89"/>
                      <a:pt x="239" y="89"/>
                      <a:pt x="239" y="89"/>
                    </a:cubicBezTo>
                    <a:cubicBezTo>
                      <a:pt x="239" y="89"/>
                      <a:pt x="239" y="89"/>
                      <a:pt x="239" y="89"/>
                    </a:cubicBezTo>
                    <a:cubicBezTo>
                      <a:pt x="239" y="89"/>
                      <a:pt x="240" y="89"/>
                      <a:pt x="240" y="89"/>
                    </a:cubicBezTo>
                    <a:close/>
                    <a:moveTo>
                      <a:pt x="229" y="97"/>
                    </a:moveTo>
                    <a:cubicBezTo>
                      <a:pt x="229" y="97"/>
                      <a:pt x="229" y="98"/>
                      <a:pt x="228" y="98"/>
                    </a:cubicBezTo>
                    <a:cubicBezTo>
                      <a:pt x="228" y="98"/>
                      <a:pt x="228" y="98"/>
                      <a:pt x="228" y="98"/>
                    </a:cubicBezTo>
                    <a:cubicBezTo>
                      <a:pt x="228" y="99"/>
                      <a:pt x="227" y="99"/>
                      <a:pt x="227" y="98"/>
                    </a:cubicBezTo>
                    <a:cubicBezTo>
                      <a:pt x="227" y="98"/>
                      <a:pt x="227" y="98"/>
                      <a:pt x="227" y="98"/>
                    </a:cubicBezTo>
                    <a:cubicBezTo>
                      <a:pt x="226" y="97"/>
                      <a:pt x="226" y="97"/>
                      <a:pt x="227" y="96"/>
                    </a:cubicBezTo>
                    <a:cubicBezTo>
                      <a:pt x="227" y="96"/>
                      <a:pt x="227" y="96"/>
                      <a:pt x="227" y="96"/>
                    </a:cubicBezTo>
                    <a:cubicBezTo>
                      <a:pt x="227" y="96"/>
                      <a:pt x="227" y="96"/>
                      <a:pt x="228" y="96"/>
                    </a:cubicBezTo>
                    <a:cubicBezTo>
                      <a:pt x="228" y="96"/>
                      <a:pt x="228" y="96"/>
                      <a:pt x="228" y="96"/>
                    </a:cubicBezTo>
                    <a:cubicBezTo>
                      <a:pt x="228" y="96"/>
                      <a:pt x="229" y="96"/>
                      <a:pt x="229" y="97"/>
                    </a:cubicBezTo>
                    <a:close/>
                    <a:moveTo>
                      <a:pt x="218" y="104"/>
                    </a:moveTo>
                    <a:cubicBezTo>
                      <a:pt x="218" y="105"/>
                      <a:pt x="218" y="105"/>
                      <a:pt x="217" y="106"/>
                    </a:cubicBezTo>
                    <a:cubicBezTo>
                      <a:pt x="217" y="106"/>
                      <a:pt x="217" y="106"/>
                      <a:pt x="217" y="106"/>
                    </a:cubicBezTo>
                    <a:cubicBezTo>
                      <a:pt x="217" y="106"/>
                      <a:pt x="216" y="106"/>
                      <a:pt x="215" y="105"/>
                    </a:cubicBezTo>
                    <a:cubicBezTo>
                      <a:pt x="215" y="105"/>
                      <a:pt x="215" y="105"/>
                      <a:pt x="215" y="105"/>
                    </a:cubicBezTo>
                    <a:cubicBezTo>
                      <a:pt x="215" y="105"/>
                      <a:pt x="215" y="104"/>
                      <a:pt x="216" y="104"/>
                    </a:cubicBezTo>
                    <a:cubicBezTo>
                      <a:pt x="216" y="104"/>
                      <a:pt x="216" y="104"/>
                      <a:pt x="216" y="104"/>
                    </a:cubicBezTo>
                    <a:cubicBezTo>
                      <a:pt x="216" y="103"/>
                      <a:pt x="216" y="103"/>
                      <a:pt x="216" y="103"/>
                    </a:cubicBezTo>
                    <a:cubicBezTo>
                      <a:pt x="216" y="103"/>
                      <a:pt x="216" y="103"/>
                      <a:pt x="216" y="103"/>
                    </a:cubicBezTo>
                    <a:cubicBezTo>
                      <a:pt x="217" y="103"/>
                      <a:pt x="217" y="104"/>
                      <a:pt x="218" y="104"/>
                    </a:cubicBezTo>
                    <a:close/>
                    <a:moveTo>
                      <a:pt x="206" y="111"/>
                    </a:moveTo>
                    <a:cubicBezTo>
                      <a:pt x="207" y="112"/>
                      <a:pt x="206" y="113"/>
                      <a:pt x="206" y="113"/>
                    </a:cubicBezTo>
                    <a:cubicBezTo>
                      <a:pt x="206" y="113"/>
                      <a:pt x="206" y="113"/>
                      <a:pt x="206" y="113"/>
                    </a:cubicBezTo>
                    <a:cubicBezTo>
                      <a:pt x="205" y="114"/>
                      <a:pt x="204" y="113"/>
                      <a:pt x="204" y="113"/>
                    </a:cubicBezTo>
                    <a:cubicBezTo>
                      <a:pt x="204" y="113"/>
                      <a:pt x="204" y="113"/>
                      <a:pt x="204" y="113"/>
                    </a:cubicBezTo>
                    <a:cubicBezTo>
                      <a:pt x="204" y="112"/>
                      <a:pt x="204" y="111"/>
                      <a:pt x="204" y="111"/>
                    </a:cubicBezTo>
                    <a:cubicBezTo>
                      <a:pt x="204" y="111"/>
                      <a:pt x="204" y="111"/>
                      <a:pt x="204" y="111"/>
                    </a:cubicBezTo>
                    <a:cubicBezTo>
                      <a:pt x="205" y="111"/>
                      <a:pt x="205" y="111"/>
                      <a:pt x="205" y="111"/>
                    </a:cubicBezTo>
                    <a:cubicBezTo>
                      <a:pt x="205" y="111"/>
                      <a:pt x="205" y="111"/>
                      <a:pt x="205" y="111"/>
                    </a:cubicBezTo>
                    <a:cubicBezTo>
                      <a:pt x="206" y="111"/>
                      <a:pt x="206" y="111"/>
                      <a:pt x="206" y="111"/>
                    </a:cubicBezTo>
                    <a:close/>
                    <a:moveTo>
                      <a:pt x="195" y="119"/>
                    </a:moveTo>
                    <a:cubicBezTo>
                      <a:pt x="195" y="119"/>
                      <a:pt x="195" y="120"/>
                      <a:pt x="195" y="121"/>
                    </a:cubicBezTo>
                    <a:cubicBezTo>
                      <a:pt x="195" y="121"/>
                      <a:pt x="195" y="121"/>
                      <a:pt x="195" y="121"/>
                    </a:cubicBezTo>
                    <a:cubicBezTo>
                      <a:pt x="194" y="121"/>
                      <a:pt x="193" y="121"/>
                      <a:pt x="193" y="120"/>
                    </a:cubicBezTo>
                    <a:cubicBezTo>
                      <a:pt x="193" y="120"/>
                      <a:pt x="193" y="120"/>
                      <a:pt x="193" y="120"/>
                    </a:cubicBezTo>
                    <a:cubicBezTo>
                      <a:pt x="192" y="120"/>
                      <a:pt x="192" y="119"/>
                      <a:pt x="193" y="118"/>
                    </a:cubicBezTo>
                    <a:cubicBezTo>
                      <a:pt x="193" y="118"/>
                      <a:pt x="193" y="118"/>
                      <a:pt x="193" y="118"/>
                    </a:cubicBezTo>
                    <a:cubicBezTo>
                      <a:pt x="193" y="118"/>
                      <a:pt x="194" y="118"/>
                      <a:pt x="194" y="118"/>
                    </a:cubicBezTo>
                    <a:cubicBezTo>
                      <a:pt x="194" y="118"/>
                      <a:pt x="194" y="118"/>
                      <a:pt x="194" y="118"/>
                    </a:cubicBezTo>
                    <a:cubicBezTo>
                      <a:pt x="194" y="118"/>
                      <a:pt x="195" y="118"/>
                      <a:pt x="195" y="119"/>
                    </a:cubicBezTo>
                    <a:close/>
                    <a:moveTo>
                      <a:pt x="184" y="126"/>
                    </a:moveTo>
                    <a:cubicBezTo>
                      <a:pt x="184" y="127"/>
                      <a:pt x="184" y="128"/>
                      <a:pt x="183" y="128"/>
                    </a:cubicBezTo>
                    <a:cubicBezTo>
                      <a:pt x="183" y="128"/>
                      <a:pt x="183" y="128"/>
                      <a:pt x="183" y="128"/>
                    </a:cubicBezTo>
                    <a:cubicBezTo>
                      <a:pt x="183" y="128"/>
                      <a:pt x="182" y="128"/>
                      <a:pt x="181" y="128"/>
                    </a:cubicBezTo>
                    <a:cubicBezTo>
                      <a:pt x="181" y="128"/>
                      <a:pt x="181" y="128"/>
                      <a:pt x="181" y="128"/>
                    </a:cubicBezTo>
                    <a:cubicBezTo>
                      <a:pt x="181" y="127"/>
                      <a:pt x="181" y="126"/>
                      <a:pt x="182" y="126"/>
                    </a:cubicBezTo>
                    <a:cubicBezTo>
                      <a:pt x="182" y="126"/>
                      <a:pt x="182" y="126"/>
                      <a:pt x="182" y="126"/>
                    </a:cubicBezTo>
                    <a:cubicBezTo>
                      <a:pt x="182" y="126"/>
                      <a:pt x="182" y="125"/>
                      <a:pt x="182" y="125"/>
                    </a:cubicBezTo>
                    <a:cubicBezTo>
                      <a:pt x="182" y="125"/>
                      <a:pt x="182" y="125"/>
                      <a:pt x="182" y="125"/>
                    </a:cubicBezTo>
                    <a:cubicBezTo>
                      <a:pt x="183" y="125"/>
                      <a:pt x="183" y="126"/>
                      <a:pt x="184" y="126"/>
                    </a:cubicBezTo>
                    <a:close/>
                    <a:moveTo>
                      <a:pt x="172" y="133"/>
                    </a:moveTo>
                    <a:cubicBezTo>
                      <a:pt x="173" y="134"/>
                      <a:pt x="173" y="135"/>
                      <a:pt x="172" y="135"/>
                    </a:cubicBezTo>
                    <a:cubicBezTo>
                      <a:pt x="172" y="135"/>
                      <a:pt x="172" y="135"/>
                      <a:pt x="172" y="135"/>
                    </a:cubicBezTo>
                    <a:cubicBezTo>
                      <a:pt x="171" y="136"/>
                      <a:pt x="170" y="136"/>
                      <a:pt x="170" y="135"/>
                    </a:cubicBezTo>
                    <a:cubicBezTo>
                      <a:pt x="170" y="135"/>
                      <a:pt x="170" y="135"/>
                      <a:pt x="170" y="135"/>
                    </a:cubicBezTo>
                    <a:cubicBezTo>
                      <a:pt x="170" y="134"/>
                      <a:pt x="170" y="133"/>
                      <a:pt x="170" y="133"/>
                    </a:cubicBezTo>
                    <a:cubicBezTo>
                      <a:pt x="170" y="133"/>
                      <a:pt x="170" y="133"/>
                      <a:pt x="170" y="133"/>
                    </a:cubicBezTo>
                    <a:cubicBezTo>
                      <a:pt x="171" y="133"/>
                      <a:pt x="171" y="133"/>
                      <a:pt x="171" y="133"/>
                    </a:cubicBezTo>
                    <a:cubicBezTo>
                      <a:pt x="171" y="133"/>
                      <a:pt x="171" y="133"/>
                      <a:pt x="171" y="133"/>
                    </a:cubicBezTo>
                    <a:cubicBezTo>
                      <a:pt x="172" y="133"/>
                      <a:pt x="172" y="133"/>
                      <a:pt x="172" y="133"/>
                    </a:cubicBezTo>
                    <a:close/>
                    <a:moveTo>
                      <a:pt x="161" y="141"/>
                    </a:moveTo>
                    <a:cubicBezTo>
                      <a:pt x="161" y="141"/>
                      <a:pt x="161" y="142"/>
                      <a:pt x="161" y="143"/>
                    </a:cubicBezTo>
                    <a:cubicBezTo>
                      <a:pt x="161" y="143"/>
                      <a:pt x="161" y="143"/>
                      <a:pt x="161" y="143"/>
                    </a:cubicBezTo>
                    <a:cubicBezTo>
                      <a:pt x="160" y="143"/>
                      <a:pt x="159" y="143"/>
                      <a:pt x="159" y="142"/>
                    </a:cubicBezTo>
                    <a:cubicBezTo>
                      <a:pt x="159" y="142"/>
                      <a:pt x="159" y="142"/>
                      <a:pt x="159" y="142"/>
                    </a:cubicBezTo>
                    <a:cubicBezTo>
                      <a:pt x="158" y="142"/>
                      <a:pt x="159" y="141"/>
                      <a:pt x="159" y="140"/>
                    </a:cubicBezTo>
                    <a:cubicBezTo>
                      <a:pt x="159" y="140"/>
                      <a:pt x="159" y="140"/>
                      <a:pt x="159" y="140"/>
                    </a:cubicBezTo>
                    <a:cubicBezTo>
                      <a:pt x="159" y="140"/>
                      <a:pt x="160" y="140"/>
                      <a:pt x="160" y="140"/>
                    </a:cubicBezTo>
                    <a:cubicBezTo>
                      <a:pt x="160" y="140"/>
                      <a:pt x="160" y="140"/>
                      <a:pt x="160" y="140"/>
                    </a:cubicBezTo>
                    <a:cubicBezTo>
                      <a:pt x="160" y="140"/>
                      <a:pt x="161" y="140"/>
                      <a:pt x="161" y="141"/>
                    </a:cubicBezTo>
                    <a:close/>
                    <a:moveTo>
                      <a:pt x="150" y="148"/>
                    </a:moveTo>
                    <a:cubicBezTo>
                      <a:pt x="150" y="149"/>
                      <a:pt x="150" y="150"/>
                      <a:pt x="149" y="150"/>
                    </a:cubicBezTo>
                    <a:cubicBezTo>
                      <a:pt x="149" y="150"/>
                      <a:pt x="149" y="150"/>
                      <a:pt x="149" y="150"/>
                    </a:cubicBezTo>
                    <a:cubicBezTo>
                      <a:pt x="149" y="150"/>
                      <a:pt x="148" y="150"/>
                      <a:pt x="147" y="150"/>
                    </a:cubicBezTo>
                    <a:cubicBezTo>
                      <a:pt x="147" y="150"/>
                      <a:pt x="147" y="150"/>
                      <a:pt x="147" y="150"/>
                    </a:cubicBezTo>
                    <a:cubicBezTo>
                      <a:pt x="147" y="149"/>
                      <a:pt x="147" y="148"/>
                      <a:pt x="148" y="148"/>
                    </a:cubicBezTo>
                    <a:cubicBezTo>
                      <a:pt x="148" y="148"/>
                      <a:pt x="148" y="148"/>
                      <a:pt x="148" y="148"/>
                    </a:cubicBezTo>
                    <a:cubicBezTo>
                      <a:pt x="148" y="148"/>
                      <a:pt x="148" y="148"/>
                      <a:pt x="149" y="148"/>
                    </a:cubicBezTo>
                    <a:cubicBezTo>
                      <a:pt x="149" y="148"/>
                      <a:pt x="149" y="148"/>
                      <a:pt x="149" y="148"/>
                    </a:cubicBezTo>
                    <a:cubicBezTo>
                      <a:pt x="149" y="148"/>
                      <a:pt x="149" y="148"/>
                      <a:pt x="150" y="148"/>
                    </a:cubicBezTo>
                    <a:close/>
                    <a:moveTo>
                      <a:pt x="138" y="156"/>
                    </a:moveTo>
                    <a:cubicBezTo>
                      <a:pt x="139" y="156"/>
                      <a:pt x="139" y="157"/>
                      <a:pt x="138" y="157"/>
                    </a:cubicBezTo>
                    <a:cubicBezTo>
                      <a:pt x="138" y="157"/>
                      <a:pt x="138" y="157"/>
                      <a:pt x="138" y="157"/>
                    </a:cubicBezTo>
                    <a:cubicBezTo>
                      <a:pt x="137" y="158"/>
                      <a:pt x="137" y="158"/>
                      <a:pt x="136" y="157"/>
                    </a:cubicBezTo>
                    <a:cubicBezTo>
                      <a:pt x="136" y="157"/>
                      <a:pt x="136" y="157"/>
                      <a:pt x="136" y="157"/>
                    </a:cubicBezTo>
                    <a:cubicBezTo>
                      <a:pt x="136" y="156"/>
                      <a:pt x="136" y="156"/>
                      <a:pt x="137" y="155"/>
                    </a:cubicBezTo>
                    <a:cubicBezTo>
                      <a:pt x="137" y="155"/>
                      <a:pt x="137" y="155"/>
                      <a:pt x="137" y="155"/>
                    </a:cubicBezTo>
                    <a:cubicBezTo>
                      <a:pt x="137" y="155"/>
                      <a:pt x="137" y="155"/>
                      <a:pt x="137" y="155"/>
                    </a:cubicBezTo>
                    <a:cubicBezTo>
                      <a:pt x="137" y="155"/>
                      <a:pt x="137" y="155"/>
                      <a:pt x="137" y="155"/>
                    </a:cubicBezTo>
                    <a:cubicBezTo>
                      <a:pt x="138" y="155"/>
                      <a:pt x="138" y="155"/>
                      <a:pt x="138" y="156"/>
                    </a:cubicBezTo>
                    <a:close/>
                    <a:moveTo>
                      <a:pt x="127" y="163"/>
                    </a:moveTo>
                    <a:cubicBezTo>
                      <a:pt x="127" y="164"/>
                      <a:pt x="127" y="164"/>
                      <a:pt x="127" y="165"/>
                    </a:cubicBezTo>
                    <a:cubicBezTo>
                      <a:pt x="127" y="165"/>
                      <a:pt x="127" y="165"/>
                      <a:pt x="127" y="165"/>
                    </a:cubicBezTo>
                    <a:cubicBezTo>
                      <a:pt x="126" y="165"/>
                      <a:pt x="125" y="165"/>
                      <a:pt x="125" y="164"/>
                    </a:cubicBezTo>
                    <a:cubicBezTo>
                      <a:pt x="125" y="164"/>
                      <a:pt x="125" y="164"/>
                      <a:pt x="125" y="164"/>
                    </a:cubicBezTo>
                    <a:cubicBezTo>
                      <a:pt x="124" y="164"/>
                      <a:pt x="125" y="163"/>
                      <a:pt x="125" y="163"/>
                    </a:cubicBezTo>
                    <a:cubicBezTo>
                      <a:pt x="125" y="163"/>
                      <a:pt x="125" y="163"/>
                      <a:pt x="125" y="163"/>
                    </a:cubicBezTo>
                    <a:cubicBezTo>
                      <a:pt x="125" y="162"/>
                      <a:pt x="126" y="162"/>
                      <a:pt x="126" y="162"/>
                    </a:cubicBezTo>
                    <a:cubicBezTo>
                      <a:pt x="126" y="162"/>
                      <a:pt x="126" y="162"/>
                      <a:pt x="126" y="162"/>
                    </a:cubicBezTo>
                    <a:cubicBezTo>
                      <a:pt x="126" y="162"/>
                      <a:pt x="127" y="163"/>
                      <a:pt x="127" y="163"/>
                    </a:cubicBezTo>
                    <a:close/>
                    <a:moveTo>
                      <a:pt x="116" y="170"/>
                    </a:moveTo>
                    <a:cubicBezTo>
                      <a:pt x="116" y="171"/>
                      <a:pt x="116" y="172"/>
                      <a:pt x="115" y="172"/>
                    </a:cubicBezTo>
                    <a:cubicBezTo>
                      <a:pt x="115" y="172"/>
                      <a:pt x="115" y="172"/>
                      <a:pt x="115" y="172"/>
                    </a:cubicBezTo>
                    <a:cubicBezTo>
                      <a:pt x="115" y="173"/>
                      <a:pt x="114" y="172"/>
                      <a:pt x="114" y="172"/>
                    </a:cubicBezTo>
                    <a:cubicBezTo>
                      <a:pt x="114" y="172"/>
                      <a:pt x="114" y="172"/>
                      <a:pt x="114" y="172"/>
                    </a:cubicBezTo>
                    <a:cubicBezTo>
                      <a:pt x="113" y="171"/>
                      <a:pt x="113" y="170"/>
                      <a:pt x="114" y="170"/>
                    </a:cubicBezTo>
                    <a:cubicBezTo>
                      <a:pt x="114" y="170"/>
                      <a:pt x="114" y="170"/>
                      <a:pt x="114" y="170"/>
                    </a:cubicBezTo>
                    <a:cubicBezTo>
                      <a:pt x="114" y="170"/>
                      <a:pt x="114" y="170"/>
                      <a:pt x="115" y="170"/>
                    </a:cubicBezTo>
                    <a:cubicBezTo>
                      <a:pt x="115" y="170"/>
                      <a:pt x="115" y="170"/>
                      <a:pt x="115" y="170"/>
                    </a:cubicBezTo>
                    <a:cubicBezTo>
                      <a:pt x="115" y="170"/>
                      <a:pt x="116" y="170"/>
                      <a:pt x="116" y="170"/>
                    </a:cubicBezTo>
                    <a:close/>
                    <a:moveTo>
                      <a:pt x="104" y="178"/>
                    </a:moveTo>
                    <a:cubicBezTo>
                      <a:pt x="105" y="178"/>
                      <a:pt x="105" y="179"/>
                      <a:pt x="104" y="179"/>
                    </a:cubicBezTo>
                    <a:cubicBezTo>
                      <a:pt x="104" y="179"/>
                      <a:pt x="104" y="179"/>
                      <a:pt x="104" y="179"/>
                    </a:cubicBezTo>
                    <a:cubicBezTo>
                      <a:pt x="103" y="180"/>
                      <a:pt x="103" y="180"/>
                      <a:pt x="102" y="179"/>
                    </a:cubicBezTo>
                    <a:cubicBezTo>
                      <a:pt x="102" y="179"/>
                      <a:pt x="102" y="179"/>
                      <a:pt x="102" y="179"/>
                    </a:cubicBezTo>
                    <a:cubicBezTo>
                      <a:pt x="102" y="178"/>
                      <a:pt x="102" y="178"/>
                      <a:pt x="103" y="177"/>
                    </a:cubicBezTo>
                    <a:cubicBezTo>
                      <a:pt x="103" y="177"/>
                      <a:pt x="103" y="177"/>
                      <a:pt x="103" y="177"/>
                    </a:cubicBezTo>
                    <a:cubicBezTo>
                      <a:pt x="103" y="177"/>
                      <a:pt x="103" y="177"/>
                      <a:pt x="103" y="177"/>
                    </a:cubicBezTo>
                    <a:cubicBezTo>
                      <a:pt x="103" y="177"/>
                      <a:pt x="103" y="177"/>
                      <a:pt x="103" y="177"/>
                    </a:cubicBezTo>
                    <a:cubicBezTo>
                      <a:pt x="104" y="177"/>
                      <a:pt x="104" y="177"/>
                      <a:pt x="104" y="178"/>
                    </a:cubicBezTo>
                    <a:close/>
                    <a:moveTo>
                      <a:pt x="93" y="185"/>
                    </a:moveTo>
                    <a:cubicBezTo>
                      <a:pt x="94" y="186"/>
                      <a:pt x="93" y="186"/>
                      <a:pt x="93" y="187"/>
                    </a:cubicBezTo>
                    <a:cubicBezTo>
                      <a:pt x="93" y="187"/>
                      <a:pt x="93" y="187"/>
                      <a:pt x="93" y="187"/>
                    </a:cubicBezTo>
                    <a:cubicBezTo>
                      <a:pt x="92" y="187"/>
                      <a:pt x="91" y="187"/>
                      <a:pt x="91" y="186"/>
                    </a:cubicBezTo>
                    <a:cubicBezTo>
                      <a:pt x="91" y="186"/>
                      <a:pt x="91" y="186"/>
                      <a:pt x="91" y="186"/>
                    </a:cubicBezTo>
                    <a:cubicBezTo>
                      <a:pt x="91" y="186"/>
                      <a:pt x="91" y="185"/>
                      <a:pt x="91" y="185"/>
                    </a:cubicBezTo>
                    <a:cubicBezTo>
                      <a:pt x="91" y="185"/>
                      <a:pt x="91" y="185"/>
                      <a:pt x="91" y="185"/>
                    </a:cubicBezTo>
                    <a:cubicBezTo>
                      <a:pt x="92" y="184"/>
                      <a:pt x="92" y="184"/>
                      <a:pt x="92" y="184"/>
                    </a:cubicBezTo>
                    <a:cubicBezTo>
                      <a:pt x="92" y="184"/>
                      <a:pt x="92" y="184"/>
                      <a:pt x="92" y="184"/>
                    </a:cubicBezTo>
                    <a:cubicBezTo>
                      <a:pt x="92" y="184"/>
                      <a:pt x="93" y="185"/>
                      <a:pt x="93" y="185"/>
                    </a:cubicBezTo>
                    <a:close/>
                    <a:moveTo>
                      <a:pt x="82" y="192"/>
                    </a:moveTo>
                    <a:cubicBezTo>
                      <a:pt x="82" y="193"/>
                      <a:pt x="82" y="194"/>
                      <a:pt x="81" y="194"/>
                    </a:cubicBezTo>
                    <a:cubicBezTo>
                      <a:pt x="81" y="194"/>
                      <a:pt x="81" y="194"/>
                      <a:pt x="81" y="194"/>
                    </a:cubicBezTo>
                    <a:cubicBezTo>
                      <a:pt x="81" y="195"/>
                      <a:pt x="80" y="194"/>
                      <a:pt x="80" y="194"/>
                    </a:cubicBezTo>
                    <a:cubicBezTo>
                      <a:pt x="80" y="194"/>
                      <a:pt x="80" y="194"/>
                      <a:pt x="80" y="194"/>
                    </a:cubicBezTo>
                    <a:cubicBezTo>
                      <a:pt x="79" y="193"/>
                      <a:pt x="79" y="192"/>
                      <a:pt x="80" y="192"/>
                    </a:cubicBezTo>
                    <a:cubicBezTo>
                      <a:pt x="80" y="192"/>
                      <a:pt x="80" y="192"/>
                      <a:pt x="80" y="192"/>
                    </a:cubicBezTo>
                    <a:cubicBezTo>
                      <a:pt x="80" y="192"/>
                      <a:pt x="80" y="192"/>
                      <a:pt x="81" y="192"/>
                    </a:cubicBezTo>
                    <a:cubicBezTo>
                      <a:pt x="81" y="192"/>
                      <a:pt x="81" y="192"/>
                      <a:pt x="81" y="192"/>
                    </a:cubicBezTo>
                    <a:cubicBezTo>
                      <a:pt x="81" y="192"/>
                      <a:pt x="82" y="192"/>
                      <a:pt x="82" y="192"/>
                    </a:cubicBezTo>
                    <a:close/>
                    <a:moveTo>
                      <a:pt x="71" y="200"/>
                    </a:moveTo>
                    <a:cubicBezTo>
                      <a:pt x="71" y="200"/>
                      <a:pt x="71" y="201"/>
                      <a:pt x="70" y="202"/>
                    </a:cubicBezTo>
                    <a:cubicBezTo>
                      <a:pt x="70" y="202"/>
                      <a:pt x="70" y="202"/>
                      <a:pt x="70" y="202"/>
                    </a:cubicBezTo>
                    <a:cubicBezTo>
                      <a:pt x="70" y="202"/>
                      <a:pt x="69" y="202"/>
                      <a:pt x="68" y="201"/>
                    </a:cubicBezTo>
                    <a:cubicBezTo>
                      <a:pt x="68" y="201"/>
                      <a:pt x="68" y="201"/>
                      <a:pt x="68" y="201"/>
                    </a:cubicBezTo>
                    <a:cubicBezTo>
                      <a:pt x="68" y="201"/>
                      <a:pt x="68" y="200"/>
                      <a:pt x="69" y="199"/>
                    </a:cubicBezTo>
                    <a:cubicBezTo>
                      <a:pt x="69" y="199"/>
                      <a:pt x="69" y="199"/>
                      <a:pt x="69" y="199"/>
                    </a:cubicBezTo>
                    <a:cubicBezTo>
                      <a:pt x="69" y="199"/>
                      <a:pt x="69" y="199"/>
                      <a:pt x="69" y="199"/>
                    </a:cubicBezTo>
                    <a:cubicBezTo>
                      <a:pt x="69" y="199"/>
                      <a:pt x="69" y="199"/>
                      <a:pt x="69" y="199"/>
                    </a:cubicBezTo>
                    <a:cubicBezTo>
                      <a:pt x="70" y="199"/>
                      <a:pt x="70" y="199"/>
                      <a:pt x="71" y="200"/>
                    </a:cubicBezTo>
                    <a:close/>
                    <a:moveTo>
                      <a:pt x="59" y="207"/>
                    </a:moveTo>
                    <a:cubicBezTo>
                      <a:pt x="60" y="208"/>
                      <a:pt x="59" y="209"/>
                      <a:pt x="59" y="209"/>
                    </a:cubicBezTo>
                    <a:cubicBezTo>
                      <a:pt x="59" y="209"/>
                      <a:pt x="59" y="209"/>
                      <a:pt x="59" y="209"/>
                    </a:cubicBezTo>
                    <a:cubicBezTo>
                      <a:pt x="58" y="209"/>
                      <a:pt x="57" y="209"/>
                      <a:pt x="57" y="209"/>
                    </a:cubicBezTo>
                    <a:cubicBezTo>
                      <a:pt x="57" y="209"/>
                      <a:pt x="57" y="209"/>
                      <a:pt x="57" y="209"/>
                    </a:cubicBezTo>
                    <a:cubicBezTo>
                      <a:pt x="57" y="208"/>
                      <a:pt x="57" y="207"/>
                      <a:pt x="57" y="207"/>
                    </a:cubicBezTo>
                    <a:cubicBezTo>
                      <a:pt x="57" y="207"/>
                      <a:pt x="57" y="207"/>
                      <a:pt x="57" y="207"/>
                    </a:cubicBezTo>
                    <a:cubicBezTo>
                      <a:pt x="58" y="207"/>
                      <a:pt x="58" y="206"/>
                      <a:pt x="58" y="206"/>
                    </a:cubicBezTo>
                    <a:cubicBezTo>
                      <a:pt x="58" y="206"/>
                      <a:pt x="58" y="206"/>
                      <a:pt x="58" y="206"/>
                    </a:cubicBezTo>
                    <a:cubicBezTo>
                      <a:pt x="59" y="206"/>
                      <a:pt x="59" y="207"/>
                      <a:pt x="59" y="207"/>
                    </a:cubicBezTo>
                    <a:close/>
                    <a:moveTo>
                      <a:pt x="48" y="214"/>
                    </a:moveTo>
                    <a:cubicBezTo>
                      <a:pt x="48" y="215"/>
                      <a:pt x="48" y="216"/>
                      <a:pt x="48" y="216"/>
                    </a:cubicBezTo>
                    <a:cubicBezTo>
                      <a:pt x="48" y="216"/>
                      <a:pt x="48" y="216"/>
                      <a:pt x="48" y="216"/>
                    </a:cubicBezTo>
                    <a:cubicBezTo>
                      <a:pt x="47" y="217"/>
                      <a:pt x="46" y="217"/>
                      <a:pt x="46" y="216"/>
                    </a:cubicBezTo>
                    <a:cubicBezTo>
                      <a:pt x="46" y="216"/>
                      <a:pt x="46" y="216"/>
                      <a:pt x="46" y="216"/>
                    </a:cubicBezTo>
                    <a:cubicBezTo>
                      <a:pt x="45" y="215"/>
                      <a:pt x="45" y="214"/>
                      <a:pt x="46" y="214"/>
                    </a:cubicBezTo>
                    <a:cubicBezTo>
                      <a:pt x="46" y="214"/>
                      <a:pt x="46" y="214"/>
                      <a:pt x="46" y="214"/>
                    </a:cubicBezTo>
                    <a:cubicBezTo>
                      <a:pt x="46" y="214"/>
                      <a:pt x="47" y="214"/>
                      <a:pt x="47" y="214"/>
                    </a:cubicBezTo>
                    <a:cubicBezTo>
                      <a:pt x="47" y="214"/>
                      <a:pt x="47" y="214"/>
                      <a:pt x="47" y="214"/>
                    </a:cubicBezTo>
                    <a:cubicBezTo>
                      <a:pt x="47" y="214"/>
                      <a:pt x="48" y="214"/>
                      <a:pt x="48" y="214"/>
                    </a:cubicBezTo>
                    <a:close/>
                    <a:moveTo>
                      <a:pt x="37" y="222"/>
                    </a:moveTo>
                    <a:cubicBezTo>
                      <a:pt x="37" y="222"/>
                      <a:pt x="37" y="223"/>
                      <a:pt x="36" y="224"/>
                    </a:cubicBezTo>
                    <a:cubicBezTo>
                      <a:pt x="36" y="224"/>
                      <a:pt x="36" y="224"/>
                      <a:pt x="36" y="224"/>
                    </a:cubicBezTo>
                    <a:cubicBezTo>
                      <a:pt x="36" y="224"/>
                      <a:pt x="35" y="224"/>
                      <a:pt x="34" y="223"/>
                    </a:cubicBezTo>
                    <a:cubicBezTo>
                      <a:pt x="34" y="223"/>
                      <a:pt x="34" y="223"/>
                      <a:pt x="34" y="223"/>
                    </a:cubicBezTo>
                    <a:cubicBezTo>
                      <a:pt x="34" y="223"/>
                      <a:pt x="34" y="222"/>
                      <a:pt x="35" y="221"/>
                    </a:cubicBezTo>
                    <a:cubicBezTo>
                      <a:pt x="35" y="221"/>
                      <a:pt x="35" y="221"/>
                      <a:pt x="35" y="221"/>
                    </a:cubicBezTo>
                    <a:cubicBezTo>
                      <a:pt x="35" y="221"/>
                      <a:pt x="35" y="221"/>
                      <a:pt x="35" y="221"/>
                    </a:cubicBezTo>
                    <a:cubicBezTo>
                      <a:pt x="35" y="221"/>
                      <a:pt x="35" y="221"/>
                      <a:pt x="35" y="221"/>
                    </a:cubicBezTo>
                    <a:cubicBezTo>
                      <a:pt x="36" y="221"/>
                      <a:pt x="36" y="221"/>
                      <a:pt x="37" y="222"/>
                    </a:cubicBezTo>
                    <a:close/>
                    <a:moveTo>
                      <a:pt x="25" y="229"/>
                    </a:moveTo>
                    <a:cubicBezTo>
                      <a:pt x="26" y="230"/>
                      <a:pt x="26" y="231"/>
                      <a:pt x="25" y="231"/>
                    </a:cubicBezTo>
                    <a:cubicBezTo>
                      <a:pt x="25" y="231"/>
                      <a:pt x="25" y="231"/>
                      <a:pt x="25" y="231"/>
                    </a:cubicBezTo>
                    <a:cubicBezTo>
                      <a:pt x="24" y="231"/>
                      <a:pt x="23" y="231"/>
                      <a:pt x="23" y="231"/>
                    </a:cubicBezTo>
                    <a:cubicBezTo>
                      <a:pt x="23" y="231"/>
                      <a:pt x="23" y="231"/>
                      <a:pt x="23" y="231"/>
                    </a:cubicBezTo>
                    <a:cubicBezTo>
                      <a:pt x="23" y="230"/>
                      <a:pt x="23" y="229"/>
                      <a:pt x="23" y="229"/>
                    </a:cubicBezTo>
                    <a:cubicBezTo>
                      <a:pt x="23" y="229"/>
                      <a:pt x="23" y="229"/>
                      <a:pt x="23" y="229"/>
                    </a:cubicBezTo>
                    <a:cubicBezTo>
                      <a:pt x="24" y="229"/>
                      <a:pt x="24" y="229"/>
                      <a:pt x="24" y="229"/>
                    </a:cubicBezTo>
                    <a:cubicBezTo>
                      <a:pt x="24" y="229"/>
                      <a:pt x="24" y="229"/>
                      <a:pt x="24" y="229"/>
                    </a:cubicBezTo>
                    <a:cubicBezTo>
                      <a:pt x="25" y="229"/>
                      <a:pt x="25" y="229"/>
                      <a:pt x="25" y="229"/>
                    </a:cubicBezTo>
                    <a:close/>
                    <a:moveTo>
                      <a:pt x="14" y="237"/>
                    </a:moveTo>
                    <a:cubicBezTo>
                      <a:pt x="14" y="237"/>
                      <a:pt x="14" y="238"/>
                      <a:pt x="14" y="238"/>
                    </a:cubicBezTo>
                    <a:cubicBezTo>
                      <a:pt x="14" y="238"/>
                      <a:pt x="14" y="238"/>
                      <a:pt x="14" y="238"/>
                    </a:cubicBezTo>
                    <a:cubicBezTo>
                      <a:pt x="13" y="239"/>
                      <a:pt x="12" y="239"/>
                      <a:pt x="12" y="238"/>
                    </a:cubicBezTo>
                    <a:cubicBezTo>
                      <a:pt x="12" y="238"/>
                      <a:pt x="12" y="238"/>
                      <a:pt x="12" y="238"/>
                    </a:cubicBezTo>
                    <a:cubicBezTo>
                      <a:pt x="11" y="237"/>
                      <a:pt x="12" y="237"/>
                      <a:pt x="12" y="236"/>
                    </a:cubicBezTo>
                    <a:cubicBezTo>
                      <a:pt x="12" y="236"/>
                      <a:pt x="12" y="236"/>
                      <a:pt x="12" y="236"/>
                    </a:cubicBezTo>
                    <a:cubicBezTo>
                      <a:pt x="12" y="236"/>
                      <a:pt x="13" y="236"/>
                      <a:pt x="13" y="236"/>
                    </a:cubicBezTo>
                    <a:cubicBezTo>
                      <a:pt x="13" y="236"/>
                      <a:pt x="13" y="236"/>
                      <a:pt x="13" y="236"/>
                    </a:cubicBezTo>
                    <a:cubicBezTo>
                      <a:pt x="13" y="236"/>
                      <a:pt x="14" y="236"/>
                      <a:pt x="14" y="237"/>
                    </a:cubicBezTo>
                    <a:close/>
                    <a:moveTo>
                      <a:pt x="3" y="244"/>
                    </a:moveTo>
                    <a:cubicBezTo>
                      <a:pt x="3" y="245"/>
                      <a:pt x="3" y="245"/>
                      <a:pt x="2" y="246"/>
                    </a:cubicBezTo>
                    <a:cubicBezTo>
                      <a:pt x="2" y="246"/>
                      <a:pt x="2" y="246"/>
                      <a:pt x="2" y="246"/>
                    </a:cubicBezTo>
                    <a:cubicBezTo>
                      <a:pt x="2" y="246"/>
                      <a:pt x="1" y="246"/>
                      <a:pt x="0" y="245"/>
                    </a:cubicBezTo>
                    <a:cubicBezTo>
                      <a:pt x="0" y="245"/>
                      <a:pt x="0" y="245"/>
                      <a:pt x="0" y="245"/>
                    </a:cubicBezTo>
                    <a:cubicBezTo>
                      <a:pt x="0" y="245"/>
                      <a:pt x="0" y="244"/>
                      <a:pt x="1" y="244"/>
                    </a:cubicBezTo>
                    <a:cubicBezTo>
                      <a:pt x="1" y="244"/>
                      <a:pt x="1" y="244"/>
                      <a:pt x="1" y="244"/>
                    </a:cubicBezTo>
                    <a:cubicBezTo>
                      <a:pt x="1" y="243"/>
                      <a:pt x="1" y="243"/>
                      <a:pt x="2" y="243"/>
                    </a:cubicBezTo>
                    <a:cubicBezTo>
                      <a:pt x="2" y="243"/>
                      <a:pt x="2" y="243"/>
                      <a:pt x="2" y="243"/>
                    </a:cubicBezTo>
                    <a:cubicBezTo>
                      <a:pt x="2" y="243"/>
                      <a:pt x="2" y="244"/>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8" name="Google Shape;1258;p22"/>
              <p:cNvSpPr/>
              <p:nvPr/>
            </p:nvSpPr>
            <p:spPr>
              <a:xfrm>
                <a:off x="14283794" y="-448701"/>
                <a:ext cx="11748" cy="19580"/>
              </a:xfrm>
              <a:custGeom>
                <a:avLst/>
                <a:gdLst/>
                <a:ahLst/>
                <a:cxnLst/>
                <a:rect l="l" t="t" r="r" b="b"/>
                <a:pathLst>
                  <a:path w="2" h="3" extrusionOk="0">
                    <a:moveTo>
                      <a:pt x="1" y="0"/>
                    </a:moveTo>
                    <a:cubicBezTo>
                      <a:pt x="1" y="0"/>
                      <a:pt x="1" y="0"/>
                      <a:pt x="2" y="0"/>
                    </a:cubicBezTo>
                    <a:cubicBezTo>
                      <a:pt x="2" y="0"/>
                      <a:pt x="2" y="0"/>
                      <a:pt x="2" y="0"/>
                    </a:cubicBezTo>
                    <a:cubicBezTo>
                      <a:pt x="2" y="1"/>
                      <a:pt x="2" y="1"/>
                      <a:pt x="2" y="1"/>
                    </a:cubicBezTo>
                    <a:cubicBezTo>
                      <a:pt x="2" y="1"/>
                      <a:pt x="2" y="2"/>
                      <a:pt x="2" y="2"/>
                    </a:cubicBezTo>
                    <a:cubicBezTo>
                      <a:pt x="2" y="2"/>
                      <a:pt x="2" y="2"/>
                      <a:pt x="2" y="2"/>
                    </a:cubicBezTo>
                    <a:cubicBezTo>
                      <a:pt x="2" y="3"/>
                      <a:pt x="1" y="3"/>
                      <a:pt x="1" y="2"/>
                    </a:cubicBezTo>
                    <a:cubicBezTo>
                      <a:pt x="0" y="2"/>
                      <a:pt x="0" y="2"/>
                      <a:pt x="0" y="2"/>
                    </a:cubicBezTo>
                    <a:cubicBezTo>
                      <a:pt x="0" y="2"/>
                      <a:pt x="0" y="2"/>
                      <a:pt x="0" y="2"/>
                    </a:cubicBezTo>
                    <a:cubicBezTo>
                      <a:pt x="0" y="2"/>
                      <a:pt x="0" y="1"/>
                      <a:pt x="0" y="1"/>
                    </a:cubicBezTo>
                    <a:cubicBezTo>
                      <a:pt x="0" y="1"/>
                      <a:pt x="0" y="1"/>
                      <a:pt x="0" y="0"/>
                    </a:cubicBezTo>
                    <a:cubicBezTo>
                      <a:pt x="0"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259"/>
        <p:cNvGrpSpPr/>
        <p:nvPr/>
      </p:nvGrpSpPr>
      <p:grpSpPr>
        <a:xfrm>
          <a:off x="0" y="0"/>
          <a:ext cx="0" cy="0"/>
          <a:chOff x="0" y="0"/>
          <a:chExt cx="0" cy="0"/>
        </a:xfrm>
      </p:grpSpPr>
      <p:grpSp>
        <p:nvGrpSpPr>
          <p:cNvPr id="1260" name="Google Shape;1260;p23"/>
          <p:cNvGrpSpPr/>
          <p:nvPr/>
        </p:nvGrpSpPr>
        <p:grpSpPr>
          <a:xfrm>
            <a:off x="-2334233" y="854799"/>
            <a:ext cx="2901838" cy="1613433"/>
            <a:chOff x="11828392" y="-448701"/>
            <a:chExt cx="2901838" cy="1613433"/>
          </a:xfrm>
        </p:grpSpPr>
        <p:sp>
          <p:nvSpPr>
            <p:cNvPr id="1261" name="Google Shape;1261;p23"/>
            <p:cNvSpPr/>
            <p:nvPr/>
          </p:nvSpPr>
          <p:spPr>
            <a:xfrm>
              <a:off x="12259164" y="1152983"/>
              <a:ext cx="19581" cy="11748"/>
            </a:xfrm>
            <a:custGeom>
              <a:avLst/>
              <a:gdLst/>
              <a:ahLst/>
              <a:cxnLst/>
              <a:rect l="l" t="t" r="r" b="b"/>
              <a:pathLst>
                <a:path w="3" h="2" extrusionOk="0">
                  <a:moveTo>
                    <a:pt x="1" y="0"/>
                  </a:moveTo>
                  <a:cubicBezTo>
                    <a:pt x="2" y="0"/>
                    <a:pt x="2" y="0"/>
                    <a:pt x="2" y="0"/>
                  </a:cubicBezTo>
                  <a:cubicBezTo>
                    <a:pt x="2" y="0"/>
                    <a:pt x="3" y="1"/>
                    <a:pt x="3" y="1"/>
                  </a:cubicBezTo>
                  <a:cubicBezTo>
                    <a:pt x="3" y="1"/>
                    <a:pt x="2" y="2"/>
                    <a:pt x="2" y="2"/>
                  </a:cubicBezTo>
                  <a:cubicBezTo>
                    <a:pt x="2" y="2"/>
                    <a:pt x="1" y="2"/>
                    <a:pt x="0" y="2"/>
                  </a:cubicBezTo>
                  <a:cubicBezTo>
                    <a:pt x="0" y="2"/>
                    <a:pt x="0" y="1"/>
                    <a:pt x="0" y="1"/>
                  </a:cubicBezTo>
                  <a:cubicBezTo>
                    <a:pt x="0" y="1"/>
                    <a:pt x="0" y="0"/>
                    <a:pt x="0" y="0"/>
                  </a:cubicBezTo>
                  <a:cubicBezTo>
                    <a:pt x="0" y="0"/>
                    <a:pt x="1" y="0"/>
                    <a:pt x="1"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2" name="Google Shape;1262;p23"/>
            <p:cNvSpPr/>
            <p:nvPr/>
          </p:nvSpPr>
          <p:spPr>
            <a:xfrm>
              <a:off x="12329654" y="-405624"/>
              <a:ext cx="2330087" cy="1527278"/>
            </a:xfrm>
            <a:custGeom>
              <a:avLst/>
              <a:gdLst/>
              <a:ahLst/>
              <a:cxnLst/>
              <a:rect l="l" t="t" r="r" b="b"/>
              <a:pathLst>
                <a:path w="376" h="246" extrusionOk="0">
                  <a:moveTo>
                    <a:pt x="376" y="1"/>
                  </a:moveTo>
                  <a:cubicBezTo>
                    <a:pt x="376" y="1"/>
                    <a:pt x="376" y="2"/>
                    <a:pt x="375" y="3"/>
                  </a:cubicBezTo>
                  <a:cubicBezTo>
                    <a:pt x="375" y="3"/>
                    <a:pt x="375" y="3"/>
                    <a:pt x="375" y="3"/>
                  </a:cubicBezTo>
                  <a:cubicBezTo>
                    <a:pt x="375" y="3"/>
                    <a:pt x="374" y="3"/>
                    <a:pt x="374" y="2"/>
                  </a:cubicBezTo>
                  <a:cubicBezTo>
                    <a:pt x="374" y="2"/>
                    <a:pt x="374" y="2"/>
                    <a:pt x="374" y="2"/>
                  </a:cubicBezTo>
                  <a:cubicBezTo>
                    <a:pt x="373" y="2"/>
                    <a:pt x="373" y="1"/>
                    <a:pt x="374" y="0"/>
                  </a:cubicBezTo>
                  <a:cubicBezTo>
                    <a:pt x="374" y="0"/>
                    <a:pt x="374" y="0"/>
                    <a:pt x="374" y="0"/>
                  </a:cubicBezTo>
                  <a:cubicBezTo>
                    <a:pt x="374" y="0"/>
                    <a:pt x="375" y="0"/>
                    <a:pt x="375" y="0"/>
                  </a:cubicBezTo>
                  <a:cubicBezTo>
                    <a:pt x="375" y="0"/>
                    <a:pt x="375" y="0"/>
                    <a:pt x="375" y="0"/>
                  </a:cubicBezTo>
                  <a:cubicBezTo>
                    <a:pt x="375" y="0"/>
                    <a:pt x="376" y="0"/>
                    <a:pt x="376" y="1"/>
                  </a:cubicBezTo>
                  <a:close/>
                  <a:moveTo>
                    <a:pt x="365" y="8"/>
                  </a:moveTo>
                  <a:cubicBezTo>
                    <a:pt x="365" y="9"/>
                    <a:pt x="365" y="10"/>
                    <a:pt x="364" y="10"/>
                  </a:cubicBezTo>
                  <a:cubicBezTo>
                    <a:pt x="364" y="10"/>
                    <a:pt x="364" y="10"/>
                    <a:pt x="364" y="10"/>
                  </a:cubicBezTo>
                  <a:cubicBezTo>
                    <a:pt x="364" y="10"/>
                    <a:pt x="363" y="10"/>
                    <a:pt x="362" y="10"/>
                  </a:cubicBezTo>
                  <a:cubicBezTo>
                    <a:pt x="362" y="10"/>
                    <a:pt x="362" y="10"/>
                    <a:pt x="362" y="10"/>
                  </a:cubicBezTo>
                  <a:cubicBezTo>
                    <a:pt x="362" y="9"/>
                    <a:pt x="362" y="8"/>
                    <a:pt x="363" y="8"/>
                  </a:cubicBezTo>
                  <a:cubicBezTo>
                    <a:pt x="363" y="8"/>
                    <a:pt x="363" y="8"/>
                    <a:pt x="363" y="8"/>
                  </a:cubicBezTo>
                  <a:cubicBezTo>
                    <a:pt x="363" y="8"/>
                    <a:pt x="363" y="8"/>
                    <a:pt x="363" y="8"/>
                  </a:cubicBezTo>
                  <a:cubicBezTo>
                    <a:pt x="363" y="8"/>
                    <a:pt x="363" y="8"/>
                    <a:pt x="363" y="8"/>
                  </a:cubicBezTo>
                  <a:cubicBezTo>
                    <a:pt x="364" y="8"/>
                    <a:pt x="364" y="8"/>
                    <a:pt x="365" y="8"/>
                  </a:cubicBezTo>
                  <a:close/>
                  <a:moveTo>
                    <a:pt x="353" y="16"/>
                  </a:moveTo>
                  <a:cubicBezTo>
                    <a:pt x="354" y="16"/>
                    <a:pt x="354" y="17"/>
                    <a:pt x="353" y="17"/>
                  </a:cubicBezTo>
                  <a:cubicBezTo>
                    <a:pt x="353" y="17"/>
                    <a:pt x="353" y="17"/>
                    <a:pt x="353" y="17"/>
                  </a:cubicBezTo>
                  <a:cubicBezTo>
                    <a:pt x="352" y="18"/>
                    <a:pt x="351" y="18"/>
                    <a:pt x="351" y="17"/>
                  </a:cubicBezTo>
                  <a:cubicBezTo>
                    <a:pt x="351" y="17"/>
                    <a:pt x="351" y="17"/>
                    <a:pt x="351" y="17"/>
                  </a:cubicBezTo>
                  <a:cubicBezTo>
                    <a:pt x="351" y="16"/>
                    <a:pt x="351" y="16"/>
                    <a:pt x="351" y="15"/>
                  </a:cubicBezTo>
                  <a:cubicBezTo>
                    <a:pt x="351" y="15"/>
                    <a:pt x="351" y="15"/>
                    <a:pt x="351" y="15"/>
                  </a:cubicBezTo>
                  <a:cubicBezTo>
                    <a:pt x="352" y="15"/>
                    <a:pt x="352" y="15"/>
                    <a:pt x="352" y="15"/>
                  </a:cubicBezTo>
                  <a:cubicBezTo>
                    <a:pt x="352" y="15"/>
                    <a:pt x="352" y="15"/>
                    <a:pt x="352" y="15"/>
                  </a:cubicBezTo>
                  <a:cubicBezTo>
                    <a:pt x="353" y="15"/>
                    <a:pt x="353" y="15"/>
                    <a:pt x="353" y="16"/>
                  </a:cubicBezTo>
                  <a:close/>
                  <a:moveTo>
                    <a:pt x="342" y="23"/>
                  </a:moveTo>
                  <a:cubicBezTo>
                    <a:pt x="342" y="24"/>
                    <a:pt x="342" y="24"/>
                    <a:pt x="342" y="25"/>
                  </a:cubicBezTo>
                  <a:cubicBezTo>
                    <a:pt x="342" y="25"/>
                    <a:pt x="342" y="25"/>
                    <a:pt x="342" y="25"/>
                  </a:cubicBezTo>
                  <a:cubicBezTo>
                    <a:pt x="341" y="25"/>
                    <a:pt x="340" y="25"/>
                    <a:pt x="340" y="24"/>
                  </a:cubicBezTo>
                  <a:cubicBezTo>
                    <a:pt x="340" y="24"/>
                    <a:pt x="340" y="24"/>
                    <a:pt x="340" y="24"/>
                  </a:cubicBezTo>
                  <a:cubicBezTo>
                    <a:pt x="339" y="24"/>
                    <a:pt x="340" y="23"/>
                    <a:pt x="340" y="23"/>
                  </a:cubicBezTo>
                  <a:cubicBezTo>
                    <a:pt x="340" y="23"/>
                    <a:pt x="340" y="23"/>
                    <a:pt x="340" y="23"/>
                  </a:cubicBezTo>
                  <a:cubicBezTo>
                    <a:pt x="340" y="22"/>
                    <a:pt x="341" y="22"/>
                    <a:pt x="341" y="22"/>
                  </a:cubicBezTo>
                  <a:cubicBezTo>
                    <a:pt x="341" y="22"/>
                    <a:pt x="341" y="22"/>
                    <a:pt x="341" y="22"/>
                  </a:cubicBezTo>
                  <a:cubicBezTo>
                    <a:pt x="341" y="22"/>
                    <a:pt x="342" y="23"/>
                    <a:pt x="342" y="23"/>
                  </a:cubicBezTo>
                  <a:close/>
                  <a:moveTo>
                    <a:pt x="331" y="30"/>
                  </a:moveTo>
                  <a:cubicBezTo>
                    <a:pt x="331" y="31"/>
                    <a:pt x="331" y="32"/>
                    <a:pt x="330" y="32"/>
                  </a:cubicBezTo>
                  <a:cubicBezTo>
                    <a:pt x="330" y="32"/>
                    <a:pt x="330" y="32"/>
                    <a:pt x="330" y="32"/>
                  </a:cubicBezTo>
                  <a:cubicBezTo>
                    <a:pt x="330" y="33"/>
                    <a:pt x="329" y="32"/>
                    <a:pt x="328" y="32"/>
                  </a:cubicBezTo>
                  <a:cubicBezTo>
                    <a:pt x="328" y="32"/>
                    <a:pt x="328" y="32"/>
                    <a:pt x="328" y="32"/>
                  </a:cubicBezTo>
                  <a:cubicBezTo>
                    <a:pt x="328" y="31"/>
                    <a:pt x="328" y="30"/>
                    <a:pt x="329" y="30"/>
                  </a:cubicBezTo>
                  <a:cubicBezTo>
                    <a:pt x="329" y="30"/>
                    <a:pt x="329" y="30"/>
                    <a:pt x="329" y="30"/>
                  </a:cubicBezTo>
                  <a:cubicBezTo>
                    <a:pt x="329" y="30"/>
                    <a:pt x="329" y="30"/>
                    <a:pt x="330" y="30"/>
                  </a:cubicBezTo>
                  <a:cubicBezTo>
                    <a:pt x="330" y="30"/>
                    <a:pt x="330" y="30"/>
                    <a:pt x="330" y="30"/>
                  </a:cubicBezTo>
                  <a:cubicBezTo>
                    <a:pt x="330" y="30"/>
                    <a:pt x="330" y="30"/>
                    <a:pt x="331" y="30"/>
                  </a:cubicBezTo>
                  <a:close/>
                  <a:moveTo>
                    <a:pt x="319" y="38"/>
                  </a:moveTo>
                  <a:cubicBezTo>
                    <a:pt x="320" y="38"/>
                    <a:pt x="320" y="39"/>
                    <a:pt x="319" y="40"/>
                  </a:cubicBezTo>
                  <a:cubicBezTo>
                    <a:pt x="319" y="40"/>
                    <a:pt x="319" y="40"/>
                    <a:pt x="319" y="40"/>
                  </a:cubicBezTo>
                  <a:cubicBezTo>
                    <a:pt x="318" y="40"/>
                    <a:pt x="318" y="40"/>
                    <a:pt x="317" y="39"/>
                  </a:cubicBezTo>
                  <a:cubicBezTo>
                    <a:pt x="317" y="39"/>
                    <a:pt x="317" y="39"/>
                    <a:pt x="317" y="39"/>
                  </a:cubicBezTo>
                  <a:cubicBezTo>
                    <a:pt x="317" y="39"/>
                    <a:pt x="317" y="38"/>
                    <a:pt x="318" y="37"/>
                  </a:cubicBezTo>
                  <a:cubicBezTo>
                    <a:pt x="318" y="37"/>
                    <a:pt x="318" y="37"/>
                    <a:pt x="318" y="37"/>
                  </a:cubicBezTo>
                  <a:cubicBezTo>
                    <a:pt x="318" y="37"/>
                    <a:pt x="318" y="37"/>
                    <a:pt x="318" y="37"/>
                  </a:cubicBezTo>
                  <a:cubicBezTo>
                    <a:pt x="318" y="37"/>
                    <a:pt x="318" y="37"/>
                    <a:pt x="318" y="37"/>
                  </a:cubicBezTo>
                  <a:cubicBezTo>
                    <a:pt x="319" y="37"/>
                    <a:pt x="319" y="37"/>
                    <a:pt x="319" y="38"/>
                  </a:cubicBezTo>
                  <a:close/>
                  <a:moveTo>
                    <a:pt x="308" y="45"/>
                  </a:moveTo>
                  <a:cubicBezTo>
                    <a:pt x="308" y="46"/>
                    <a:pt x="308" y="46"/>
                    <a:pt x="308" y="47"/>
                  </a:cubicBezTo>
                  <a:cubicBezTo>
                    <a:pt x="308" y="47"/>
                    <a:pt x="308" y="47"/>
                    <a:pt x="308" y="47"/>
                  </a:cubicBezTo>
                  <a:cubicBezTo>
                    <a:pt x="307" y="47"/>
                    <a:pt x="306" y="47"/>
                    <a:pt x="306" y="47"/>
                  </a:cubicBezTo>
                  <a:cubicBezTo>
                    <a:pt x="306" y="47"/>
                    <a:pt x="306" y="47"/>
                    <a:pt x="306" y="47"/>
                  </a:cubicBezTo>
                  <a:cubicBezTo>
                    <a:pt x="305" y="46"/>
                    <a:pt x="306" y="45"/>
                    <a:pt x="306" y="45"/>
                  </a:cubicBezTo>
                  <a:cubicBezTo>
                    <a:pt x="306" y="45"/>
                    <a:pt x="306" y="45"/>
                    <a:pt x="306" y="45"/>
                  </a:cubicBezTo>
                  <a:cubicBezTo>
                    <a:pt x="306" y="45"/>
                    <a:pt x="307" y="44"/>
                    <a:pt x="307" y="44"/>
                  </a:cubicBezTo>
                  <a:cubicBezTo>
                    <a:pt x="307" y="44"/>
                    <a:pt x="307" y="44"/>
                    <a:pt x="307" y="44"/>
                  </a:cubicBezTo>
                  <a:cubicBezTo>
                    <a:pt x="307" y="44"/>
                    <a:pt x="308" y="45"/>
                    <a:pt x="308" y="45"/>
                  </a:cubicBezTo>
                  <a:close/>
                  <a:moveTo>
                    <a:pt x="297" y="52"/>
                  </a:moveTo>
                  <a:cubicBezTo>
                    <a:pt x="297" y="53"/>
                    <a:pt x="297" y="54"/>
                    <a:pt x="296" y="54"/>
                  </a:cubicBezTo>
                  <a:cubicBezTo>
                    <a:pt x="296" y="54"/>
                    <a:pt x="296" y="54"/>
                    <a:pt x="296" y="54"/>
                  </a:cubicBezTo>
                  <a:cubicBezTo>
                    <a:pt x="296" y="55"/>
                    <a:pt x="295" y="54"/>
                    <a:pt x="294" y="54"/>
                  </a:cubicBezTo>
                  <a:cubicBezTo>
                    <a:pt x="294" y="54"/>
                    <a:pt x="294" y="54"/>
                    <a:pt x="294" y="54"/>
                  </a:cubicBezTo>
                  <a:cubicBezTo>
                    <a:pt x="294" y="53"/>
                    <a:pt x="294" y="52"/>
                    <a:pt x="295" y="52"/>
                  </a:cubicBezTo>
                  <a:cubicBezTo>
                    <a:pt x="295" y="52"/>
                    <a:pt x="295" y="52"/>
                    <a:pt x="295" y="52"/>
                  </a:cubicBezTo>
                  <a:cubicBezTo>
                    <a:pt x="295" y="52"/>
                    <a:pt x="295" y="52"/>
                    <a:pt x="296" y="52"/>
                  </a:cubicBezTo>
                  <a:cubicBezTo>
                    <a:pt x="296" y="52"/>
                    <a:pt x="296" y="52"/>
                    <a:pt x="296" y="52"/>
                  </a:cubicBezTo>
                  <a:cubicBezTo>
                    <a:pt x="296" y="52"/>
                    <a:pt x="296" y="52"/>
                    <a:pt x="297" y="52"/>
                  </a:cubicBezTo>
                  <a:close/>
                  <a:moveTo>
                    <a:pt x="285" y="60"/>
                  </a:moveTo>
                  <a:cubicBezTo>
                    <a:pt x="286" y="60"/>
                    <a:pt x="286" y="61"/>
                    <a:pt x="285" y="62"/>
                  </a:cubicBezTo>
                  <a:cubicBezTo>
                    <a:pt x="285" y="62"/>
                    <a:pt x="285" y="62"/>
                    <a:pt x="285" y="62"/>
                  </a:cubicBezTo>
                  <a:cubicBezTo>
                    <a:pt x="284" y="62"/>
                    <a:pt x="284" y="62"/>
                    <a:pt x="283" y="61"/>
                  </a:cubicBezTo>
                  <a:cubicBezTo>
                    <a:pt x="283" y="61"/>
                    <a:pt x="283" y="61"/>
                    <a:pt x="283" y="61"/>
                  </a:cubicBezTo>
                  <a:cubicBezTo>
                    <a:pt x="283" y="61"/>
                    <a:pt x="283" y="60"/>
                    <a:pt x="284" y="59"/>
                  </a:cubicBezTo>
                  <a:cubicBezTo>
                    <a:pt x="284" y="59"/>
                    <a:pt x="284" y="59"/>
                    <a:pt x="284" y="59"/>
                  </a:cubicBezTo>
                  <a:cubicBezTo>
                    <a:pt x="284" y="59"/>
                    <a:pt x="284" y="59"/>
                    <a:pt x="284" y="59"/>
                  </a:cubicBezTo>
                  <a:cubicBezTo>
                    <a:pt x="284" y="59"/>
                    <a:pt x="284" y="59"/>
                    <a:pt x="284" y="59"/>
                  </a:cubicBezTo>
                  <a:cubicBezTo>
                    <a:pt x="285" y="59"/>
                    <a:pt x="285" y="59"/>
                    <a:pt x="285" y="60"/>
                  </a:cubicBezTo>
                  <a:close/>
                  <a:moveTo>
                    <a:pt x="274" y="67"/>
                  </a:moveTo>
                  <a:cubicBezTo>
                    <a:pt x="275" y="68"/>
                    <a:pt x="274" y="69"/>
                    <a:pt x="274" y="69"/>
                  </a:cubicBezTo>
                  <a:cubicBezTo>
                    <a:pt x="274" y="69"/>
                    <a:pt x="274" y="69"/>
                    <a:pt x="274" y="69"/>
                  </a:cubicBezTo>
                  <a:cubicBezTo>
                    <a:pt x="273" y="69"/>
                    <a:pt x="272" y="69"/>
                    <a:pt x="272" y="69"/>
                  </a:cubicBezTo>
                  <a:cubicBezTo>
                    <a:pt x="272" y="69"/>
                    <a:pt x="272" y="69"/>
                    <a:pt x="272" y="69"/>
                  </a:cubicBezTo>
                  <a:cubicBezTo>
                    <a:pt x="271" y="68"/>
                    <a:pt x="272" y="67"/>
                    <a:pt x="272" y="67"/>
                  </a:cubicBezTo>
                  <a:cubicBezTo>
                    <a:pt x="272" y="67"/>
                    <a:pt x="272" y="67"/>
                    <a:pt x="272" y="67"/>
                  </a:cubicBezTo>
                  <a:cubicBezTo>
                    <a:pt x="272" y="67"/>
                    <a:pt x="273" y="67"/>
                    <a:pt x="273" y="67"/>
                  </a:cubicBezTo>
                  <a:cubicBezTo>
                    <a:pt x="273" y="67"/>
                    <a:pt x="273" y="67"/>
                    <a:pt x="273" y="67"/>
                  </a:cubicBezTo>
                  <a:cubicBezTo>
                    <a:pt x="273" y="67"/>
                    <a:pt x="274" y="67"/>
                    <a:pt x="274" y="67"/>
                  </a:cubicBezTo>
                  <a:close/>
                  <a:moveTo>
                    <a:pt x="263" y="75"/>
                  </a:moveTo>
                  <a:cubicBezTo>
                    <a:pt x="263" y="75"/>
                    <a:pt x="263" y="76"/>
                    <a:pt x="262" y="76"/>
                  </a:cubicBezTo>
                  <a:cubicBezTo>
                    <a:pt x="262" y="76"/>
                    <a:pt x="262" y="76"/>
                    <a:pt x="262" y="76"/>
                  </a:cubicBezTo>
                  <a:cubicBezTo>
                    <a:pt x="262" y="77"/>
                    <a:pt x="261" y="77"/>
                    <a:pt x="261" y="76"/>
                  </a:cubicBezTo>
                  <a:cubicBezTo>
                    <a:pt x="261" y="76"/>
                    <a:pt x="261" y="76"/>
                    <a:pt x="261" y="76"/>
                  </a:cubicBezTo>
                  <a:cubicBezTo>
                    <a:pt x="260" y="75"/>
                    <a:pt x="260" y="75"/>
                    <a:pt x="261" y="74"/>
                  </a:cubicBezTo>
                  <a:cubicBezTo>
                    <a:pt x="261" y="74"/>
                    <a:pt x="261" y="74"/>
                    <a:pt x="261" y="74"/>
                  </a:cubicBezTo>
                  <a:cubicBezTo>
                    <a:pt x="261" y="74"/>
                    <a:pt x="261" y="74"/>
                    <a:pt x="262" y="74"/>
                  </a:cubicBezTo>
                  <a:cubicBezTo>
                    <a:pt x="262" y="74"/>
                    <a:pt x="262" y="74"/>
                    <a:pt x="262" y="74"/>
                  </a:cubicBezTo>
                  <a:cubicBezTo>
                    <a:pt x="262" y="74"/>
                    <a:pt x="263" y="74"/>
                    <a:pt x="263" y="75"/>
                  </a:cubicBezTo>
                  <a:close/>
                  <a:moveTo>
                    <a:pt x="251" y="82"/>
                  </a:moveTo>
                  <a:cubicBezTo>
                    <a:pt x="252" y="83"/>
                    <a:pt x="252" y="83"/>
                    <a:pt x="251" y="84"/>
                  </a:cubicBezTo>
                  <a:cubicBezTo>
                    <a:pt x="251" y="84"/>
                    <a:pt x="251" y="84"/>
                    <a:pt x="251" y="84"/>
                  </a:cubicBezTo>
                  <a:cubicBezTo>
                    <a:pt x="250" y="84"/>
                    <a:pt x="250" y="84"/>
                    <a:pt x="249" y="83"/>
                  </a:cubicBezTo>
                  <a:cubicBezTo>
                    <a:pt x="249" y="83"/>
                    <a:pt x="249" y="83"/>
                    <a:pt x="249" y="83"/>
                  </a:cubicBezTo>
                  <a:cubicBezTo>
                    <a:pt x="249" y="83"/>
                    <a:pt x="249" y="82"/>
                    <a:pt x="250" y="81"/>
                  </a:cubicBezTo>
                  <a:cubicBezTo>
                    <a:pt x="250" y="81"/>
                    <a:pt x="250" y="81"/>
                    <a:pt x="250" y="81"/>
                  </a:cubicBezTo>
                  <a:cubicBezTo>
                    <a:pt x="250" y="81"/>
                    <a:pt x="250" y="81"/>
                    <a:pt x="250" y="81"/>
                  </a:cubicBezTo>
                  <a:cubicBezTo>
                    <a:pt x="250" y="81"/>
                    <a:pt x="250" y="81"/>
                    <a:pt x="250" y="81"/>
                  </a:cubicBezTo>
                  <a:cubicBezTo>
                    <a:pt x="251" y="81"/>
                    <a:pt x="251" y="81"/>
                    <a:pt x="251" y="82"/>
                  </a:cubicBezTo>
                  <a:close/>
                  <a:moveTo>
                    <a:pt x="240" y="89"/>
                  </a:moveTo>
                  <a:cubicBezTo>
                    <a:pt x="241" y="90"/>
                    <a:pt x="240" y="91"/>
                    <a:pt x="240" y="91"/>
                  </a:cubicBezTo>
                  <a:cubicBezTo>
                    <a:pt x="240" y="91"/>
                    <a:pt x="240" y="91"/>
                    <a:pt x="240" y="91"/>
                  </a:cubicBezTo>
                  <a:cubicBezTo>
                    <a:pt x="239" y="92"/>
                    <a:pt x="238" y="91"/>
                    <a:pt x="238" y="91"/>
                  </a:cubicBezTo>
                  <a:cubicBezTo>
                    <a:pt x="238" y="91"/>
                    <a:pt x="238" y="91"/>
                    <a:pt x="238" y="91"/>
                  </a:cubicBezTo>
                  <a:cubicBezTo>
                    <a:pt x="238" y="90"/>
                    <a:pt x="238" y="89"/>
                    <a:pt x="238" y="89"/>
                  </a:cubicBezTo>
                  <a:cubicBezTo>
                    <a:pt x="238" y="89"/>
                    <a:pt x="238" y="89"/>
                    <a:pt x="238" y="89"/>
                  </a:cubicBezTo>
                  <a:cubicBezTo>
                    <a:pt x="239" y="89"/>
                    <a:pt x="239" y="89"/>
                    <a:pt x="239" y="89"/>
                  </a:cubicBezTo>
                  <a:cubicBezTo>
                    <a:pt x="239" y="89"/>
                    <a:pt x="239" y="89"/>
                    <a:pt x="239" y="89"/>
                  </a:cubicBezTo>
                  <a:cubicBezTo>
                    <a:pt x="239" y="89"/>
                    <a:pt x="240" y="89"/>
                    <a:pt x="240" y="89"/>
                  </a:cubicBezTo>
                  <a:close/>
                  <a:moveTo>
                    <a:pt x="229" y="97"/>
                  </a:moveTo>
                  <a:cubicBezTo>
                    <a:pt x="229" y="97"/>
                    <a:pt x="229" y="98"/>
                    <a:pt x="228" y="98"/>
                  </a:cubicBezTo>
                  <a:cubicBezTo>
                    <a:pt x="228" y="98"/>
                    <a:pt x="228" y="98"/>
                    <a:pt x="228" y="98"/>
                  </a:cubicBezTo>
                  <a:cubicBezTo>
                    <a:pt x="228" y="99"/>
                    <a:pt x="227" y="99"/>
                    <a:pt x="227" y="98"/>
                  </a:cubicBezTo>
                  <a:cubicBezTo>
                    <a:pt x="227" y="98"/>
                    <a:pt x="227" y="98"/>
                    <a:pt x="227" y="98"/>
                  </a:cubicBezTo>
                  <a:cubicBezTo>
                    <a:pt x="226" y="97"/>
                    <a:pt x="226" y="97"/>
                    <a:pt x="227" y="96"/>
                  </a:cubicBezTo>
                  <a:cubicBezTo>
                    <a:pt x="227" y="96"/>
                    <a:pt x="227" y="96"/>
                    <a:pt x="227" y="96"/>
                  </a:cubicBezTo>
                  <a:cubicBezTo>
                    <a:pt x="227" y="96"/>
                    <a:pt x="228" y="96"/>
                    <a:pt x="228" y="96"/>
                  </a:cubicBezTo>
                  <a:cubicBezTo>
                    <a:pt x="228" y="96"/>
                    <a:pt x="228" y="96"/>
                    <a:pt x="228" y="96"/>
                  </a:cubicBezTo>
                  <a:cubicBezTo>
                    <a:pt x="228" y="96"/>
                    <a:pt x="229" y="96"/>
                    <a:pt x="229" y="97"/>
                  </a:cubicBezTo>
                  <a:close/>
                  <a:moveTo>
                    <a:pt x="218" y="104"/>
                  </a:moveTo>
                  <a:cubicBezTo>
                    <a:pt x="218" y="105"/>
                    <a:pt x="218" y="105"/>
                    <a:pt x="217" y="106"/>
                  </a:cubicBezTo>
                  <a:cubicBezTo>
                    <a:pt x="217" y="106"/>
                    <a:pt x="217" y="106"/>
                    <a:pt x="217" y="106"/>
                  </a:cubicBezTo>
                  <a:cubicBezTo>
                    <a:pt x="217" y="106"/>
                    <a:pt x="216" y="106"/>
                    <a:pt x="215" y="105"/>
                  </a:cubicBezTo>
                  <a:cubicBezTo>
                    <a:pt x="215" y="105"/>
                    <a:pt x="215" y="105"/>
                    <a:pt x="215" y="105"/>
                  </a:cubicBezTo>
                  <a:cubicBezTo>
                    <a:pt x="215" y="105"/>
                    <a:pt x="215" y="104"/>
                    <a:pt x="216" y="104"/>
                  </a:cubicBezTo>
                  <a:cubicBezTo>
                    <a:pt x="216" y="104"/>
                    <a:pt x="216" y="104"/>
                    <a:pt x="216" y="104"/>
                  </a:cubicBezTo>
                  <a:cubicBezTo>
                    <a:pt x="216" y="103"/>
                    <a:pt x="216" y="103"/>
                    <a:pt x="216" y="103"/>
                  </a:cubicBezTo>
                  <a:cubicBezTo>
                    <a:pt x="216" y="103"/>
                    <a:pt x="216" y="103"/>
                    <a:pt x="216" y="103"/>
                  </a:cubicBezTo>
                  <a:cubicBezTo>
                    <a:pt x="217" y="103"/>
                    <a:pt x="217" y="104"/>
                    <a:pt x="218" y="104"/>
                  </a:cubicBezTo>
                  <a:close/>
                  <a:moveTo>
                    <a:pt x="206" y="111"/>
                  </a:moveTo>
                  <a:cubicBezTo>
                    <a:pt x="207" y="112"/>
                    <a:pt x="206" y="113"/>
                    <a:pt x="206" y="113"/>
                  </a:cubicBezTo>
                  <a:cubicBezTo>
                    <a:pt x="206" y="113"/>
                    <a:pt x="206" y="113"/>
                    <a:pt x="206" y="113"/>
                  </a:cubicBezTo>
                  <a:cubicBezTo>
                    <a:pt x="205" y="114"/>
                    <a:pt x="204" y="113"/>
                    <a:pt x="204" y="113"/>
                  </a:cubicBezTo>
                  <a:cubicBezTo>
                    <a:pt x="204" y="113"/>
                    <a:pt x="204" y="113"/>
                    <a:pt x="204" y="113"/>
                  </a:cubicBezTo>
                  <a:cubicBezTo>
                    <a:pt x="204" y="112"/>
                    <a:pt x="204" y="111"/>
                    <a:pt x="204" y="111"/>
                  </a:cubicBezTo>
                  <a:cubicBezTo>
                    <a:pt x="204" y="111"/>
                    <a:pt x="204" y="111"/>
                    <a:pt x="204" y="111"/>
                  </a:cubicBezTo>
                  <a:cubicBezTo>
                    <a:pt x="205" y="111"/>
                    <a:pt x="205" y="111"/>
                    <a:pt x="205" y="111"/>
                  </a:cubicBezTo>
                  <a:cubicBezTo>
                    <a:pt x="205" y="111"/>
                    <a:pt x="205" y="111"/>
                    <a:pt x="205" y="111"/>
                  </a:cubicBezTo>
                  <a:cubicBezTo>
                    <a:pt x="206" y="111"/>
                    <a:pt x="206" y="111"/>
                    <a:pt x="206" y="111"/>
                  </a:cubicBezTo>
                  <a:close/>
                  <a:moveTo>
                    <a:pt x="195" y="119"/>
                  </a:moveTo>
                  <a:cubicBezTo>
                    <a:pt x="195" y="119"/>
                    <a:pt x="195" y="120"/>
                    <a:pt x="195" y="121"/>
                  </a:cubicBezTo>
                  <a:cubicBezTo>
                    <a:pt x="195" y="121"/>
                    <a:pt x="195" y="121"/>
                    <a:pt x="195" y="121"/>
                  </a:cubicBezTo>
                  <a:cubicBezTo>
                    <a:pt x="194" y="121"/>
                    <a:pt x="193" y="121"/>
                    <a:pt x="193" y="120"/>
                  </a:cubicBezTo>
                  <a:cubicBezTo>
                    <a:pt x="193" y="120"/>
                    <a:pt x="193" y="120"/>
                    <a:pt x="193" y="120"/>
                  </a:cubicBezTo>
                  <a:cubicBezTo>
                    <a:pt x="192" y="120"/>
                    <a:pt x="192" y="119"/>
                    <a:pt x="193" y="118"/>
                  </a:cubicBezTo>
                  <a:cubicBezTo>
                    <a:pt x="193" y="118"/>
                    <a:pt x="193" y="118"/>
                    <a:pt x="193" y="118"/>
                  </a:cubicBezTo>
                  <a:cubicBezTo>
                    <a:pt x="193" y="118"/>
                    <a:pt x="194" y="118"/>
                    <a:pt x="194" y="118"/>
                  </a:cubicBezTo>
                  <a:cubicBezTo>
                    <a:pt x="194" y="118"/>
                    <a:pt x="194" y="118"/>
                    <a:pt x="194" y="118"/>
                  </a:cubicBezTo>
                  <a:cubicBezTo>
                    <a:pt x="194" y="118"/>
                    <a:pt x="195" y="118"/>
                    <a:pt x="195" y="119"/>
                  </a:cubicBezTo>
                  <a:close/>
                  <a:moveTo>
                    <a:pt x="184" y="126"/>
                  </a:moveTo>
                  <a:cubicBezTo>
                    <a:pt x="184" y="127"/>
                    <a:pt x="184" y="128"/>
                    <a:pt x="183" y="128"/>
                  </a:cubicBezTo>
                  <a:cubicBezTo>
                    <a:pt x="183" y="128"/>
                    <a:pt x="183" y="128"/>
                    <a:pt x="183" y="128"/>
                  </a:cubicBezTo>
                  <a:cubicBezTo>
                    <a:pt x="183" y="128"/>
                    <a:pt x="182" y="128"/>
                    <a:pt x="181" y="128"/>
                  </a:cubicBezTo>
                  <a:cubicBezTo>
                    <a:pt x="181" y="128"/>
                    <a:pt x="181" y="128"/>
                    <a:pt x="181" y="128"/>
                  </a:cubicBezTo>
                  <a:cubicBezTo>
                    <a:pt x="181" y="127"/>
                    <a:pt x="181" y="126"/>
                    <a:pt x="182" y="126"/>
                  </a:cubicBezTo>
                  <a:cubicBezTo>
                    <a:pt x="182" y="126"/>
                    <a:pt x="182" y="126"/>
                    <a:pt x="182" y="126"/>
                  </a:cubicBezTo>
                  <a:cubicBezTo>
                    <a:pt x="182" y="126"/>
                    <a:pt x="182" y="125"/>
                    <a:pt x="183" y="125"/>
                  </a:cubicBezTo>
                  <a:cubicBezTo>
                    <a:pt x="183" y="125"/>
                    <a:pt x="183" y="125"/>
                    <a:pt x="183" y="125"/>
                  </a:cubicBezTo>
                  <a:cubicBezTo>
                    <a:pt x="183" y="125"/>
                    <a:pt x="183" y="126"/>
                    <a:pt x="184" y="126"/>
                  </a:cubicBezTo>
                  <a:close/>
                  <a:moveTo>
                    <a:pt x="172" y="133"/>
                  </a:moveTo>
                  <a:cubicBezTo>
                    <a:pt x="173" y="134"/>
                    <a:pt x="173" y="135"/>
                    <a:pt x="172" y="135"/>
                  </a:cubicBezTo>
                  <a:cubicBezTo>
                    <a:pt x="172" y="135"/>
                    <a:pt x="172" y="135"/>
                    <a:pt x="172" y="135"/>
                  </a:cubicBezTo>
                  <a:cubicBezTo>
                    <a:pt x="171" y="136"/>
                    <a:pt x="171" y="136"/>
                    <a:pt x="170" y="135"/>
                  </a:cubicBezTo>
                  <a:cubicBezTo>
                    <a:pt x="170" y="135"/>
                    <a:pt x="170" y="135"/>
                    <a:pt x="170" y="135"/>
                  </a:cubicBezTo>
                  <a:cubicBezTo>
                    <a:pt x="170" y="134"/>
                    <a:pt x="170" y="133"/>
                    <a:pt x="170" y="133"/>
                  </a:cubicBezTo>
                  <a:cubicBezTo>
                    <a:pt x="170" y="133"/>
                    <a:pt x="170" y="133"/>
                    <a:pt x="170" y="133"/>
                  </a:cubicBezTo>
                  <a:cubicBezTo>
                    <a:pt x="171" y="133"/>
                    <a:pt x="171" y="133"/>
                    <a:pt x="171" y="133"/>
                  </a:cubicBezTo>
                  <a:cubicBezTo>
                    <a:pt x="171" y="133"/>
                    <a:pt x="171" y="133"/>
                    <a:pt x="171" y="133"/>
                  </a:cubicBezTo>
                  <a:cubicBezTo>
                    <a:pt x="172" y="133"/>
                    <a:pt x="172" y="133"/>
                    <a:pt x="172" y="133"/>
                  </a:cubicBezTo>
                  <a:close/>
                  <a:moveTo>
                    <a:pt x="161" y="141"/>
                  </a:moveTo>
                  <a:cubicBezTo>
                    <a:pt x="161" y="141"/>
                    <a:pt x="161" y="142"/>
                    <a:pt x="161" y="143"/>
                  </a:cubicBezTo>
                  <a:cubicBezTo>
                    <a:pt x="161" y="143"/>
                    <a:pt x="161" y="143"/>
                    <a:pt x="161" y="143"/>
                  </a:cubicBezTo>
                  <a:cubicBezTo>
                    <a:pt x="160" y="143"/>
                    <a:pt x="159" y="143"/>
                    <a:pt x="159" y="142"/>
                  </a:cubicBezTo>
                  <a:cubicBezTo>
                    <a:pt x="159" y="142"/>
                    <a:pt x="159" y="142"/>
                    <a:pt x="159" y="142"/>
                  </a:cubicBezTo>
                  <a:cubicBezTo>
                    <a:pt x="158" y="142"/>
                    <a:pt x="159" y="141"/>
                    <a:pt x="159" y="140"/>
                  </a:cubicBezTo>
                  <a:cubicBezTo>
                    <a:pt x="159" y="140"/>
                    <a:pt x="159" y="140"/>
                    <a:pt x="159" y="140"/>
                  </a:cubicBezTo>
                  <a:cubicBezTo>
                    <a:pt x="159" y="140"/>
                    <a:pt x="160" y="140"/>
                    <a:pt x="160" y="140"/>
                  </a:cubicBezTo>
                  <a:cubicBezTo>
                    <a:pt x="160" y="140"/>
                    <a:pt x="160" y="140"/>
                    <a:pt x="160" y="140"/>
                  </a:cubicBezTo>
                  <a:cubicBezTo>
                    <a:pt x="160" y="140"/>
                    <a:pt x="161" y="140"/>
                    <a:pt x="161" y="141"/>
                  </a:cubicBezTo>
                  <a:close/>
                  <a:moveTo>
                    <a:pt x="150" y="148"/>
                  </a:moveTo>
                  <a:cubicBezTo>
                    <a:pt x="150" y="149"/>
                    <a:pt x="150" y="150"/>
                    <a:pt x="149" y="150"/>
                  </a:cubicBezTo>
                  <a:cubicBezTo>
                    <a:pt x="149" y="150"/>
                    <a:pt x="149" y="150"/>
                    <a:pt x="149" y="150"/>
                  </a:cubicBezTo>
                  <a:cubicBezTo>
                    <a:pt x="149" y="150"/>
                    <a:pt x="148" y="150"/>
                    <a:pt x="147" y="150"/>
                  </a:cubicBezTo>
                  <a:cubicBezTo>
                    <a:pt x="147" y="150"/>
                    <a:pt x="147" y="150"/>
                    <a:pt x="147" y="150"/>
                  </a:cubicBezTo>
                  <a:cubicBezTo>
                    <a:pt x="147" y="149"/>
                    <a:pt x="147" y="148"/>
                    <a:pt x="148" y="148"/>
                  </a:cubicBezTo>
                  <a:cubicBezTo>
                    <a:pt x="148" y="148"/>
                    <a:pt x="148" y="148"/>
                    <a:pt x="148" y="148"/>
                  </a:cubicBezTo>
                  <a:cubicBezTo>
                    <a:pt x="148" y="148"/>
                    <a:pt x="148" y="148"/>
                    <a:pt x="149" y="148"/>
                  </a:cubicBezTo>
                  <a:cubicBezTo>
                    <a:pt x="149" y="148"/>
                    <a:pt x="149" y="148"/>
                    <a:pt x="149" y="148"/>
                  </a:cubicBezTo>
                  <a:cubicBezTo>
                    <a:pt x="149" y="148"/>
                    <a:pt x="149" y="148"/>
                    <a:pt x="150" y="148"/>
                  </a:cubicBezTo>
                  <a:close/>
                  <a:moveTo>
                    <a:pt x="138" y="156"/>
                  </a:moveTo>
                  <a:cubicBezTo>
                    <a:pt x="139" y="156"/>
                    <a:pt x="139" y="157"/>
                    <a:pt x="138" y="157"/>
                  </a:cubicBezTo>
                  <a:cubicBezTo>
                    <a:pt x="138" y="157"/>
                    <a:pt x="138" y="157"/>
                    <a:pt x="138" y="157"/>
                  </a:cubicBezTo>
                  <a:cubicBezTo>
                    <a:pt x="137" y="158"/>
                    <a:pt x="137" y="158"/>
                    <a:pt x="136" y="157"/>
                  </a:cubicBezTo>
                  <a:cubicBezTo>
                    <a:pt x="136" y="157"/>
                    <a:pt x="136" y="157"/>
                    <a:pt x="136" y="157"/>
                  </a:cubicBezTo>
                  <a:cubicBezTo>
                    <a:pt x="136" y="156"/>
                    <a:pt x="136" y="156"/>
                    <a:pt x="137" y="155"/>
                  </a:cubicBezTo>
                  <a:cubicBezTo>
                    <a:pt x="137" y="155"/>
                    <a:pt x="137" y="155"/>
                    <a:pt x="137" y="155"/>
                  </a:cubicBezTo>
                  <a:cubicBezTo>
                    <a:pt x="137" y="155"/>
                    <a:pt x="137" y="155"/>
                    <a:pt x="137" y="155"/>
                  </a:cubicBezTo>
                  <a:cubicBezTo>
                    <a:pt x="137" y="155"/>
                    <a:pt x="137" y="155"/>
                    <a:pt x="137" y="155"/>
                  </a:cubicBezTo>
                  <a:cubicBezTo>
                    <a:pt x="138" y="155"/>
                    <a:pt x="138" y="155"/>
                    <a:pt x="138" y="156"/>
                  </a:cubicBezTo>
                  <a:close/>
                  <a:moveTo>
                    <a:pt x="127" y="163"/>
                  </a:moveTo>
                  <a:cubicBezTo>
                    <a:pt x="127" y="164"/>
                    <a:pt x="127" y="164"/>
                    <a:pt x="127" y="165"/>
                  </a:cubicBezTo>
                  <a:cubicBezTo>
                    <a:pt x="127" y="165"/>
                    <a:pt x="127" y="165"/>
                    <a:pt x="127" y="165"/>
                  </a:cubicBezTo>
                  <a:cubicBezTo>
                    <a:pt x="126" y="165"/>
                    <a:pt x="125" y="165"/>
                    <a:pt x="125" y="164"/>
                  </a:cubicBezTo>
                  <a:cubicBezTo>
                    <a:pt x="125" y="164"/>
                    <a:pt x="125" y="164"/>
                    <a:pt x="125" y="164"/>
                  </a:cubicBezTo>
                  <a:cubicBezTo>
                    <a:pt x="124" y="164"/>
                    <a:pt x="125" y="163"/>
                    <a:pt x="125" y="163"/>
                  </a:cubicBezTo>
                  <a:cubicBezTo>
                    <a:pt x="125" y="163"/>
                    <a:pt x="125" y="163"/>
                    <a:pt x="125" y="163"/>
                  </a:cubicBezTo>
                  <a:cubicBezTo>
                    <a:pt x="125" y="162"/>
                    <a:pt x="126" y="162"/>
                    <a:pt x="126" y="162"/>
                  </a:cubicBezTo>
                  <a:cubicBezTo>
                    <a:pt x="126" y="162"/>
                    <a:pt x="126" y="162"/>
                    <a:pt x="126" y="162"/>
                  </a:cubicBezTo>
                  <a:cubicBezTo>
                    <a:pt x="126" y="162"/>
                    <a:pt x="127" y="163"/>
                    <a:pt x="127" y="163"/>
                  </a:cubicBezTo>
                  <a:close/>
                  <a:moveTo>
                    <a:pt x="116" y="170"/>
                  </a:moveTo>
                  <a:cubicBezTo>
                    <a:pt x="116" y="171"/>
                    <a:pt x="116" y="172"/>
                    <a:pt x="115" y="172"/>
                  </a:cubicBezTo>
                  <a:cubicBezTo>
                    <a:pt x="115" y="172"/>
                    <a:pt x="115" y="172"/>
                    <a:pt x="115" y="172"/>
                  </a:cubicBezTo>
                  <a:cubicBezTo>
                    <a:pt x="115" y="173"/>
                    <a:pt x="114" y="172"/>
                    <a:pt x="114" y="172"/>
                  </a:cubicBezTo>
                  <a:cubicBezTo>
                    <a:pt x="114" y="172"/>
                    <a:pt x="114" y="172"/>
                    <a:pt x="114" y="172"/>
                  </a:cubicBezTo>
                  <a:cubicBezTo>
                    <a:pt x="113" y="171"/>
                    <a:pt x="113" y="170"/>
                    <a:pt x="114" y="170"/>
                  </a:cubicBezTo>
                  <a:cubicBezTo>
                    <a:pt x="114" y="170"/>
                    <a:pt x="114" y="170"/>
                    <a:pt x="114" y="170"/>
                  </a:cubicBezTo>
                  <a:cubicBezTo>
                    <a:pt x="114" y="170"/>
                    <a:pt x="114" y="170"/>
                    <a:pt x="115" y="170"/>
                  </a:cubicBezTo>
                  <a:cubicBezTo>
                    <a:pt x="115" y="170"/>
                    <a:pt x="115" y="170"/>
                    <a:pt x="115" y="170"/>
                  </a:cubicBezTo>
                  <a:cubicBezTo>
                    <a:pt x="115" y="170"/>
                    <a:pt x="116" y="170"/>
                    <a:pt x="116" y="170"/>
                  </a:cubicBezTo>
                  <a:close/>
                  <a:moveTo>
                    <a:pt x="104" y="178"/>
                  </a:moveTo>
                  <a:cubicBezTo>
                    <a:pt x="105" y="178"/>
                    <a:pt x="105" y="179"/>
                    <a:pt x="104" y="179"/>
                  </a:cubicBezTo>
                  <a:cubicBezTo>
                    <a:pt x="104" y="179"/>
                    <a:pt x="104" y="179"/>
                    <a:pt x="104" y="179"/>
                  </a:cubicBezTo>
                  <a:cubicBezTo>
                    <a:pt x="103" y="180"/>
                    <a:pt x="103" y="180"/>
                    <a:pt x="102" y="179"/>
                  </a:cubicBezTo>
                  <a:cubicBezTo>
                    <a:pt x="102" y="179"/>
                    <a:pt x="102" y="179"/>
                    <a:pt x="102" y="179"/>
                  </a:cubicBezTo>
                  <a:cubicBezTo>
                    <a:pt x="102" y="178"/>
                    <a:pt x="102" y="178"/>
                    <a:pt x="103" y="177"/>
                  </a:cubicBezTo>
                  <a:cubicBezTo>
                    <a:pt x="103" y="177"/>
                    <a:pt x="103" y="177"/>
                    <a:pt x="103" y="177"/>
                  </a:cubicBezTo>
                  <a:cubicBezTo>
                    <a:pt x="103" y="177"/>
                    <a:pt x="103" y="177"/>
                    <a:pt x="103" y="177"/>
                  </a:cubicBezTo>
                  <a:cubicBezTo>
                    <a:pt x="103" y="177"/>
                    <a:pt x="103" y="177"/>
                    <a:pt x="103" y="177"/>
                  </a:cubicBezTo>
                  <a:cubicBezTo>
                    <a:pt x="104" y="177"/>
                    <a:pt x="104" y="177"/>
                    <a:pt x="104" y="178"/>
                  </a:cubicBezTo>
                  <a:close/>
                  <a:moveTo>
                    <a:pt x="93" y="185"/>
                  </a:moveTo>
                  <a:cubicBezTo>
                    <a:pt x="94" y="186"/>
                    <a:pt x="93" y="186"/>
                    <a:pt x="93" y="187"/>
                  </a:cubicBezTo>
                  <a:cubicBezTo>
                    <a:pt x="93" y="187"/>
                    <a:pt x="93" y="187"/>
                    <a:pt x="93" y="187"/>
                  </a:cubicBezTo>
                  <a:cubicBezTo>
                    <a:pt x="92" y="187"/>
                    <a:pt x="91" y="187"/>
                    <a:pt x="91" y="186"/>
                  </a:cubicBezTo>
                  <a:cubicBezTo>
                    <a:pt x="91" y="186"/>
                    <a:pt x="91" y="186"/>
                    <a:pt x="91" y="186"/>
                  </a:cubicBezTo>
                  <a:cubicBezTo>
                    <a:pt x="91" y="186"/>
                    <a:pt x="91" y="185"/>
                    <a:pt x="91" y="185"/>
                  </a:cubicBezTo>
                  <a:cubicBezTo>
                    <a:pt x="91" y="185"/>
                    <a:pt x="91" y="185"/>
                    <a:pt x="91" y="185"/>
                  </a:cubicBezTo>
                  <a:cubicBezTo>
                    <a:pt x="92" y="184"/>
                    <a:pt x="92" y="184"/>
                    <a:pt x="92" y="184"/>
                  </a:cubicBezTo>
                  <a:cubicBezTo>
                    <a:pt x="92" y="184"/>
                    <a:pt x="92" y="184"/>
                    <a:pt x="92" y="184"/>
                  </a:cubicBezTo>
                  <a:cubicBezTo>
                    <a:pt x="92" y="184"/>
                    <a:pt x="93" y="185"/>
                    <a:pt x="93" y="185"/>
                  </a:cubicBezTo>
                  <a:close/>
                  <a:moveTo>
                    <a:pt x="82" y="192"/>
                  </a:moveTo>
                  <a:cubicBezTo>
                    <a:pt x="82" y="193"/>
                    <a:pt x="82" y="194"/>
                    <a:pt x="81" y="194"/>
                  </a:cubicBezTo>
                  <a:cubicBezTo>
                    <a:pt x="81" y="194"/>
                    <a:pt x="81" y="194"/>
                    <a:pt x="81" y="194"/>
                  </a:cubicBezTo>
                  <a:cubicBezTo>
                    <a:pt x="81" y="195"/>
                    <a:pt x="80" y="194"/>
                    <a:pt x="80" y="194"/>
                  </a:cubicBezTo>
                  <a:cubicBezTo>
                    <a:pt x="80" y="194"/>
                    <a:pt x="80" y="194"/>
                    <a:pt x="80" y="194"/>
                  </a:cubicBezTo>
                  <a:cubicBezTo>
                    <a:pt x="79" y="193"/>
                    <a:pt x="79" y="192"/>
                    <a:pt x="80" y="192"/>
                  </a:cubicBezTo>
                  <a:cubicBezTo>
                    <a:pt x="80" y="192"/>
                    <a:pt x="80" y="192"/>
                    <a:pt x="80" y="192"/>
                  </a:cubicBezTo>
                  <a:cubicBezTo>
                    <a:pt x="80" y="192"/>
                    <a:pt x="81" y="192"/>
                    <a:pt x="81" y="192"/>
                  </a:cubicBezTo>
                  <a:cubicBezTo>
                    <a:pt x="81" y="192"/>
                    <a:pt x="81" y="192"/>
                    <a:pt x="81" y="192"/>
                  </a:cubicBezTo>
                  <a:cubicBezTo>
                    <a:pt x="81" y="192"/>
                    <a:pt x="82" y="192"/>
                    <a:pt x="82" y="192"/>
                  </a:cubicBezTo>
                  <a:close/>
                  <a:moveTo>
                    <a:pt x="71" y="200"/>
                  </a:moveTo>
                  <a:cubicBezTo>
                    <a:pt x="71" y="200"/>
                    <a:pt x="71" y="201"/>
                    <a:pt x="70" y="202"/>
                  </a:cubicBezTo>
                  <a:cubicBezTo>
                    <a:pt x="70" y="202"/>
                    <a:pt x="70" y="202"/>
                    <a:pt x="70" y="202"/>
                  </a:cubicBezTo>
                  <a:cubicBezTo>
                    <a:pt x="70" y="202"/>
                    <a:pt x="69" y="202"/>
                    <a:pt x="68" y="201"/>
                  </a:cubicBezTo>
                  <a:cubicBezTo>
                    <a:pt x="68" y="201"/>
                    <a:pt x="68" y="201"/>
                    <a:pt x="68" y="201"/>
                  </a:cubicBezTo>
                  <a:cubicBezTo>
                    <a:pt x="68" y="201"/>
                    <a:pt x="68" y="200"/>
                    <a:pt x="69" y="199"/>
                  </a:cubicBezTo>
                  <a:cubicBezTo>
                    <a:pt x="69" y="199"/>
                    <a:pt x="69" y="199"/>
                    <a:pt x="69" y="199"/>
                  </a:cubicBezTo>
                  <a:cubicBezTo>
                    <a:pt x="69" y="199"/>
                    <a:pt x="69" y="199"/>
                    <a:pt x="69" y="199"/>
                  </a:cubicBezTo>
                  <a:cubicBezTo>
                    <a:pt x="69" y="199"/>
                    <a:pt x="69" y="199"/>
                    <a:pt x="69" y="199"/>
                  </a:cubicBezTo>
                  <a:cubicBezTo>
                    <a:pt x="70" y="199"/>
                    <a:pt x="70" y="199"/>
                    <a:pt x="71" y="200"/>
                  </a:cubicBezTo>
                  <a:close/>
                  <a:moveTo>
                    <a:pt x="59" y="207"/>
                  </a:moveTo>
                  <a:cubicBezTo>
                    <a:pt x="60" y="208"/>
                    <a:pt x="59" y="209"/>
                    <a:pt x="59" y="209"/>
                  </a:cubicBezTo>
                  <a:cubicBezTo>
                    <a:pt x="59" y="209"/>
                    <a:pt x="59" y="209"/>
                    <a:pt x="59" y="209"/>
                  </a:cubicBezTo>
                  <a:cubicBezTo>
                    <a:pt x="58" y="209"/>
                    <a:pt x="57" y="209"/>
                    <a:pt x="57" y="209"/>
                  </a:cubicBezTo>
                  <a:cubicBezTo>
                    <a:pt x="57" y="209"/>
                    <a:pt x="57" y="209"/>
                    <a:pt x="57" y="209"/>
                  </a:cubicBezTo>
                  <a:cubicBezTo>
                    <a:pt x="57" y="208"/>
                    <a:pt x="57" y="207"/>
                    <a:pt x="57" y="207"/>
                  </a:cubicBezTo>
                  <a:cubicBezTo>
                    <a:pt x="57" y="207"/>
                    <a:pt x="57" y="207"/>
                    <a:pt x="57" y="207"/>
                  </a:cubicBezTo>
                  <a:cubicBezTo>
                    <a:pt x="58" y="207"/>
                    <a:pt x="58" y="206"/>
                    <a:pt x="58" y="206"/>
                  </a:cubicBezTo>
                  <a:cubicBezTo>
                    <a:pt x="58" y="206"/>
                    <a:pt x="58" y="206"/>
                    <a:pt x="58" y="206"/>
                  </a:cubicBezTo>
                  <a:cubicBezTo>
                    <a:pt x="59" y="206"/>
                    <a:pt x="59" y="207"/>
                    <a:pt x="59" y="207"/>
                  </a:cubicBezTo>
                  <a:close/>
                  <a:moveTo>
                    <a:pt x="48" y="214"/>
                  </a:moveTo>
                  <a:cubicBezTo>
                    <a:pt x="48" y="215"/>
                    <a:pt x="48" y="216"/>
                    <a:pt x="48" y="216"/>
                  </a:cubicBezTo>
                  <a:cubicBezTo>
                    <a:pt x="48" y="216"/>
                    <a:pt x="48" y="216"/>
                    <a:pt x="48" y="216"/>
                  </a:cubicBezTo>
                  <a:cubicBezTo>
                    <a:pt x="47" y="217"/>
                    <a:pt x="46" y="217"/>
                    <a:pt x="46" y="216"/>
                  </a:cubicBezTo>
                  <a:cubicBezTo>
                    <a:pt x="46" y="216"/>
                    <a:pt x="46" y="216"/>
                    <a:pt x="46" y="216"/>
                  </a:cubicBezTo>
                  <a:cubicBezTo>
                    <a:pt x="45" y="215"/>
                    <a:pt x="45" y="214"/>
                    <a:pt x="46" y="214"/>
                  </a:cubicBezTo>
                  <a:cubicBezTo>
                    <a:pt x="46" y="214"/>
                    <a:pt x="46" y="214"/>
                    <a:pt x="46" y="214"/>
                  </a:cubicBezTo>
                  <a:cubicBezTo>
                    <a:pt x="46" y="214"/>
                    <a:pt x="47" y="214"/>
                    <a:pt x="47" y="214"/>
                  </a:cubicBezTo>
                  <a:cubicBezTo>
                    <a:pt x="47" y="214"/>
                    <a:pt x="47" y="214"/>
                    <a:pt x="47" y="214"/>
                  </a:cubicBezTo>
                  <a:cubicBezTo>
                    <a:pt x="47" y="214"/>
                    <a:pt x="48" y="214"/>
                    <a:pt x="48" y="214"/>
                  </a:cubicBezTo>
                  <a:close/>
                  <a:moveTo>
                    <a:pt x="37" y="222"/>
                  </a:moveTo>
                  <a:cubicBezTo>
                    <a:pt x="37" y="222"/>
                    <a:pt x="37" y="223"/>
                    <a:pt x="36" y="224"/>
                  </a:cubicBezTo>
                  <a:cubicBezTo>
                    <a:pt x="36" y="224"/>
                    <a:pt x="36" y="224"/>
                    <a:pt x="36" y="224"/>
                  </a:cubicBezTo>
                  <a:cubicBezTo>
                    <a:pt x="36" y="224"/>
                    <a:pt x="35" y="224"/>
                    <a:pt x="34" y="223"/>
                  </a:cubicBezTo>
                  <a:cubicBezTo>
                    <a:pt x="34" y="223"/>
                    <a:pt x="34" y="223"/>
                    <a:pt x="34" y="223"/>
                  </a:cubicBezTo>
                  <a:cubicBezTo>
                    <a:pt x="34" y="223"/>
                    <a:pt x="34" y="222"/>
                    <a:pt x="35" y="221"/>
                  </a:cubicBezTo>
                  <a:cubicBezTo>
                    <a:pt x="35" y="221"/>
                    <a:pt x="35" y="221"/>
                    <a:pt x="35" y="221"/>
                  </a:cubicBezTo>
                  <a:cubicBezTo>
                    <a:pt x="35" y="221"/>
                    <a:pt x="35" y="221"/>
                    <a:pt x="36" y="221"/>
                  </a:cubicBezTo>
                  <a:cubicBezTo>
                    <a:pt x="36" y="221"/>
                    <a:pt x="36" y="221"/>
                    <a:pt x="36" y="221"/>
                  </a:cubicBezTo>
                  <a:cubicBezTo>
                    <a:pt x="36" y="221"/>
                    <a:pt x="36" y="221"/>
                    <a:pt x="37" y="222"/>
                  </a:cubicBezTo>
                  <a:close/>
                  <a:moveTo>
                    <a:pt x="25" y="229"/>
                  </a:moveTo>
                  <a:cubicBezTo>
                    <a:pt x="26" y="230"/>
                    <a:pt x="26" y="231"/>
                    <a:pt x="25" y="231"/>
                  </a:cubicBezTo>
                  <a:cubicBezTo>
                    <a:pt x="25" y="231"/>
                    <a:pt x="25" y="231"/>
                    <a:pt x="25" y="231"/>
                  </a:cubicBezTo>
                  <a:cubicBezTo>
                    <a:pt x="24" y="231"/>
                    <a:pt x="24" y="231"/>
                    <a:pt x="23" y="231"/>
                  </a:cubicBezTo>
                  <a:cubicBezTo>
                    <a:pt x="23" y="231"/>
                    <a:pt x="23" y="231"/>
                    <a:pt x="23" y="231"/>
                  </a:cubicBezTo>
                  <a:cubicBezTo>
                    <a:pt x="23" y="230"/>
                    <a:pt x="23" y="229"/>
                    <a:pt x="23" y="229"/>
                  </a:cubicBezTo>
                  <a:cubicBezTo>
                    <a:pt x="23" y="229"/>
                    <a:pt x="23" y="229"/>
                    <a:pt x="23" y="229"/>
                  </a:cubicBezTo>
                  <a:cubicBezTo>
                    <a:pt x="24" y="229"/>
                    <a:pt x="24" y="229"/>
                    <a:pt x="24" y="229"/>
                  </a:cubicBezTo>
                  <a:cubicBezTo>
                    <a:pt x="24" y="229"/>
                    <a:pt x="24" y="229"/>
                    <a:pt x="24" y="229"/>
                  </a:cubicBezTo>
                  <a:cubicBezTo>
                    <a:pt x="25" y="229"/>
                    <a:pt x="25" y="229"/>
                    <a:pt x="25" y="229"/>
                  </a:cubicBezTo>
                  <a:close/>
                  <a:moveTo>
                    <a:pt x="14" y="237"/>
                  </a:moveTo>
                  <a:cubicBezTo>
                    <a:pt x="14" y="237"/>
                    <a:pt x="14" y="238"/>
                    <a:pt x="14" y="238"/>
                  </a:cubicBezTo>
                  <a:cubicBezTo>
                    <a:pt x="14" y="238"/>
                    <a:pt x="14" y="238"/>
                    <a:pt x="14" y="238"/>
                  </a:cubicBezTo>
                  <a:cubicBezTo>
                    <a:pt x="13" y="239"/>
                    <a:pt x="12" y="239"/>
                    <a:pt x="12" y="238"/>
                  </a:cubicBezTo>
                  <a:cubicBezTo>
                    <a:pt x="12" y="238"/>
                    <a:pt x="12" y="238"/>
                    <a:pt x="12" y="238"/>
                  </a:cubicBezTo>
                  <a:cubicBezTo>
                    <a:pt x="11" y="237"/>
                    <a:pt x="12" y="237"/>
                    <a:pt x="12" y="236"/>
                  </a:cubicBezTo>
                  <a:cubicBezTo>
                    <a:pt x="12" y="236"/>
                    <a:pt x="12" y="236"/>
                    <a:pt x="12" y="236"/>
                  </a:cubicBezTo>
                  <a:cubicBezTo>
                    <a:pt x="12" y="236"/>
                    <a:pt x="13" y="236"/>
                    <a:pt x="13" y="236"/>
                  </a:cubicBezTo>
                  <a:cubicBezTo>
                    <a:pt x="13" y="236"/>
                    <a:pt x="13" y="236"/>
                    <a:pt x="13" y="236"/>
                  </a:cubicBezTo>
                  <a:cubicBezTo>
                    <a:pt x="13" y="236"/>
                    <a:pt x="14" y="236"/>
                    <a:pt x="14" y="237"/>
                  </a:cubicBezTo>
                  <a:close/>
                  <a:moveTo>
                    <a:pt x="3" y="244"/>
                  </a:moveTo>
                  <a:cubicBezTo>
                    <a:pt x="3" y="245"/>
                    <a:pt x="3" y="245"/>
                    <a:pt x="2" y="246"/>
                  </a:cubicBezTo>
                  <a:cubicBezTo>
                    <a:pt x="2" y="246"/>
                    <a:pt x="2" y="246"/>
                    <a:pt x="2" y="246"/>
                  </a:cubicBezTo>
                  <a:cubicBezTo>
                    <a:pt x="2" y="246"/>
                    <a:pt x="1" y="246"/>
                    <a:pt x="0" y="245"/>
                  </a:cubicBezTo>
                  <a:cubicBezTo>
                    <a:pt x="0" y="245"/>
                    <a:pt x="0" y="245"/>
                    <a:pt x="0" y="245"/>
                  </a:cubicBezTo>
                  <a:cubicBezTo>
                    <a:pt x="0" y="245"/>
                    <a:pt x="0" y="244"/>
                    <a:pt x="1" y="244"/>
                  </a:cubicBezTo>
                  <a:cubicBezTo>
                    <a:pt x="1" y="244"/>
                    <a:pt x="1" y="244"/>
                    <a:pt x="1" y="244"/>
                  </a:cubicBezTo>
                  <a:cubicBezTo>
                    <a:pt x="1" y="243"/>
                    <a:pt x="1" y="243"/>
                    <a:pt x="2" y="243"/>
                  </a:cubicBezTo>
                  <a:cubicBezTo>
                    <a:pt x="2" y="243"/>
                    <a:pt x="2" y="243"/>
                    <a:pt x="2" y="243"/>
                  </a:cubicBezTo>
                  <a:cubicBezTo>
                    <a:pt x="2" y="243"/>
                    <a:pt x="2" y="244"/>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3" name="Google Shape;1263;p23"/>
            <p:cNvSpPr/>
            <p:nvPr/>
          </p:nvSpPr>
          <p:spPr>
            <a:xfrm>
              <a:off x="14714566" y="-448701"/>
              <a:ext cx="15664" cy="19580"/>
            </a:xfrm>
            <a:custGeom>
              <a:avLst/>
              <a:gdLst/>
              <a:ahLst/>
              <a:cxnLst/>
              <a:rect l="l" t="t" r="r" b="b"/>
              <a:pathLst>
                <a:path w="2" h="3" extrusionOk="0">
                  <a:moveTo>
                    <a:pt x="1" y="0"/>
                  </a:moveTo>
                  <a:cubicBezTo>
                    <a:pt x="1" y="0"/>
                    <a:pt x="1" y="0"/>
                    <a:pt x="2" y="0"/>
                  </a:cubicBezTo>
                  <a:cubicBezTo>
                    <a:pt x="2" y="0"/>
                    <a:pt x="2" y="0"/>
                    <a:pt x="2" y="0"/>
                  </a:cubicBezTo>
                  <a:cubicBezTo>
                    <a:pt x="2" y="1"/>
                    <a:pt x="2" y="1"/>
                    <a:pt x="2" y="1"/>
                  </a:cubicBezTo>
                  <a:cubicBezTo>
                    <a:pt x="2" y="1"/>
                    <a:pt x="2" y="2"/>
                    <a:pt x="2" y="2"/>
                  </a:cubicBezTo>
                  <a:cubicBezTo>
                    <a:pt x="2" y="2"/>
                    <a:pt x="2" y="2"/>
                    <a:pt x="2" y="2"/>
                  </a:cubicBezTo>
                  <a:cubicBezTo>
                    <a:pt x="2" y="2"/>
                    <a:pt x="2" y="2"/>
                    <a:pt x="2" y="2"/>
                  </a:cubicBezTo>
                  <a:cubicBezTo>
                    <a:pt x="1" y="3"/>
                    <a:pt x="1" y="3"/>
                    <a:pt x="1" y="2"/>
                  </a:cubicBezTo>
                  <a:cubicBezTo>
                    <a:pt x="0" y="2"/>
                    <a:pt x="0" y="2"/>
                    <a:pt x="0" y="2"/>
                  </a:cubicBezTo>
                  <a:cubicBezTo>
                    <a:pt x="0" y="2"/>
                    <a:pt x="0" y="2"/>
                    <a:pt x="0" y="2"/>
                  </a:cubicBezTo>
                  <a:cubicBezTo>
                    <a:pt x="0" y="2"/>
                    <a:pt x="0" y="1"/>
                    <a:pt x="0" y="1"/>
                  </a:cubicBezTo>
                  <a:cubicBezTo>
                    <a:pt x="0" y="1"/>
                    <a:pt x="0" y="1"/>
                    <a:pt x="0" y="0"/>
                  </a:cubicBezTo>
                  <a:cubicBezTo>
                    <a:pt x="0"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4" name="Google Shape;1264;p23"/>
            <p:cNvSpPr/>
            <p:nvPr/>
          </p:nvSpPr>
          <p:spPr>
            <a:xfrm>
              <a:off x="12118184" y="1152983"/>
              <a:ext cx="11748" cy="11748"/>
            </a:xfrm>
            <a:custGeom>
              <a:avLst/>
              <a:gdLst/>
              <a:ahLst/>
              <a:cxnLst/>
              <a:rect l="l" t="t" r="r" b="b"/>
              <a:pathLst>
                <a:path w="2" h="2" extrusionOk="0">
                  <a:moveTo>
                    <a:pt x="1" y="0"/>
                  </a:moveTo>
                  <a:cubicBezTo>
                    <a:pt x="1" y="0"/>
                    <a:pt x="1" y="0"/>
                    <a:pt x="1" y="0"/>
                  </a:cubicBezTo>
                  <a:cubicBezTo>
                    <a:pt x="2" y="0"/>
                    <a:pt x="2" y="0"/>
                    <a:pt x="2" y="0"/>
                  </a:cubicBezTo>
                  <a:cubicBezTo>
                    <a:pt x="2" y="0"/>
                    <a:pt x="2" y="1"/>
                    <a:pt x="2" y="1"/>
                  </a:cubicBezTo>
                  <a:cubicBezTo>
                    <a:pt x="2" y="1"/>
                    <a:pt x="2" y="2"/>
                    <a:pt x="2" y="2"/>
                  </a:cubicBezTo>
                  <a:cubicBezTo>
                    <a:pt x="2" y="2"/>
                    <a:pt x="1" y="2"/>
                    <a:pt x="0" y="2"/>
                  </a:cubicBezTo>
                  <a:cubicBezTo>
                    <a:pt x="0" y="2"/>
                    <a:pt x="0" y="2"/>
                    <a:pt x="0" y="2"/>
                  </a:cubicBezTo>
                  <a:cubicBezTo>
                    <a:pt x="0" y="2"/>
                    <a:pt x="0" y="1"/>
                    <a:pt x="0" y="1"/>
                  </a:cubicBezTo>
                  <a:cubicBezTo>
                    <a:pt x="0" y="1"/>
                    <a:pt x="0" y="0"/>
                    <a:pt x="0" y="0"/>
                  </a:cubicBezTo>
                  <a:cubicBezTo>
                    <a:pt x="0"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5" name="Google Shape;1265;p23"/>
            <p:cNvSpPr/>
            <p:nvPr/>
          </p:nvSpPr>
          <p:spPr>
            <a:xfrm>
              <a:off x="12184758" y="-405624"/>
              <a:ext cx="2334003" cy="1527278"/>
            </a:xfrm>
            <a:custGeom>
              <a:avLst/>
              <a:gdLst/>
              <a:ahLst/>
              <a:cxnLst/>
              <a:rect l="l" t="t" r="r" b="b"/>
              <a:pathLst>
                <a:path w="376" h="246" extrusionOk="0">
                  <a:moveTo>
                    <a:pt x="376" y="1"/>
                  </a:moveTo>
                  <a:cubicBezTo>
                    <a:pt x="376" y="1"/>
                    <a:pt x="376" y="2"/>
                    <a:pt x="375" y="3"/>
                  </a:cubicBezTo>
                  <a:cubicBezTo>
                    <a:pt x="375" y="3"/>
                    <a:pt x="375" y="3"/>
                    <a:pt x="375" y="3"/>
                  </a:cubicBezTo>
                  <a:cubicBezTo>
                    <a:pt x="375" y="3"/>
                    <a:pt x="374" y="3"/>
                    <a:pt x="373" y="2"/>
                  </a:cubicBezTo>
                  <a:cubicBezTo>
                    <a:pt x="373" y="2"/>
                    <a:pt x="373" y="2"/>
                    <a:pt x="373" y="2"/>
                  </a:cubicBezTo>
                  <a:cubicBezTo>
                    <a:pt x="373" y="2"/>
                    <a:pt x="373" y="1"/>
                    <a:pt x="374" y="0"/>
                  </a:cubicBezTo>
                  <a:cubicBezTo>
                    <a:pt x="374" y="0"/>
                    <a:pt x="374" y="0"/>
                    <a:pt x="374" y="0"/>
                  </a:cubicBezTo>
                  <a:cubicBezTo>
                    <a:pt x="374" y="0"/>
                    <a:pt x="374" y="0"/>
                    <a:pt x="374" y="0"/>
                  </a:cubicBezTo>
                  <a:cubicBezTo>
                    <a:pt x="374" y="0"/>
                    <a:pt x="374" y="0"/>
                    <a:pt x="374" y="0"/>
                  </a:cubicBezTo>
                  <a:cubicBezTo>
                    <a:pt x="375" y="0"/>
                    <a:pt x="375" y="0"/>
                    <a:pt x="376" y="1"/>
                  </a:cubicBezTo>
                  <a:close/>
                  <a:moveTo>
                    <a:pt x="364" y="8"/>
                  </a:moveTo>
                  <a:cubicBezTo>
                    <a:pt x="365" y="9"/>
                    <a:pt x="364" y="10"/>
                    <a:pt x="364" y="10"/>
                  </a:cubicBezTo>
                  <a:cubicBezTo>
                    <a:pt x="364" y="10"/>
                    <a:pt x="364" y="10"/>
                    <a:pt x="364" y="10"/>
                  </a:cubicBezTo>
                  <a:cubicBezTo>
                    <a:pt x="363" y="10"/>
                    <a:pt x="362" y="10"/>
                    <a:pt x="362" y="10"/>
                  </a:cubicBezTo>
                  <a:cubicBezTo>
                    <a:pt x="362" y="10"/>
                    <a:pt x="362" y="10"/>
                    <a:pt x="362" y="10"/>
                  </a:cubicBezTo>
                  <a:cubicBezTo>
                    <a:pt x="362" y="9"/>
                    <a:pt x="362" y="8"/>
                    <a:pt x="362" y="8"/>
                  </a:cubicBezTo>
                  <a:cubicBezTo>
                    <a:pt x="362" y="8"/>
                    <a:pt x="362" y="8"/>
                    <a:pt x="362" y="8"/>
                  </a:cubicBezTo>
                  <a:cubicBezTo>
                    <a:pt x="363" y="8"/>
                    <a:pt x="363" y="8"/>
                    <a:pt x="363" y="8"/>
                  </a:cubicBezTo>
                  <a:cubicBezTo>
                    <a:pt x="363" y="8"/>
                    <a:pt x="363" y="8"/>
                    <a:pt x="363" y="8"/>
                  </a:cubicBezTo>
                  <a:cubicBezTo>
                    <a:pt x="364" y="8"/>
                    <a:pt x="364" y="8"/>
                    <a:pt x="364" y="8"/>
                  </a:cubicBezTo>
                  <a:close/>
                  <a:moveTo>
                    <a:pt x="353" y="16"/>
                  </a:moveTo>
                  <a:cubicBezTo>
                    <a:pt x="353" y="16"/>
                    <a:pt x="353" y="17"/>
                    <a:pt x="353" y="17"/>
                  </a:cubicBezTo>
                  <a:cubicBezTo>
                    <a:pt x="353" y="17"/>
                    <a:pt x="353" y="17"/>
                    <a:pt x="353" y="17"/>
                  </a:cubicBezTo>
                  <a:cubicBezTo>
                    <a:pt x="352" y="18"/>
                    <a:pt x="351" y="18"/>
                    <a:pt x="351" y="17"/>
                  </a:cubicBezTo>
                  <a:cubicBezTo>
                    <a:pt x="351" y="17"/>
                    <a:pt x="351" y="17"/>
                    <a:pt x="351" y="17"/>
                  </a:cubicBezTo>
                  <a:cubicBezTo>
                    <a:pt x="350" y="16"/>
                    <a:pt x="350" y="16"/>
                    <a:pt x="351" y="15"/>
                  </a:cubicBezTo>
                  <a:cubicBezTo>
                    <a:pt x="351" y="15"/>
                    <a:pt x="351" y="15"/>
                    <a:pt x="351" y="15"/>
                  </a:cubicBezTo>
                  <a:cubicBezTo>
                    <a:pt x="351" y="15"/>
                    <a:pt x="352" y="15"/>
                    <a:pt x="352" y="15"/>
                  </a:cubicBezTo>
                  <a:cubicBezTo>
                    <a:pt x="352" y="15"/>
                    <a:pt x="352" y="15"/>
                    <a:pt x="352" y="15"/>
                  </a:cubicBezTo>
                  <a:cubicBezTo>
                    <a:pt x="352" y="15"/>
                    <a:pt x="353" y="15"/>
                    <a:pt x="353" y="16"/>
                  </a:cubicBezTo>
                  <a:close/>
                  <a:moveTo>
                    <a:pt x="342" y="23"/>
                  </a:moveTo>
                  <a:cubicBezTo>
                    <a:pt x="342" y="24"/>
                    <a:pt x="342" y="24"/>
                    <a:pt x="341" y="25"/>
                  </a:cubicBezTo>
                  <a:cubicBezTo>
                    <a:pt x="341" y="25"/>
                    <a:pt x="341" y="25"/>
                    <a:pt x="341" y="25"/>
                  </a:cubicBezTo>
                  <a:cubicBezTo>
                    <a:pt x="341" y="25"/>
                    <a:pt x="340" y="25"/>
                    <a:pt x="339" y="24"/>
                  </a:cubicBezTo>
                  <a:cubicBezTo>
                    <a:pt x="339" y="24"/>
                    <a:pt x="339" y="24"/>
                    <a:pt x="339" y="24"/>
                  </a:cubicBezTo>
                  <a:cubicBezTo>
                    <a:pt x="339" y="24"/>
                    <a:pt x="339" y="23"/>
                    <a:pt x="340" y="23"/>
                  </a:cubicBezTo>
                  <a:cubicBezTo>
                    <a:pt x="340" y="23"/>
                    <a:pt x="340" y="23"/>
                    <a:pt x="340" y="23"/>
                  </a:cubicBezTo>
                  <a:cubicBezTo>
                    <a:pt x="340" y="22"/>
                    <a:pt x="340" y="22"/>
                    <a:pt x="341" y="22"/>
                  </a:cubicBezTo>
                  <a:cubicBezTo>
                    <a:pt x="341" y="22"/>
                    <a:pt x="341" y="22"/>
                    <a:pt x="341" y="22"/>
                  </a:cubicBezTo>
                  <a:cubicBezTo>
                    <a:pt x="341" y="22"/>
                    <a:pt x="341" y="23"/>
                    <a:pt x="342" y="23"/>
                  </a:cubicBezTo>
                  <a:close/>
                  <a:moveTo>
                    <a:pt x="330" y="30"/>
                  </a:moveTo>
                  <a:cubicBezTo>
                    <a:pt x="331" y="31"/>
                    <a:pt x="331" y="32"/>
                    <a:pt x="330" y="32"/>
                  </a:cubicBezTo>
                  <a:cubicBezTo>
                    <a:pt x="330" y="32"/>
                    <a:pt x="330" y="32"/>
                    <a:pt x="330" y="32"/>
                  </a:cubicBezTo>
                  <a:cubicBezTo>
                    <a:pt x="329" y="33"/>
                    <a:pt x="328" y="32"/>
                    <a:pt x="328" y="32"/>
                  </a:cubicBezTo>
                  <a:cubicBezTo>
                    <a:pt x="328" y="32"/>
                    <a:pt x="328" y="32"/>
                    <a:pt x="328" y="32"/>
                  </a:cubicBezTo>
                  <a:cubicBezTo>
                    <a:pt x="328" y="31"/>
                    <a:pt x="328" y="30"/>
                    <a:pt x="328" y="30"/>
                  </a:cubicBezTo>
                  <a:cubicBezTo>
                    <a:pt x="328" y="30"/>
                    <a:pt x="328" y="30"/>
                    <a:pt x="328" y="30"/>
                  </a:cubicBezTo>
                  <a:cubicBezTo>
                    <a:pt x="329" y="30"/>
                    <a:pt x="329" y="30"/>
                    <a:pt x="329" y="30"/>
                  </a:cubicBezTo>
                  <a:cubicBezTo>
                    <a:pt x="329" y="30"/>
                    <a:pt x="329" y="30"/>
                    <a:pt x="329" y="30"/>
                  </a:cubicBezTo>
                  <a:cubicBezTo>
                    <a:pt x="330" y="30"/>
                    <a:pt x="330" y="30"/>
                    <a:pt x="330" y="30"/>
                  </a:cubicBezTo>
                  <a:close/>
                  <a:moveTo>
                    <a:pt x="319" y="38"/>
                  </a:moveTo>
                  <a:cubicBezTo>
                    <a:pt x="319" y="38"/>
                    <a:pt x="319" y="39"/>
                    <a:pt x="319" y="40"/>
                  </a:cubicBezTo>
                  <a:cubicBezTo>
                    <a:pt x="319" y="40"/>
                    <a:pt x="319" y="40"/>
                    <a:pt x="319" y="40"/>
                  </a:cubicBezTo>
                  <a:cubicBezTo>
                    <a:pt x="318" y="40"/>
                    <a:pt x="317" y="40"/>
                    <a:pt x="317" y="39"/>
                  </a:cubicBezTo>
                  <a:cubicBezTo>
                    <a:pt x="317" y="39"/>
                    <a:pt x="317" y="39"/>
                    <a:pt x="317" y="39"/>
                  </a:cubicBezTo>
                  <a:cubicBezTo>
                    <a:pt x="316" y="39"/>
                    <a:pt x="317" y="38"/>
                    <a:pt x="317" y="37"/>
                  </a:cubicBezTo>
                  <a:cubicBezTo>
                    <a:pt x="317" y="37"/>
                    <a:pt x="317" y="37"/>
                    <a:pt x="317" y="37"/>
                  </a:cubicBezTo>
                  <a:cubicBezTo>
                    <a:pt x="317" y="37"/>
                    <a:pt x="318" y="37"/>
                    <a:pt x="318" y="37"/>
                  </a:cubicBezTo>
                  <a:cubicBezTo>
                    <a:pt x="318" y="37"/>
                    <a:pt x="318" y="37"/>
                    <a:pt x="318" y="37"/>
                  </a:cubicBezTo>
                  <a:cubicBezTo>
                    <a:pt x="318" y="37"/>
                    <a:pt x="319" y="37"/>
                    <a:pt x="319" y="38"/>
                  </a:cubicBezTo>
                  <a:close/>
                  <a:moveTo>
                    <a:pt x="308" y="45"/>
                  </a:moveTo>
                  <a:cubicBezTo>
                    <a:pt x="308" y="46"/>
                    <a:pt x="308" y="46"/>
                    <a:pt x="307" y="47"/>
                  </a:cubicBezTo>
                  <a:cubicBezTo>
                    <a:pt x="307" y="47"/>
                    <a:pt x="307" y="47"/>
                    <a:pt x="307" y="47"/>
                  </a:cubicBezTo>
                  <a:cubicBezTo>
                    <a:pt x="307" y="47"/>
                    <a:pt x="306" y="47"/>
                    <a:pt x="305" y="47"/>
                  </a:cubicBezTo>
                  <a:cubicBezTo>
                    <a:pt x="305" y="47"/>
                    <a:pt x="305" y="47"/>
                    <a:pt x="305" y="47"/>
                  </a:cubicBezTo>
                  <a:cubicBezTo>
                    <a:pt x="305" y="46"/>
                    <a:pt x="305" y="45"/>
                    <a:pt x="306" y="45"/>
                  </a:cubicBezTo>
                  <a:cubicBezTo>
                    <a:pt x="306" y="45"/>
                    <a:pt x="306" y="45"/>
                    <a:pt x="306" y="45"/>
                  </a:cubicBezTo>
                  <a:cubicBezTo>
                    <a:pt x="306" y="45"/>
                    <a:pt x="306" y="44"/>
                    <a:pt x="307" y="44"/>
                  </a:cubicBezTo>
                  <a:cubicBezTo>
                    <a:pt x="307" y="44"/>
                    <a:pt x="307" y="44"/>
                    <a:pt x="307" y="44"/>
                  </a:cubicBezTo>
                  <a:cubicBezTo>
                    <a:pt x="307" y="44"/>
                    <a:pt x="307" y="45"/>
                    <a:pt x="308" y="45"/>
                  </a:cubicBezTo>
                  <a:close/>
                  <a:moveTo>
                    <a:pt x="296" y="52"/>
                  </a:moveTo>
                  <a:cubicBezTo>
                    <a:pt x="297" y="53"/>
                    <a:pt x="297" y="54"/>
                    <a:pt x="296" y="54"/>
                  </a:cubicBezTo>
                  <a:cubicBezTo>
                    <a:pt x="296" y="54"/>
                    <a:pt x="296" y="54"/>
                    <a:pt x="296" y="54"/>
                  </a:cubicBezTo>
                  <a:cubicBezTo>
                    <a:pt x="295" y="55"/>
                    <a:pt x="295" y="54"/>
                    <a:pt x="294" y="54"/>
                  </a:cubicBezTo>
                  <a:cubicBezTo>
                    <a:pt x="294" y="54"/>
                    <a:pt x="294" y="54"/>
                    <a:pt x="294" y="54"/>
                  </a:cubicBezTo>
                  <a:cubicBezTo>
                    <a:pt x="294" y="53"/>
                    <a:pt x="294" y="52"/>
                    <a:pt x="295" y="52"/>
                  </a:cubicBezTo>
                  <a:cubicBezTo>
                    <a:pt x="295" y="52"/>
                    <a:pt x="295" y="52"/>
                    <a:pt x="295" y="52"/>
                  </a:cubicBezTo>
                  <a:cubicBezTo>
                    <a:pt x="295" y="52"/>
                    <a:pt x="295" y="52"/>
                    <a:pt x="295" y="52"/>
                  </a:cubicBezTo>
                  <a:cubicBezTo>
                    <a:pt x="295" y="52"/>
                    <a:pt x="295" y="52"/>
                    <a:pt x="295" y="52"/>
                  </a:cubicBezTo>
                  <a:cubicBezTo>
                    <a:pt x="296" y="52"/>
                    <a:pt x="296" y="52"/>
                    <a:pt x="296" y="52"/>
                  </a:cubicBezTo>
                  <a:close/>
                  <a:moveTo>
                    <a:pt x="285" y="60"/>
                  </a:moveTo>
                  <a:cubicBezTo>
                    <a:pt x="285" y="60"/>
                    <a:pt x="285" y="61"/>
                    <a:pt x="285" y="62"/>
                  </a:cubicBezTo>
                  <a:cubicBezTo>
                    <a:pt x="285" y="62"/>
                    <a:pt x="285" y="62"/>
                    <a:pt x="285" y="62"/>
                  </a:cubicBezTo>
                  <a:cubicBezTo>
                    <a:pt x="284" y="62"/>
                    <a:pt x="283" y="62"/>
                    <a:pt x="283" y="61"/>
                  </a:cubicBezTo>
                  <a:cubicBezTo>
                    <a:pt x="283" y="61"/>
                    <a:pt x="283" y="61"/>
                    <a:pt x="283" y="61"/>
                  </a:cubicBezTo>
                  <a:cubicBezTo>
                    <a:pt x="282" y="61"/>
                    <a:pt x="283" y="60"/>
                    <a:pt x="283" y="59"/>
                  </a:cubicBezTo>
                  <a:cubicBezTo>
                    <a:pt x="283" y="59"/>
                    <a:pt x="283" y="59"/>
                    <a:pt x="283" y="59"/>
                  </a:cubicBezTo>
                  <a:cubicBezTo>
                    <a:pt x="283" y="59"/>
                    <a:pt x="284" y="59"/>
                    <a:pt x="284" y="59"/>
                  </a:cubicBezTo>
                  <a:cubicBezTo>
                    <a:pt x="284" y="59"/>
                    <a:pt x="284" y="59"/>
                    <a:pt x="284" y="59"/>
                  </a:cubicBezTo>
                  <a:cubicBezTo>
                    <a:pt x="284" y="59"/>
                    <a:pt x="285" y="59"/>
                    <a:pt x="285" y="60"/>
                  </a:cubicBezTo>
                  <a:close/>
                  <a:moveTo>
                    <a:pt x="274" y="67"/>
                  </a:moveTo>
                  <a:cubicBezTo>
                    <a:pt x="274" y="68"/>
                    <a:pt x="274" y="69"/>
                    <a:pt x="273" y="69"/>
                  </a:cubicBezTo>
                  <a:cubicBezTo>
                    <a:pt x="273" y="69"/>
                    <a:pt x="273" y="69"/>
                    <a:pt x="273" y="69"/>
                  </a:cubicBezTo>
                  <a:cubicBezTo>
                    <a:pt x="273" y="69"/>
                    <a:pt x="272" y="69"/>
                    <a:pt x="272" y="69"/>
                  </a:cubicBezTo>
                  <a:cubicBezTo>
                    <a:pt x="272" y="69"/>
                    <a:pt x="272" y="69"/>
                    <a:pt x="272" y="69"/>
                  </a:cubicBezTo>
                  <a:cubicBezTo>
                    <a:pt x="271" y="68"/>
                    <a:pt x="271" y="67"/>
                    <a:pt x="272" y="67"/>
                  </a:cubicBezTo>
                  <a:cubicBezTo>
                    <a:pt x="272" y="67"/>
                    <a:pt x="272" y="67"/>
                    <a:pt x="272" y="67"/>
                  </a:cubicBezTo>
                  <a:cubicBezTo>
                    <a:pt x="272" y="67"/>
                    <a:pt x="272" y="67"/>
                    <a:pt x="273" y="67"/>
                  </a:cubicBezTo>
                  <a:cubicBezTo>
                    <a:pt x="273" y="67"/>
                    <a:pt x="273" y="67"/>
                    <a:pt x="273" y="67"/>
                  </a:cubicBezTo>
                  <a:cubicBezTo>
                    <a:pt x="273" y="67"/>
                    <a:pt x="274" y="67"/>
                    <a:pt x="274" y="67"/>
                  </a:cubicBezTo>
                  <a:close/>
                  <a:moveTo>
                    <a:pt x="262" y="75"/>
                  </a:moveTo>
                  <a:cubicBezTo>
                    <a:pt x="263" y="75"/>
                    <a:pt x="263" y="76"/>
                    <a:pt x="262" y="76"/>
                  </a:cubicBezTo>
                  <a:cubicBezTo>
                    <a:pt x="262" y="76"/>
                    <a:pt x="262" y="76"/>
                    <a:pt x="262" y="76"/>
                  </a:cubicBezTo>
                  <a:cubicBezTo>
                    <a:pt x="261" y="77"/>
                    <a:pt x="261" y="77"/>
                    <a:pt x="260" y="76"/>
                  </a:cubicBezTo>
                  <a:cubicBezTo>
                    <a:pt x="260" y="76"/>
                    <a:pt x="260" y="76"/>
                    <a:pt x="260" y="76"/>
                  </a:cubicBezTo>
                  <a:cubicBezTo>
                    <a:pt x="260" y="75"/>
                    <a:pt x="260" y="75"/>
                    <a:pt x="261" y="74"/>
                  </a:cubicBezTo>
                  <a:cubicBezTo>
                    <a:pt x="261" y="74"/>
                    <a:pt x="261" y="74"/>
                    <a:pt x="261" y="74"/>
                  </a:cubicBezTo>
                  <a:cubicBezTo>
                    <a:pt x="261" y="74"/>
                    <a:pt x="261" y="74"/>
                    <a:pt x="261" y="74"/>
                  </a:cubicBezTo>
                  <a:cubicBezTo>
                    <a:pt x="261" y="74"/>
                    <a:pt x="261" y="74"/>
                    <a:pt x="261" y="74"/>
                  </a:cubicBezTo>
                  <a:cubicBezTo>
                    <a:pt x="262" y="74"/>
                    <a:pt x="262" y="74"/>
                    <a:pt x="262" y="75"/>
                  </a:cubicBezTo>
                  <a:close/>
                  <a:moveTo>
                    <a:pt x="251" y="82"/>
                  </a:moveTo>
                  <a:cubicBezTo>
                    <a:pt x="252" y="83"/>
                    <a:pt x="251" y="83"/>
                    <a:pt x="251" y="84"/>
                  </a:cubicBezTo>
                  <a:cubicBezTo>
                    <a:pt x="251" y="84"/>
                    <a:pt x="251" y="84"/>
                    <a:pt x="251" y="84"/>
                  </a:cubicBezTo>
                  <a:cubicBezTo>
                    <a:pt x="250" y="84"/>
                    <a:pt x="249" y="84"/>
                    <a:pt x="249" y="83"/>
                  </a:cubicBezTo>
                  <a:cubicBezTo>
                    <a:pt x="249" y="83"/>
                    <a:pt x="249" y="83"/>
                    <a:pt x="249" y="83"/>
                  </a:cubicBezTo>
                  <a:cubicBezTo>
                    <a:pt x="249" y="83"/>
                    <a:pt x="249" y="82"/>
                    <a:pt x="249" y="81"/>
                  </a:cubicBezTo>
                  <a:cubicBezTo>
                    <a:pt x="249" y="81"/>
                    <a:pt x="249" y="81"/>
                    <a:pt x="249" y="81"/>
                  </a:cubicBezTo>
                  <a:cubicBezTo>
                    <a:pt x="250" y="81"/>
                    <a:pt x="250" y="81"/>
                    <a:pt x="250" y="81"/>
                  </a:cubicBezTo>
                  <a:cubicBezTo>
                    <a:pt x="250" y="81"/>
                    <a:pt x="250" y="81"/>
                    <a:pt x="250" y="81"/>
                  </a:cubicBezTo>
                  <a:cubicBezTo>
                    <a:pt x="250" y="81"/>
                    <a:pt x="251" y="81"/>
                    <a:pt x="251" y="82"/>
                  </a:cubicBezTo>
                  <a:close/>
                  <a:moveTo>
                    <a:pt x="240" y="89"/>
                  </a:moveTo>
                  <a:cubicBezTo>
                    <a:pt x="240" y="90"/>
                    <a:pt x="240" y="91"/>
                    <a:pt x="239" y="91"/>
                  </a:cubicBezTo>
                  <a:cubicBezTo>
                    <a:pt x="239" y="91"/>
                    <a:pt x="239" y="91"/>
                    <a:pt x="239" y="91"/>
                  </a:cubicBezTo>
                  <a:cubicBezTo>
                    <a:pt x="239" y="92"/>
                    <a:pt x="238" y="91"/>
                    <a:pt x="238" y="91"/>
                  </a:cubicBezTo>
                  <a:cubicBezTo>
                    <a:pt x="238" y="91"/>
                    <a:pt x="238" y="91"/>
                    <a:pt x="238" y="91"/>
                  </a:cubicBezTo>
                  <a:cubicBezTo>
                    <a:pt x="237" y="90"/>
                    <a:pt x="237" y="89"/>
                    <a:pt x="238" y="89"/>
                  </a:cubicBezTo>
                  <a:cubicBezTo>
                    <a:pt x="238" y="89"/>
                    <a:pt x="238" y="89"/>
                    <a:pt x="238" y="89"/>
                  </a:cubicBezTo>
                  <a:cubicBezTo>
                    <a:pt x="238" y="89"/>
                    <a:pt x="238" y="89"/>
                    <a:pt x="239" y="89"/>
                  </a:cubicBezTo>
                  <a:cubicBezTo>
                    <a:pt x="239" y="89"/>
                    <a:pt x="239" y="89"/>
                    <a:pt x="239" y="89"/>
                  </a:cubicBezTo>
                  <a:cubicBezTo>
                    <a:pt x="239" y="89"/>
                    <a:pt x="240" y="89"/>
                    <a:pt x="240" y="89"/>
                  </a:cubicBezTo>
                  <a:close/>
                  <a:moveTo>
                    <a:pt x="229" y="97"/>
                  </a:moveTo>
                  <a:cubicBezTo>
                    <a:pt x="229" y="97"/>
                    <a:pt x="229" y="98"/>
                    <a:pt x="228" y="98"/>
                  </a:cubicBezTo>
                  <a:cubicBezTo>
                    <a:pt x="228" y="98"/>
                    <a:pt x="228" y="98"/>
                    <a:pt x="228" y="98"/>
                  </a:cubicBezTo>
                  <a:cubicBezTo>
                    <a:pt x="228" y="99"/>
                    <a:pt x="227" y="99"/>
                    <a:pt x="226" y="98"/>
                  </a:cubicBezTo>
                  <a:cubicBezTo>
                    <a:pt x="226" y="98"/>
                    <a:pt x="226" y="98"/>
                    <a:pt x="226" y="98"/>
                  </a:cubicBezTo>
                  <a:cubicBezTo>
                    <a:pt x="226" y="97"/>
                    <a:pt x="226" y="97"/>
                    <a:pt x="227" y="96"/>
                  </a:cubicBezTo>
                  <a:cubicBezTo>
                    <a:pt x="227" y="96"/>
                    <a:pt x="227" y="96"/>
                    <a:pt x="227" y="96"/>
                  </a:cubicBezTo>
                  <a:cubicBezTo>
                    <a:pt x="227" y="96"/>
                    <a:pt x="227" y="96"/>
                    <a:pt x="227" y="96"/>
                  </a:cubicBezTo>
                  <a:cubicBezTo>
                    <a:pt x="227" y="96"/>
                    <a:pt x="227" y="96"/>
                    <a:pt x="227" y="96"/>
                  </a:cubicBezTo>
                  <a:cubicBezTo>
                    <a:pt x="228" y="96"/>
                    <a:pt x="228" y="96"/>
                    <a:pt x="229" y="97"/>
                  </a:cubicBezTo>
                  <a:close/>
                  <a:moveTo>
                    <a:pt x="217" y="104"/>
                  </a:moveTo>
                  <a:cubicBezTo>
                    <a:pt x="218" y="105"/>
                    <a:pt x="217" y="105"/>
                    <a:pt x="217" y="106"/>
                  </a:cubicBezTo>
                  <a:cubicBezTo>
                    <a:pt x="217" y="106"/>
                    <a:pt x="217" y="106"/>
                    <a:pt x="217" y="106"/>
                  </a:cubicBezTo>
                  <a:cubicBezTo>
                    <a:pt x="216" y="106"/>
                    <a:pt x="215" y="106"/>
                    <a:pt x="215" y="105"/>
                  </a:cubicBezTo>
                  <a:cubicBezTo>
                    <a:pt x="215" y="105"/>
                    <a:pt x="215" y="105"/>
                    <a:pt x="215" y="105"/>
                  </a:cubicBezTo>
                  <a:cubicBezTo>
                    <a:pt x="215" y="105"/>
                    <a:pt x="215" y="104"/>
                    <a:pt x="215" y="104"/>
                  </a:cubicBezTo>
                  <a:cubicBezTo>
                    <a:pt x="215" y="104"/>
                    <a:pt x="215" y="104"/>
                    <a:pt x="215" y="104"/>
                  </a:cubicBezTo>
                  <a:cubicBezTo>
                    <a:pt x="216" y="103"/>
                    <a:pt x="216" y="103"/>
                    <a:pt x="216" y="103"/>
                  </a:cubicBezTo>
                  <a:cubicBezTo>
                    <a:pt x="216" y="103"/>
                    <a:pt x="216" y="103"/>
                    <a:pt x="216" y="103"/>
                  </a:cubicBezTo>
                  <a:cubicBezTo>
                    <a:pt x="217" y="103"/>
                    <a:pt x="217" y="104"/>
                    <a:pt x="217" y="104"/>
                  </a:cubicBezTo>
                  <a:close/>
                  <a:moveTo>
                    <a:pt x="206" y="111"/>
                  </a:moveTo>
                  <a:cubicBezTo>
                    <a:pt x="206" y="112"/>
                    <a:pt x="206" y="113"/>
                    <a:pt x="206" y="113"/>
                  </a:cubicBezTo>
                  <a:cubicBezTo>
                    <a:pt x="206" y="113"/>
                    <a:pt x="206" y="113"/>
                    <a:pt x="206" y="113"/>
                  </a:cubicBezTo>
                  <a:cubicBezTo>
                    <a:pt x="205" y="114"/>
                    <a:pt x="204" y="113"/>
                    <a:pt x="204" y="113"/>
                  </a:cubicBezTo>
                  <a:cubicBezTo>
                    <a:pt x="204" y="113"/>
                    <a:pt x="204" y="113"/>
                    <a:pt x="204" y="113"/>
                  </a:cubicBezTo>
                  <a:cubicBezTo>
                    <a:pt x="203" y="112"/>
                    <a:pt x="203" y="111"/>
                    <a:pt x="204" y="111"/>
                  </a:cubicBezTo>
                  <a:cubicBezTo>
                    <a:pt x="204" y="111"/>
                    <a:pt x="204" y="111"/>
                    <a:pt x="204" y="111"/>
                  </a:cubicBezTo>
                  <a:cubicBezTo>
                    <a:pt x="204" y="111"/>
                    <a:pt x="205" y="111"/>
                    <a:pt x="205" y="111"/>
                  </a:cubicBezTo>
                  <a:cubicBezTo>
                    <a:pt x="205" y="111"/>
                    <a:pt x="205" y="111"/>
                    <a:pt x="205" y="111"/>
                  </a:cubicBezTo>
                  <a:cubicBezTo>
                    <a:pt x="205" y="111"/>
                    <a:pt x="206" y="111"/>
                    <a:pt x="206" y="111"/>
                  </a:cubicBezTo>
                  <a:close/>
                  <a:moveTo>
                    <a:pt x="195" y="119"/>
                  </a:moveTo>
                  <a:cubicBezTo>
                    <a:pt x="195" y="119"/>
                    <a:pt x="195" y="120"/>
                    <a:pt x="194" y="121"/>
                  </a:cubicBezTo>
                  <a:cubicBezTo>
                    <a:pt x="194" y="121"/>
                    <a:pt x="194" y="121"/>
                    <a:pt x="194" y="121"/>
                  </a:cubicBezTo>
                  <a:cubicBezTo>
                    <a:pt x="194" y="121"/>
                    <a:pt x="193" y="121"/>
                    <a:pt x="192" y="120"/>
                  </a:cubicBezTo>
                  <a:cubicBezTo>
                    <a:pt x="192" y="120"/>
                    <a:pt x="192" y="120"/>
                    <a:pt x="192" y="120"/>
                  </a:cubicBezTo>
                  <a:cubicBezTo>
                    <a:pt x="192" y="120"/>
                    <a:pt x="192" y="119"/>
                    <a:pt x="193" y="118"/>
                  </a:cubicBezTo>
                  <a:cubicBezTo>
                    <a:pt x="193" y="118"/>
                    <a:pt x="193" y="118"/>
                    <a:pt x="193" y="118"/>
                  </a:cubicBezTo>
                  <a:cubicBezTo>
                    <a:pt x="193" y="118"/>
                    <a:pt x="193" y="118"/>
                    <a:pt x="193" y="118"/>
                  </a:cubicBezTo>
                  <a:cubicBezTo>
                    <a:pt x="193" y="118"/>
                    <a:pt x="193" y="118"/>
                    <a:pt x="193" y="118"/>
                  </a:cubicBezTo>
                  <a:cubicBezTo>
                    <a:pt x="194" y="118"/>
                    <a:pt x="194" y="118"/>
                    <a:pt x="195" y="119"/>
                  </a:cubicBezTo>
                  <a:close/>
                  <a:moveTo>
                    <a:pt x="183" y="126"/>
                  </a:moveTo>
                  <a:cubicBezTo>
                    <a:pt x="184" y="127"/>
                    <a:pt x="184" y="128"/>
                    <a:pt x="183" y="128"/>
                  </a:cubicBezTo>
                  <a:cubicBezTo>
                    <a:pt x="183" y="128"/>
                    <a:pt x="183" y="128"/>
                    <a:pt x="183" y="128"/>
                  </a:cubicBezTo>
                  <a:cubicBezTo>
                    <a:pt x="182" y="128"/>
                    <a:pt x="181" y="128"/>
                    <a:pt x="181" y="128"/>
                  </a:cubicBezTo>
                  <a:cubicBezTo>
                    <a:pt x="181" y="128"/>
                    <a:pt x="181" y="128"/>
                    <a:pt x="181" y="128"/>
                  </a:cubicBezTo>
                  <a:cubicBezTo>
                    <a:pt x="181" y="127"/>
                    <a:pt x="181" y="126"/>
                    <a:pt x="181" y="126"/>
                  </a:cubicBezTo>
                  <a:cubicBezTo>
                    <a:pt x="181" y="126"/>
                    <a:pt x="181" y="126"/>
                    <a:pt x="181" y="126"/>
                  </a:cubicBezTo>
                  <a:cubicBezTo>
                    <a:pt x="182" y="126"/>
                    <a:pt x="182" y="125"/>
                    <a:pt x="182" y="125"/>
                  </a:cubicBezTo>
                  <a:cubicBezTo>
                    <a:pt x="182" y="125"/>
                    <a:pt x="182" y="125"/>
                    <a:pt x="182" y="125"/>
                  </a:cubicBezTo>
                  <a:cubicBezTo>
                    <a:pt x="183" y="125"/>
                    <a:pt x="183" y="126"/>
                    <a:pt x="183" y="126"/>
                  </a:cubicBezTo>
                  <a:close/>
                  <a:moveTo>
                    <a:pt x="172" y="133"/>
                  </a:moveTo>
                  <a:cubicBezTo>
                    <a:pt x="172" y="134"/>
                    <a:pt x="172" y="135"/>
                    <a:pt x="172" y="135"/>
                  </a:cubicBezTo>
                  <a:cubicBezTo>
                    <a:pt x="172" y="135"/>
                    <a:pt x="172" y="135"/>
                    <a:pt x="172" y="135"/>
                  </a:cubicBezTo>
                  <a:cubicBezTo>
                    <a:pt x="171" y="136"/>
                    <a:pt x="170" y="136"/>
                    <a:pt x="170" y="135"/>
                  </a:cubicBezTo>
                  <a:cubicBezTo>
                    <a:pt x="170" y="135"/>
                    <a:pt x="170" y="135"/>
                    <a:pt x="170" y="135"/>
                  </a:cubicBezTo>
                  <a:cubicBezTo>
                    <a:pt x="169" y="134"/>
                    <a:pt x="170" y="133"/>
                    <a:pt x="170" y="133"/>
                  </a:cubicBezTo>
                  <a:cubicBezTo>
                    <a:pt x="170" y="133"/>
                    <a:pt x="170" y="133"/>
                    <a:pt x="170" y="133"/>
                  </a:cubicBezTo>
                  <a:cubicBezTo>
                    <a:pt x="170" y="133"/>
                    <a:pt x="171" y="133"/>
                    <a:pt x="171" y="133"/>
                  </a:cubicBezTo>
                  <a:cubicBezTo>
                    <a:pt x="171" y="133"/>
                    <a:pt x="171" y="133"/>
                    <a:pt x="171" y="133"/>
                  </a:cubicBezTo>
                  <a:cubicBezTo>
                    <a:pt x="171" y="133"/>
                    <a:pt x="172" y="133"/>
                    <a:pt x="172" y="133"/>
                  </a:cubicBezTo>
                  <a:close/>
                  <a:moveTo>
                    <a:pt x="161" y="141"/>
                  </a:moveTo>
                  <a:cubicBezTo>
                    <a:pt x="161" y="141"/>
                    <a:pt x="161" y="142"/>
                    <a:pt x="160" y="143"/>
                  </a:cubicBezTo>
                  <a:cubicBezTo>
                    <a:pt x="160" y="143"/>
                    <a:pt x="160" y="143"/>
                    <a:pt x="160" y="143"/>
                  </a:cubicBezTo>
                  <a:cubicBezTo>
                    <a:pt x="160" y="143"/>
                    <a:pt x="159" y="143"/>
                    <a:pt x="158" y="142"/>
                  </a:cubicBezTo>
                  <a:cubicBezTo>
                    <a:pt x="158" y="142"/>
                    <a:pt x="158" y="142"/>
                    <a:pt x="158" y="142"/>
                  </a:cubicBezTo>
                  <a:cubicBezTo>
                    <a:pt x="158" y="142"/>
                    <a:pt x="158" y="141"/>
                    <a:pt x="159" y="140"/>
                  </a:cubicBezTo>
                  <a:cubicBezTo>
                    <a:pt x="159" y="140"/>
                    <a:pt x="159" y="140"/>
                    <a:pt x="159" y="140"/>
                  </a:cubicBezTo>
                  <a:cubicBezTo>
                    <a:pt x="159" y="140"/>
                    <a:pt x="159" y="140"/>
                    <a:pt x="160" y="140"/>
                  </a:cubicBezTo>
                  <a:cubicBezTo>
                    <a:pt x="160" y="140"/>
                    <a:pt x="160" y="140"/>
                    <a:pt x="160" y="140"/>
                  </a:cubicBezTo>
                  <a:cubicBezTo>
                    <a:pt x="160" y="140"/>
                    <a:pt x="160" y="140"/>
                    <a:pt x="161" y="141"/>
                  </a:cubicBezTo>
                  <a:close/>
                  <a:moveTo>
                    <a:pt x="149" y="148"/>
                  </a:moveTo>
                  <a:cubicBezTo>
                    <a:pt x="150" y="149"/>
                    <a:pt x="150" y="150"/>
                    <a:pt x="149" y="150"/>
                  </a:cubicBezTo>
                  <a:cubicBezTo>
                    <a:pt x="149" y="150"/>
                    <a:pt x="149" y="150"/>
                    <a:pt x="149" y="150"/>
                  </a:cubicBezTo>
                  <a:cubicBezTo>
                    <a:pt x="148" y="150"/>
                    <a:pt x="148" y="150"/>
                    <a:pt x="147" y="150"/>
                  </a:cubicBezTo>
                  <a:cubicBezTo>
                    <a:pt x="147" y="150"/>
                    <a:pt x="147" y="150"/>
                    <a:pt x="147" y="150"/>
                  </a:cubicBezTo>
                  <a:cubicBezTo>
                    <a:pt x="147" y="149"/>
                    <a:pt x="147" y="148"/>
                    <a:pt x="148" y="148"/>
                  </a:cubicBezTo>
                  <a:cubicBezTo>
                    <a:pt x="148" y="148"/>
                    <a:pt x="148" y="148"/>
                    <a:pt x="148" y="148"/>
                  </a:cubicBezTo>
                  <a:cubicBezTo>
                    <a:pt x="148" y="148"/>
                    <a:pt x="148" y="148"/>
                    <a:pt x="148" y="148"/>
                  </a:cubicBezTo>
                  <a:cubicBezTo>
                    <a:pt x="148" y="148"/>
                    <a:pt x="148" y="148"/>
                    <a:pt x="148" y="148"/>
                  </a:cubicBezTo>
                  <a:cubicBezTo>
                    <a:pt x="149" y="148"/>
                    <a:pt x="149" y="148"/>
                    <a:pt x="149" y="148"/>
                  </a:cubicBezTo>
                  <a:close/>
                  <a:moveTo>
                    <a:pt x="138" y="156"/>
                  </a:moveTo>
                  <a:cubicBezTo>
                    <a:pt x="138" y="156"/>
                    <a:pt x="138" y="157"/>
                    <a:pt x="138" y="157"/>
                  </a:cubicBezTo>
                  <a:cubicBezTo>
                    <a:pt x="138" y="157"/>
                    <a:pt x="138" y="157"/>
                    <a:pt x="138" y="157"/>
                  </a:cubicBezTo>
                  <a:cubicBezTo>
                    <a:pt x="137" y="158"/>
                    <a:pt x="136" y="158"/>
                    <a:pt x="136" y="157"/>
                  </a:cubicBezTo>
                  <a:cubicBezTo>
                    <a:pt x="136" y="157"/>
                    <a:pt x="136" y="157"/>
                    <a:pt x="136" y="157"/>
                  </a:cubicBezTo>
                  <a:cubicBezTo>
                    <a:pt x="135" y="156"/>
                    <a:pt x="136" y="156"/>
                    <a:pt x="136" y="155"/>
                  </a:cubicBezTo>
                  <a:cubicBezTo>
                    <a:pt x="136" y="155"/>
                    <a:pt x="136" y="155"/>
                    <a:pt x="136" y="155"/>
                  </a:cubicBezTo>
                  <a:cubicBezTo>
                    <a:pt x="136" y="155"/>
                    <a:pt x="137" y="155"/>
                    <a:pt x="137" y="155"/>
                  </a:cubicBezTo>
                  <a:cubicBezTo>
                    <a:pt x="137" y="155"/>
                    <a:pt x="137" y="155"/>
                    <a:pt x="137" y="155"/>
                  </a:cubicBezTo>
                  <a:cubicBezTo>
                    <a:pt x="137" y="155"/>
                    <a:pt x="138" y="155"/>
                    <a:pt x="138" y="156"/>
                  </a:cubicBezTo>
                  <a:close/>
                  <a:moveTo>
                    <a:pt x="127" y="163"/>
                  </a:moveTo>
                  <a:cubicBezTo>
                    <a:pt x="127" y="164"/>
                    <a:pt x="127" y="164"/>
                    <a:pt x="126" y="165"/>
                  </a:cubicBezTo>
                  <a:cubicBezTo>
                    <a:pt x="126" y="165"/>
                    <a:pt x="126" y="165"/>
                    <a:pt x="126" y="165"/>
                  </a:cubicBezTo>
                  <a:cubicBezTo>
                    <a:pt x="126" y="165"/>
                    <a:pt x="125" y="165"/>
                    <a:pt x="125" y="164"/>
                  </a:cubicBezTo>
                  <a:cubicBezTo>
                    <a:pt x="125" y="164"/>
                    <a:pt x="125" y="164"/>
                    <a:pt x="125" y="164"/>
                  </a:cubicBezTo>
                  <a:cubicBezTo>
                    <a:pt x="124" y="164"/>
                    <a:pt x="124" y="163"/>
                    <a:pt x="125" y="163"/>
                  </a:cubicBezTo>
                  <a:cubicBezTo>
                    <a:pt x="125" y="163"/>
                    <a:pt x="125" y="163"/>
                    <a:pt x="125" y="163"/>
                  </a:cubicBezTo>
                  <a:cubicBezTo>
                    <a:pt x="125" y="162"/>
                    <a:pt x="125" y="162"/>
                    <a:pt x="126" y="162"/>
                  </a:cubicBezTo>
                  <a:cubicBezTo>
                    <a:pt x="126" y="162"/>
                    <a:pt x="126" y="162"/>
                    <a:pt x="126" y="162"/>
                  </a:cubicBezTo>
                  <a:cubicBezTo>
                    <a:pt x="126" y="162"/>
                    <a:pt x="126" y="163"/>
                    <a:pt x="127" y="163"/>
                  </a:cubicBezTo>
                  <a:close/>
                  <a:moveTo>
                    <a:pt x="115" y="170"/>
                  </a:moveTo>
                  <a:cubicBezTo>
                    <a:pt x="116" y="171"/>
                    <a:pt x="116" y="172"/>
                    <a:pt x="115" y="172"/>
                  </a:cubicBezTo>
                  <a:cubicBezTo>
                    <a:pt x="115" y="172"/>
                    <a:pt x="115" y="172"/>
                    <a:pt x="115" y="172"/>
                  </a:cubicBezTo>
                  <a:cubicBezTo>
                    <a:pt x="114" y="173"/>
                    <a:pt x="114" y="172"/>
                    <a:pt x="113" y="172"/>
                  </a:cubicBezTo>
                  <a:cubicBezTo>
                    <a:pt x="113" y="172"/>
                    <a:pt x="113" y="172"/>
                    <a:pt x="113" y="172"/>
                  </a:cubicBezTo>
                  <a:cubicBezTo>
                    <a:pt x="113" y="171"/>
                    <a:pt x="113" y="170"/>
                    <a:pt x="114" y="170"/>
                  </a:cubicBezTo>
                  <a:cubicBezTo>
                    <a:pt x="114" y="170"/>
                    <a:pt x="114" y="170"/>
                    <a:pt x="114" y="170"/>
                  </a:cubicBezTo>
                  <a:cubicBezTo>
                    <a:pt x="114" y="170"/>
                    <a:pt x="114" y="170"/>
                    <a:pt x="114" y="170"/>
                  </a:cubicBezTo>
                  <a:cubicBezTo>
                    <a:pt x="114" y="170"/>
                    <a:pt x="114" y="170"/>
                    <a:pt x="114" y="170"/>
                  </a:cubicBezTo>
                  <a:cubicBezTo>
                    <a:pt x="115" y="170"/>
                    <a:pt x="115" y="170"/>
                    <a:pt x="115" y="170"/>
                  </a:cubicBezTo>
                  <a:close/>
                  <a:moveTo>
                    <a:pt x="104" y="178"/>
                  </a:moveTo>
                  <a:cubicBezTo>
                    <a:pt x="105" y="178"/>
                    <a:pt x="104" y="179"/>
                    <a:pt x="104" y="179"/>
                  </a:cubicBezTo>
                  <a:cubicBezTo>
                    <a:pt x="104" y="179"/>
                    <a:pt x="104" y="179"/>
                    <a:pt x="104" y="179"/>
                  </a:cubicBezTo>
                  <a:cubicBezTo>
                    <a:pt x="103" y="180"/>
                    <a:pt x="102" y="180"/>
                    <a:pt x="102" y="179"/>
                  </a:cubicBezTo>
                  <a:cubicBezTo>
                    <a:pt x="102" y="179"/>
                    <a:pt x="102" y="179"/>
                    <a:pt x="102" y="179"/>
                  </a:cubicBezTo>
                  <a:cubicBezTo>
                    <a:pt x="102" y="178"/>
                    <a:pt x="102" y="178"/>
                    <a:pt x="102" y="177"/>
                  </a:cubicBezTo>
                  <a:cubicBezTo>
                    <a:pt x="102" y="177"/>
                    <a:pt x="102" y="177"/>
                    <a:pt x="102" y="177"/>
                  </a:cubicBezTo>
                  <a:cubicBezTo>
                    <a:pt x="103" y="177"/>
                    <a:pt x="103" y="177"/>
                    <a:pt x="103" y="177"/>
                  </a:cubicBezTo>
                  <a:cubicBezTo>
                    <a:pt x="103" y="177"/>
                    <a:pt x="103" y="177"/>
                    <a:pt x="103" y="177"/>
                  </a:cubicBezTo>
                  <a:cubicBezTo>
                    <a:pt x="103" y="177"/>
                    <a:pt x="104" y="177"/>
                    <a:pt x="104" y="178"/>
                  </a:cubicBezTo>
                  <a:close/>
                  <a:moveTo>
                    <a:pt x="93" y="185"/>
                  </a:moveTo>
                  <a:cubicBezTo>
                    <a:pt x="93" y="186"/>
                    <a:pt x="93" y="186"/>
                    <a:pt x="92" y="187"/>
                  </a:cubicBezTo>
                  <a:cubicBezTo>
                    <a:pt x="92" y="187"/>
                    <a:pt x="92" y="187"/>
                    <a:pt x="92" y="187"/>
                  </a:cubicBezTo>
                  <a:cubicBezTo>
                    <a:pt x="92" y="187"/>
                    <a:pt x="91" y="187"/>
                    <a:pt x="91" y="186"/>
                  </a:cubicBezTo>
                  <a:cubicBezTo>
                    <a:pt x="91" y="186"/>
                    <a:pt x="91" y="186"/>
                    <a:pt x="91" y="186"/>
                  </a:cubicBezTo>
                  <a:cubicBezTo>
                    <a:pt x="90" y="186"/>
                    <a:pt x="90" y="185"/>
                    <a:pt x="91" y="185"/>
                  </a:cubicBezTo>
                  <a:cubicBezTo>
                    <a:pt x="91" y="185"/>
                    <a:pt x="91" y="185"/>
                    <a:pt x="91" y="185"/>
                  </a:cubicBezTo>
                  <a:cubicBezTo>
                    <a:pt x="91" y="184"/>
                    <a:pt x="91" y="184"/>
                    <a:pt x="92" y="184"/>
                  </a:cubicBezTo>
                  <a:cubicBezTo>
                    <a:pt x="92" y="184"/>
                    <a:pt x="92" y="184"/>
                    <a:pt x="92" y="184"/>
                  </a:cubicBezTo>
                  <a:cubicBezTo>
                    <a:pt x="92" y="184"/>
                    <a:pt x="93" y="185"/>
                    <a:pt x="93" y="185"/>
                  </a:cubicBezTo>
                  <a:close/>
                  <a:moveTo>
                    <a:pt x="82" y="192"/>
                  </a:moveTo>
                  <a:cubicBezTo>
                    <a:pt x="82" y="193"/>
                    <a:pt x="82" y="194"/>
                    <a:pt x="81" y="194"/>
                  </a:cubicBezTo>
                  <a:cubicBezTo>
                    <a:pt x="81" y="194"/>
                    <a:pt x="81" y="194"/>
                    <a:pt x="81" y="194"/>
                  </a:cubicBezTo>
                  <a:cubicBezTo>
                    <a:pt x="81" y="195"/>
                    <a:pt x="80" y="194"/>
                    <a:pt x="79" y="194"/>
                  </a:cubicBezTo>
                  <a:cubicBezTo>
                    <a:pt x="79" y="194"/>
                    <a:pt x="79" y="194"/>
                    <a:pt x="79" y="194"/>
                  </a:cubicBezTo>
                  <a:cubicBezTo>
                    <a:pt x="79" y="193"/>
                    <a:pt x="79" y="192"/>
                    <a:pt x="80" y="192"/>
                  </a:cubicBezTo>
                  <a:cubicBezTo>
                    <a:pt x="80" y="192"/>
                    <a:pt x="80" y="192"/>
                    <a:pt x="80" y="192"/>
                  </a:cubicBezTo>
                  <a:cubicBezTo>
                    <a:pt x="80" y="192"/>
                    <a:pt x="80" y="192"/>
                    <a:pt x="80" y="192"/>
                  </a:cubicBezTo>
                  <a:cubicBezTo>
                    <a:pt x="80" y="192"/>
                    <a:pt x="80" y="192"/>
                    <a:pt x="80" y="192"/>
                  </a:cubicBezTo>
                  <a:cubicBezTo>
                    <a:pt x="81" y="192"/>
                    <a:pt x="81" y="192"/>
                    <a:pt x="82" y="192"/>
                  </a:cubicBezTo>
                  <a:close/>
                  <a:moveTo>
                    <a:pt x="70" y="200"/>
                  </a:moveTo>
                  <a:cubicBezTo>
                    <a:pt x="71" y="200"/>
                    <a:pt x="70" y="201"/>
                    <a:pt x="70" y="202"/>
                  </a:cubicBezTo>
                  <a:cubicBezTo>
                    <a:pt x="70" y="202"/>
                    <a:pt x="70" y="202"/>
                    <a:pt x="70" y="202"/>
                  </a:cubicBezTo>
                  <a:cubicBezTo>
                    <a:pt x="69" y="202"/>
                    <a:pt x="68" y="202"/>
                    <a:pt x="68" y="201"/>
                  </a:cubicBezTo>
                  <a:cubicBezTo>
                    <a:pt x="68" y="201"/>
                    <a:pt x="68" y="201"/>
                    <a:pt x="68" y="201"/>
                  </a:cubicBezTo>
                  <a:cubicBezTo>
                    <a:pt x="68" y="201"/>
                    <a:pt x="68" y="200"/>
                    <a:pt x="68" y="199"/>
                  </a:cubicBezTo>
                  <a:cubicBezTo>
                    <a:pt x="68" y="199"/>
                    <a:pt x="68" y="199"/>
                    <a:pt x="68" y="199"/>
                  </a:cubicBezTo>
                  <a:cubicBezTo>
                    <a:pt x="69" y="199"/>
                    <a:pt x="69" y="199"/>
                    <a:pt x="69" y="199"/>
                  </a:cubicBezTo>
                  <a:cubicBezTo>
                    <a:pt x="69" y="199"/>
                    <a:pt x="69" y="199"/>
                    <a:pt x="69" y="199"/>
                  </a:cubicBezTo>
                  <a:cubicBezTo>
                    <a:pt x="70" y="199"/>
                    <a:pt x="70" y="199"/>
                    <a:pt x="70" y="200"/>
                  </a:cubicBezTo>
                  <a:close/>
                  <a:moveTo>
                    <a:pt x="59" y="207"/>
                  </a:moveTo>
                  <a:cubicBezTo>
                    <a:pt x="59" y="208"/>
                    <a:pt x="59" y="209"/>
                    <a:pt x="59" y="209"/>
                  </a:cubicBezTo>
                  <a:cubicBezTo>
                    <a:pt x="59" y="209"/>
                    <a:pt x="59" y="209"/>
                    <a:pt x="59" y="209"/>
                  </a:cubicBezTo>
                  <a:cubicBezTo>
                    <a:pt x="58" y="209"/>
                    <a:pt x="57" y="209"/>
                    <a:pt x="57" y="209"/>
                  </a:cubicBezTo>
                  <a:cubicBezTo>
                    <a:pt x="57" y="209"/>
                    <a:pt x="57" y="209"/>
                    <a:pt x="57" y="209"/>
                  </a:cubicBezTo>
                  <a:cubicBezTo>
                    <a:pt x="56" y="208"/>
                    <a:pt x="56" y="207"/>
                    <a:pt x="57" y="207"/>
                  </a:cubicBezTo>
                  <a:cubicBezTo>
                    <a:pt x="57" y="207"/>
                    <a:pt x="57" y="207"/>
                    <a:pt x="57" y="207"/>
                  </a:cubicBezTo>
                  <a:cubicBezTo>
                    <a:pt x="57" y="207"/>
                    <a:pt x="58" y="206"/>
                    <a:pt x="58" y="206"/>
                  </a:cubicBezTo>
                  <a:cubicBezTo>
                    <a:pt x="58" y="206"/>
                    <a:pt x="58" y="206"/>
                    <a:pt x="58" y="206"/>
                  </a:cubicBezTo>
                  <a:cubicBezTo>
                    <a:pt x="58" y="206"/>
                    <a:pt x="59" y="207"/>
                    <a:pt x="59" y="207"/>
                  </a:cubicBezTo>
                  <a:close/>
                  <a:moveTo>
                    <a:pt x="48" y="214"/>
                  </a:moveTo>
                  <a:cubicBezTo>
                    <a:pt x="48" y="215"/>
                    <a:pt x="48" y="216"/>
                    <a:pt x="47" y="216"/>
                  </a:cubicBezTo>
                  <a:cubicBezTo>
                    <a:pt x="47" y="216"/>
                    <a:pt x="47" y="216"/>
                    <a:pt x="47" y="216"/>
                  </a:cubicBezTo>
                  <a:cubicBezTo>
                    <a:pt x="47" y="217"/>
                    <a:pt x="46" y="217"/>
                    <a:pt x="45" y="216"/>
                  </a:cubicBezTo>
                  <a:cubicBezTo>
                    <a:pt x="45" y="216"/>
                    <a:pt x="45" y="216"/>
                    <a:pt x="45" y="216"/>
                  </a:cubicBezTo>
                  <a:cubicBezTo>
                    <a:pt x="45" y="215"/>
                    <a:pt x="45" y="214"/>
                    <a:pt x="46" y="214"/>
                  </a:cubicBezTo>
                  <a:cubicBezTo>
                    <a:pt x="46" y="214"/>
                    <a:pt x="46" y="214"/>
                    <a:pt x="46" y="214"/>
                  </a:cubicBezTo>
                  <a:cubicBezTo>
                    <a:pt x="46" y="214"/>
                    <a:pt x="46" y="214"/>
                    <a:pt x="46" y="214"/>
                  </a:cubicBezTo>
                  <a:cubicBezTo>
                    <a:pt x="46" y="214"/>
                    <a:pt x="46" y="214"/>
                    <a:pt x="46" y="214"/>
                  </a:cubicBezTo>
                  <a:cubicBezTo>
                    <a:pt x="47" y="214"/>
                    <a:pt x="47" y="214"/>
                    <a:pt x="48" y="214"/>
                  </a:cubicBezTo>
                  <a:close/>
                  <a:moveTo>
                    <a:pt x="36" y="222"/>
                  </a:moveTo>
                  <a:cubicBezTo>
                    <a:pt x="37" y="222"/>
                    <a:pt x="37" y="223"/>
                    <a:pt x="36" y="224"/>
                  </a:cubicBezTo>
                  <a:cubicBezTo>
                    <a:pt x="36" y="224"/>
                    <a:pt x="36" y="224"/>
                    <a:pt x="36" y="224"/>
                  </a:cubicBezTo>
                  <a:cubicBezTo>
                    <a:pt x="35" y="224"/>
                    <a:pt x="34" y="224"/>
                    <a:pt x="34" y="223"/>
                  </a:cubicBezTo>
                  <a:cubicBezTo>
                    <a:pt x="34" y="223"/>
                    <a:pt x="34" y="223"/>
                    <a:pt x="34" y="223"/>
                  </a:cubicBezTo>
                  <a:cubicBezTo>
                    <a:pt x="34" y="223"/>
                    <a:pt x="34" y="222"/>
                    <a:pt x="34" y="221"/>
                  </a:cubicBezTo>
                  <a:cubicBezTo>
                    <a:pt x="34" y="221"/>
                    <a:pt x="34" y="221"/>
                    <a:pt x="34" y="221"/>
                  </a:cubicBezTo>
                  <a:cubicBezTo>
                    <a:pt x="35" y="221"/>
                    <a:pt x="35" y="221"/>
                    <a:pt x="35" y="221"/>
                  </a:cubicBezTo>
                  <a:cubicBezTo>
                    <a:pt x="35" y="221"/>
                    <a:pt x="35" y="221"/>
                    <a:pt x="35" y="221"/>
                  </a:cubicBezTo>
                  <a:cubicBezTo>
                    <a:pt x="36" y="221"/>
                    <a:pt x="36" y="221"/>
                    <a:pt x="36" y="222"/>
                  </a:cubicBezTo>
                  <a:close/>
                  <a:moveTo>
                    <a:pt x="25" y="229"/>
                  </a:moveTo>
                  <a:cubicBezTo>
                    <a:pt x="25" y="230"/>
                    <a:pt x="25" y="231"/>
                    <a:pt x="25" y="231"/>
                  </a:cubicBezTo>
                  <a:cubicBezTo>
                    <a:pt x="25" y="231"/>
                    <a:pt x="25" y="231"/>
                    <a:pt x="25" y="231"/>
                  </a:cubicBezTo>
                  <a:cubicBezTo>
                    <a:pt x="24" y="231"/>
                    <a:pt x="23" y="231"/>
                    <a:pt x="23" y="231"/>
                  </a:cubicBezTo>
                  <a:cubicBezTo>
                    <a:pt x="23" y="231"/>
                    <a:pt x="23" y="231"/>
                    <a:pt x="23" y="231"/>
                  </a:cubicBezTo>
                  <a:cubicBezTo>
                    <a:pt x="22" y="230"/>
                    <a:pt x="23" y="229"/>
                    <a:pt x="23" y="229"/>
                  </a:cubicBezTo>
                  <a:cubicBezTo>
                    <a:pt x="23" y="229"/>
                    <a:pt x="23" y="229"/>
                    <a:pt x="23" y="229"/>
                  </a:cubicBezTo>
                  <a:cubicBezTo>
                    <a:pt x="23" y="229"/>
                    <a:pt x="24" y="229"/>
                    <a:pt x="24" y="229"/>
                  </a:cubicBezTo>
                  <a:cubicBezTo>
                    <a:pt x="24" y="229"/>
                    <a:pt x="24" y="229"/>
                    <a:pt x="24" y="229"/>
                  </a:cubicBezTo>
                  <a:cubicBezTo>
                    <a:pt x="24" y="229"/>
                    <a:pt x="25" y="229"/>
                    <a:pt x="25" y="229"/>
                  </a:cubicBezTo>
                  <a:close/>
                  <a:moveTo>
                    <a:pt x="14" y="237"/>
                  </a:moveTo>
                  <a:cubicBezTo>
                    <a:pt x="14" y="237"/>
                    <a:pt x="14" y="238"/>
                    <a:pt x="13" y="238"/>
                  </a:cubicBezTo>
                  <a:cubicBezTo>
                    <a:pt x="13" y="238"/>
                    <a:pt x="13" y="238"/>
                    <a:pt x="13" y="238"/>
                  </a:cubicBezTo>
                  <a:cubicBezTo>
                    <a:pt x="13" y="239"/>
                    <a:pt x="12" y="239"/>
                    <a:pt x="11" y="238"/>
                  </a:cubicBezTo>
                  <a:cubicBezTo>
                    <a:pt x="11" y="238"/>
                    <a:pt x="11" y="238"/>
                    <a:pt x="11" y="238"/>
                  </a:cubicBezTo>
                  <a:cubicBezTo>
                    <a:pt x="11" y="237"/>
                    <a:pt x="11" y="237"/>
                    <a:pt x="12" y="236"/>
                  </a:cubicBezTo>
                  <a:cubicBezTo>
                    <a:pt x="12" y="236"/>
                    <a:pt x="12" y="236"/>
                    <a:pt x="12" y="236"/>
                  </a:cubicBezTo>
                  <a:cubicBezTo>
                    <a:pt x="12" y="236"/>
                    <a:pt x="12" y="236"/>
                    <a:pt x="13" y="236"/>
                  </a:cubicBezTo>
                  <a:cubicBezTo>
                    <a:pt x="13" y="236"/>
                    <a:pt x="13" y="236"/>
                    <a:pt x="13" y="236"/>
                  </a:cubicBezTo>
                  <a:cubicBezTo>
                    <a:pt x="13" y="236"/>
                    <a:pt x="13" y="236"/>
                    <a:pt x="14" y="237"/>
                  </a:cubicBezTo>
                  <a:close/>
                  <a:moveTo>
                    <a:pt x="2" y="244"/>
                  </a:moveTo>
                  <a:cubicBezTo>
                    <a:pt x="3" y="245"/>
                    <a:pt x="3" y="245"/>
                    <a:pt x="2" y="246"/>
                  </a:cubicBezTo>
                  <a:cubicBezTo>
                    <a:pt x="2" y="246"/>
                    <a:pt x="2" y="246"/>
                    <a:pt x="2" y="246"/>
                  </a:cubicBezTo>
                  <a:cubicBezTo>
                    <a:pt x="1" y="246"/>
                    <a:pt x="1" y="246"/>
                    <a:pt x="0" y="245"/>
                  </a:cubicBezTo>
                  <a:cubicBezTo>
                    <a:pt x="0" y="245"/>
                    <a:pt x="0" y="245"/>
                    <a:pt x="0" y="245"/>
                  </a:cubicBezTo>
                  <a:cubicBezTo>
                    <a:pt x="0" y="245"/>
                    <a:pt x="0" y="244"/>
                    <a:pt x="1" y="244"/>
                  </a:cubicBezTo>
                  <a:cubicBezTo>
                    <a:pt x="1" y="244"/>
                    <a:pt x="1" y="244"/>
                    <a:pt x="1" y="244"/>
                  </a:cubicBezTo>
                  <a:cubicBezTo>
                    <a:pt x="1" y="243"/>
                    <a:pt x="1" y="243"/>
                    <a:pt x="1" y="243"/>
                  </a:cubicBezTo>
                  <a:cubicBezTo>
                    <a:pt x="1" y="243"/>
                    <a:pt x="1" y="243"/>
                    <a:pt x="1" y="243"/>
                  </a:cubicBezTo>
                  <a:cubicBezTo>
                    <a:pt x="2" y="243"/>
                    <a:pt x="2" y="244"/>
                    <a:pt x="2"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6" name="Google Shape;1266;p23"/>
            <p:cNvSpPr/>
            <p:nvPr/>
          </p:nvSpPr>
          <p:spPr>
            <a:xfrm>
              <a:off x="14565754" y="-448701"/>
              <a:ext cx="19581" cy="19580"/>
            </a:xfrm>
            <a:custGeom>
              <a:avLst/>
              <a:gdLst/>
              <a:ahLst/>
              <a:cxnLst/>
              <a:rect l="l" t="t" r="r" b="b"/>
              <a:pathLst>
                <a:path w="3" h="3" extrusionOk="0">
                  <a:moveTo>
                    <a:pt x="2" y="0"/>
                  </a:moveTo>
                  <a:cubicBezTo>
                    <a:pt x="2" y="0"/>
                    <a:pt x="2" y="0"/>
                    <a:pt x="3" y="0"/>
                  </a:cubicBezTo>
                  <a:cubicBezTo>
                    <a:pt x="3" y="1"/>
                    <a:pt x="3" y="1"/>
                    <a:pt x="3" y="1"/>
                  </a:cubicBezTo>
                  <a:cubicBezTo>
                    <a:pt x="3" y="1"/>
                    <a:pt x="3" y="2"/>
                    <a:pt x="3" y="2"/>
                  </a:cubicBezTo>
                  <a:cubicBezTo>
                    <a:pt x="3" y="2"/>
                    <a:pt x="3" y="2"/>
                    <a:pt x="3" y="2"/>
                  </a:cubicBezTo>
                  <a:cubicBezTo>
                    <a:pt x="3" y="2"/>
                    <a:pt x="2" y="2"/>
                    <a:pt x="2" y="2"/>
                  </a:cubicBezTo>
                  <a:cubicBezTo>
                    <a:pt x="2" y="3"/>
                    <a:pt x="2" y="3"/>
                    <a:pt x="1" y="2"/>
                  </a:cubicBezTo>
                  <a:cubicBezTo>
                    <a:pt x="1" y="2"/>
                    <a:pt x="1" y="2"/>
                    <a:pt x="1" y="2"/>
                  </a:cubicBezTo>
                  <a:cubicBezTo>
                    <a:pt x="1" y="2"/>
                    <a:pt x="0" y="2"/>
                    <a:pt x="0" y="1"/>
                  </a:cubicBezTo>
                  <a:cubicBezTo>
                    <a:pt x="0" y="1"/>
                    <a:pt x="1" y="1"/>
                    <a:pt x="1" y="0"/>
                  </a:cubicBezTo>
                  <a:cubicBezTo>
                    <a:pt x="1" y="0"/>
                    <a:pt x="1" y="0"/>
                    <a:pt x="1" y="0"/>
                  </a:cubicBezTo>
                  <a:cubicBezTo>
                    <a:pt x="1" y="0"/>
                    <a:pt x="2"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7" name="Google Shape;1267;p23"/>
            <p:cNvSpPr/>
            <p:nvPr/>
          </p:nvSpPr>
          <p:spPr>
            <a:xfrm>
              <a:off x="11969372" y="1152983"/>
              <a:ext cx="19581" cy="11748"/>
            </a:xfrm>
            <a:custGeom>
              <a:avLst/>
              <a:gdLst/>
              <a:ahLst/>
              <a:cxnLst/>
              <a:rect l="l" t="t" r="r" b="b"/>
              <a:pathLst>
                <a:path w="3" h="2" extrusionOk="0">
                  <a:moveTo>
                    <a:pt x="2" y="0"/>
                  </a:moveTo>
                  <a:cubicBezTo>
                    <a:pt x="2" y="0"/>
                    <a:pt x="2" y="0"/>
                    <a:pt x="2" y="0"/>
                  </a:cubicBezTo>
                  <a:cubicBezTo>
                    <a:pt x="2" y="0"/>
                    <a:pt x="2" y="0"/>
                    <a:pt x="3" y="0"/>
                  </a:cubicBezTo>
                  <a:cubicBezTo>
                    <a:pt x="3" y="0"/>
                    <a:pt x="3" y="1"/>
                    <a:pt x="3" y="1"/>
                  </a:cubicBezTo>
                  <a:cubicBezTo>
                    <a:pt x="3" y="1"/>
                    <a:pt x="3" y="2"/>
                    <a:pt x="3" y="2"/>
                  </a:cubicBezTo>
                  <a:cubicBezTo>
                    <a:pt x="2" y="2"/>
                    <a:pt x="1" y="2"/>
                    <a:pt x="1" y="2"/>
                  </a:cubicBezTo>
                  <a:cubicBezTo>
                    <a:pt x="0" y="2"/>
                    <a:pt x="0" y="1"/>
                    <a:pt x="0" y="1"/>
                  </a:cubicBezTo>
                  <a:cubicBezTo>
                    <a:pt x="0" y="1"/>
                    <a:pt x="0" y="1"/>
                    <a:pt x="0" y="1"/>
                  </a:cubicBezTo>
                  <a:cubicBezTo>
                    <a:pt x="0" y="0"/>
                    <a:pt x="1" y="0"/>
                    <a:pt x="1" y="0"/>
                  </a:cubicBezTo>
                  <a:cubicBezTo>
                    <a:pt x="1" y="0"/>
                    <a:pt x="1" y="0"/>
                    <a:pt x="1" y="0"/>
                  </a:cubicBezTo>
                  <a:cubicBezTo>
                    <a:pt x="1" y="0"/>
                    <a:pt x="1" y="0"/>
                    <a:pt x="2"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8" name="Google Shape;1268;p23"/>
            <p:cNvSpPr/>
            <p:nvPr/>
          </p:nvSpPr>
          <p:spPr>
            <a:xfrm>
              <a:off x="12035946" y="-405624"/>
              <a:ext cx="2337917" cy="1527278"/>
            </a:xfrm>
            <a:custGeom>
              <a:avLst/>
              <a:gdLst/>
              <a:ahLst/>
              <a:cxnLst/>
              <a:rect l="l" t="t" r="r" b="b"/>
              <a:pathLst>
                <a:path w="377" h="246" extrusionOk="0">
                  <a:moveTo>
                    <a:pt x="376" y="1"/>
                  </a:moveTo>
                  <a:cubicBezTo>
                    <a:pt x="377" y="1"/>
                    <a:pt x="376" y="2"/>
                    <a:pt x="376" y="3"/>
                  </a:cubicBezTo>
                  <a:cubicBezTo>
                    <a:pt x="376" y="3"/>
                    <a:pt x="376" y="3"/>
                    <a:pt x="376" y="3"/>
                  </a:cubicBezTo>
                  <a:cubicBezTo>
                    <a:pt x="375" y="3"/>
                    <a:pt x="374" y="3"/>
                    <a:pt x="374" y="2"/>
                  </a:cubicBezTo>
                  <a:cubicBezTo>
                    <a:pt x="374" y="2"/>
                    <a:pt x="374" y="2"/>
                    <a:pt x="374" y="2"/>
                  </a:cubicBezTo>
                  <a:cubicBezTo>
                    <a:pt x="374" y="2"/>
                    <a:pt x="374" y="1"/>
                    <a:pt x="374" y="0"/>
                  </a:cubicBezTo>
                  <a:cubicBezTo>
                    <a:pt x="374" y="0"/>
                    <a:pt x="374" y="0"/>
                    <a:pt x="374" y="0"/>
                  </a:cubicBezTo>
                  <a:cubicBezTo>
                    <a:pt x="375" y="0"/>
                    <a:pt x="375" y="0"/>
                    <a:pt x="375" y="0"/>
                  </a:cubicBezTo>
                  <a:cubicBezTo>
                    <a:pt x="375" y="0"/>
                    <a:pt x="375" y="0"/>
                    <a:pt x="375" y="0"/>
                  </a:cubicBezTo>
                  <a:cubicBezTo>
                    <a:pt x="376" y="0"/>
                    <a:pt x="376" y="0"/>
                    <a:pt x="376" y="1"/>
                  </a:cubicBezTo>
                  <a:close/>
                  <a:moveTo>
                    <a:pt x="365" y="8"/>
                  </a:moveTo>
                  <a:cubicBezTo>
                    <a:pt x="365" y="9"/>
                    <a:pt x="365" y="10"/>
                    <a:pt x="365" y="10"/>
                  </a:cubicBezTo>
                  <a:cubicBezTo>
                    <a:pt x="365" y="10"/>
                    <a:pt x="365" y="10"/>
                    <a:pt x="365" y="10"/>
                  </a:cubicBezTo>
                  <a:cubicBezTo>
                    <a:pt x="364" y="10"/>
                    <a:pt x="363" y="10"/>
                    <a:pt x="363" y="10"/>
                  </a:cubicBezTo>
                  <a:cubicBezTo>
                    <a:pt x="363" y="10"/>
                    <a:pt x="363" y="10"/>
                    <a:pt x="363" y="10"/>
                  </a:cubicBezTo>
                  <a:cubicBezTo>
                    <a:pt x="362" y="9"/>
                    <a:pt x="362" y="8"/>
                    <a:pt x="363" y="8"/>
                  </a:cubicBezTo>
                  <a:cubicBezTo>
                    <a:pt x="363" y="8"/>
                    <a:pt x="363" y="8"/>
                    <a:pt x="363" y="8"/>
                  </a:cubicBezTo>
                  <a:cubicBezTo>
                    <a:pt x="363" y="8"/>
                    <a:pt x="364" y="8"/>
                    <a:pt x="364" y="8"/>
                  </a:cubicBezTo>
                  <a:cubicBezTo>
                    <a:pt x="364" y="8"/>
                    <a:pt x="364" y="8"/>
                    <a:pt x="364" y="8"/>
                  </a:cubicBezTo>
                  <a:cubicBezTo>
                    <a:pt x="364" y="8"/>
                    <a:pt x="365" y="8"/>
                    <a:pt x="365" y="8"/>
                  </a:cubicBezTo>
                  <a:close/>
                  <a:moveTo>
                    <a:pt x="354" y="16"/>
                  </a:moveTo>
                  <a:cubicBezTo>
                    <a:pt x="354" y="16"/>
                    <a:pt x="354" y="17"/>
                    <a:pt x="353" y="17"/>
                  </a:cubicBezTo>
                  <a:cubicBezTo>
                    <a:pt x="353" y="17"/>
                    <a:pt x="353" y="17"/>
                    <a:pt x="353" y="17"/>
                  </a:cubicBezTo>
                  <a:cubicBezTo>
                    <a:pt x="353" y="18"/>
                    <a:pt x="352" y="18"/>
                    <a:pt x="351" y="17"/>
                  </a:cubicBezTo>
                  <a:cubicBezTo>
                    <a:pt x="351" y="17"/>
                    <a:pt x="351" y="17"/>
                    <a:pt x="351" y="17"/>
                  </a:cubicBezTo>
                  <a:cubicBezTo>
                    <a:pt x="351" y="16"/>
                    <a:pt x="351" y="16"/>
                    <a:pt x="352" y="15"/>
                  </a:cubicBezTo>
                  <a:cubicBezTo>
                    <a:pt x="352" y="15"/>
                    <a:pt x="352" y="15"/>
                    <a:pt x="352" y="15"/>
                  </a:cubicBezTo>
                  <a:cubicBezTo>
                    <a:pt x="352" y="15"/>
                    <a:pt x="352" y="15"/>
                    <a:pt x="352" y="15"/>
                  </a:cubicBezTo>
                  <a:cubicBezTo>
                    <a:pt x="352" y="15"/>
                    <a:pt x="352" y="15"/>
                    <a:pt x="352" y="15"/>
                  </a:cubicBezTo>
                  <a:cubicBezTo>
                    <a:pt x="353" y="15"/>
                    <a:pt x="353" y="15"/>
                    <a:pt x="354" y="16"/>
                  </a:cubicBezTo>
                  <a:close/>
                  <a:moveTo>
                    <a:pt x="342" y="23"/>
                  </a:moveTo>
                  <a:cubicBezTo>
                    <a:pt x="343" y="24"/>
                    <a:pt x="343" y="24"/>
                    <a:pt x="342" y="25"/>
                  </a:cubicBezTo>
                  <a:cubicBezTo>
                    <a:pt x="342" y="25"/>
                    <a:pt x="342" y="25"/>
                    <a:pt x="342" y="25"/>
                  </a:cubicBezTo>
                  <a:cubicBezTo>
                    <a:pt x="341" y="25"/>
                    <a:pt x="340" y="25"/>
                    <a:pt x="340" y="24"/>
                  </a:cubicBezTo>
                  <a:cubicBezTo>
                    <a:pt x="340" y="24"/>
                    <a:pt x="340" y="24"/>
                    <a:pt x="340" y="24"/>
                  </a:cubicBezTo>
                  <a:cubicBezTo>
                    <a:pt x="340" y="24"/>
                    <a:pt x="340" y="23"/>
                    <a:pt x="340" y="23"/>
                  </a:cubicBezTo>
                  <a:cubicBezTo>
                    <a:pt x="340" y="23"/>
                    <a:pt x="340" y="23"/>
                    <a:pt x="340" y="23"/>
                  </a:cubicBezTo>
                  <a:cubicBezTo>
                    <a:pt x="341" y="22"/>
                    <a:pt x="341" y="22"/>
                    <a:pt x="341" y="22"/>
                  </a:cubicBezTo>
                  <a:cubicBezTo>
                    <a:pt x="341" y="22"/>
                    <a:pt x="341" y="22"/>
                    <a:pt x="341" y="22"/>
                  </a:cubicBezTo>
                  <a:cubicBezTo>
                    <a:pt x="342" y="22"/>
                    <a:pt x="342" y="23"/>
                    <a:pt x="342" y="23"/>
                  </a:cubicBezTo>
                  <a:close/>
                  <a:moveTo>
                    <a:pt x="331" y="30"/>
                  </a:moveTo>
                  <a:cubicBezTo>
                    <a:pt x="331" y="31"/>
                    <a:pt x="331" y="32"/>
                    <a:pt x="331" y="32"/>
                  </a:cubicBezTo>
                  <a:cubicBezTo>
                    <a:pt x="331" y="32"/>
                    <a:pt x="331" y="32"/>
                    <a:pt x="331" y="32"/>
                  </a:cubicBezTo>
                  <a:cubicBezTo>
                    <a:pt x="330" y="33"/>
                    <a:pt x="329" y="32"/>
                    <a:pt x="329" y="32"/>
                  </a:cubicBezTo>
                  <a:cubicBezTo>
                    <a:pt x="329" y="32"/>
                    <a:pt x="329" y="32"/>
                    <a:pt x="329" y="32"/>
                  </a:cubicBezTo>
                  <a:cubicBezTo>
                    <a:pt x="328" y="31"/>
                    <a:pt x="328" y="30"/>
                    <a:pt x="329" y="30"/>
                  </a:cubicBezTo>
                  <a:cubicBezTo>
                    <a:pt x="329" y="30"/>
                    <a:pt x="329" y="30"/>
                    <a:pt x="329" y="30"/>
                  </a:cubicBezTo>
                  <a:cubicBezTo>
                    <a:pt x="329" y="30"/>
                    <a:pt x="330" y="30"/>
                    <a:pt x="330" y="30"/>
                  </a:cubicBezTo>
                  <a:cubicBezTo>
                    <a:pt x="330" y="30"/>
                    <a:pt x="330" y="30"/>
                    <a:pt x="330" y="30"/>
                  </a:cubicBezTo>
                  <a:cubicBezTo>
                    <a:pt x="330" y="30"/>
                    <a:pt x="331" y="30"/>
                    <a:pt x="331" y="30"/>
                  </a:cubicBezTo>
                  <a:close/>
                  <a:moveTo>
                    <a:pt x="320" y="38"/>
                  </a:moveTo>
                  <a:cubicBezTo>
                    <a:pt x="320" y="38"/>
                    <a:pt x="320" y="39"/>
                    <a:pt x="319" y="40"/>
                  </a:cubicBezTo>
                  <a:cubicBezTo>
                    <a:pt x="319" y="40"/>
                    <a:pt x="319" y="40"/>
                    <a:pt x="319" y="40"/>
                  </a:cubicBezTo>
                  <a:cubicBezTo>
                    <a:pt x="319" y="40"/>
                    <a:pt x="318" y="40"/>
                    <a:pt x="317" y="39"/>
                  </a:cubicBezTo>
                  <a:cubicBezTo>
                    <a:pt x="317" y="39"/>
                    <a:pt x="317" y="39"/>
                    <a:pt x="317" y="39"/>
                  </a:cubicBezTo>
                  <a:cubicBezTo>
                    <a:pt x="317" y="39"/>
                    <a:pt x="317" y="38"/>
                    <a:pt x="318" y="37"/>
                  </a:cubicBezTo>
                  <a:cubicBezTo>
                    <a:pt x="318" y="37"/>
                    <a:pt x="318" y="37"/>
                    <a:pt x="318" y="37"/>
                  </a:cubicBezTo>
                  <a:cubicBezTo>
                    <a:pt x="318" y="37"/>
                    <a:pt x="318" y="37"/>
                    <a:pt x="319" y="37"/>
                  </a:cubicBezTo>
                  <a:cubicBezTo>
                    <a:pt x="319" y="37"/>
                    <a:pt x="319" y="37"/>
                    <a:pt x="319" y="37"/>
                  </a:cubicBezTo>
                  <a:cubicBezTo>
                    <a:pt x="319" y="37"/>
                    <a:pt x="319" y="37"/>
                    <a:pt x="320" y="38"/>
                  </a:cubicBezTo>
                  <a:close/>
                  <a:moveTo>
                    <a:pt x="308" y="45"/>
                  </a:moveTo>
                  <a:cubicBezTo>
                    <a:pt x="309" y="46"/>
                    <a:pt x="309" y="46"/>
                    <a:pt x="308" y="47"/>
                  </a:cubicBezTo>
                  <a:cubicBezTo>
                    <a:pt x="308" y="47"/>
                    <a:pt x="308" y="47"/>
                    <a:pt x="308" y="47"/>
                  </a:cubicBezTo>
                  <a:cubicBezTo>
                    <a:pt x="307" y="47"/>
                    <a:pt x="307" y="47"/>
                    <a:pt x="306" y="47"/>
                  </a:cubicBezTo>
                  <a:cubicBezTo>
                    <a:pt x="306" y="47"/>
                    <a:pt x="306" y="47"/>
                    <a:pt x="306" y="47"/>
                  </a:cubicBezTo>
                  <a:cubicBezTo>
                    <a:pt x="306" y="46"/>
                    <a:pt x="306" y="45"/>
                    <a:pt x="306" y="45"/>
                  </a:cubicBezTo>
                  <a:cubicBezTo>
                    <a:pt x="306" y="45"/>
                    <a:pt x="306" y="45"/>
                    <a:pt x="306" y="45"/>
                  </a:cubicBezTo>
                  <a:cubicBezTo>
                    <a:pt x="307" y="45"/>
                    <a:pt x="307" y="44"/>
                    <a:pt x="307" y="44"/>
                  </a:cubicBezTo>
                  <a:cubicBezTo>
                    <a:pt x="307" y="44"/>
                    <a:pt x="307" y="44"/>
                    <a:pt x="307" y="44"/>
                  </a:cubicBezTo>
                  <a:cubicBezTo>
                    <a:pt x="308" y="44"/>
                    <a:pt x="308" y="45"/>
                    <a:pt x="308" y="45"/>
                  </a:cubicBezTo>
                  <a:close/>
                  <a:moveTo>
                    <a:pt x="297" y="52"/>
                  </a:moveTo>
                  <a:cubicBezTo>
                    <a:pt x="297" y="53"/>
                    <a:pt x="297" y="54"/>
                    <a:pt x="297" y="54"/>
                  </a:cubicBezTo>
                  <a:cubicBezTo>
                    <a:pt x="297" y="54"/>
                    <a:pt x="297" y="54"/>
                    <a:pt x="297" y="54"/>
                  </a:cubicBezTo>
                  <a:cubicBezTo>
                    <a:pt x="296" y="55"/>
                    <a:pt x="295" y="54"/>
                    <a:pt x="295" y="54"/>
                  </a:cubicBezTo>
                  <a:cubicBezTo>
                    <a:pt x="295" y="54"/>
                    <a:pt x="295" y="54"/>
                    <a:pt x="295" y="54"/>
                  </a:cubicBezTo>
                  <a:cubicBezTo>
                    <a:pt x="294" y="53"/>
                    <a:pt x="295" y="52"/>
                    <a:pt x="295" y="52"/>
                  </a:cubicBezTo>
                  <a:cubicBezTo>
                    <a:pt x="295" y="52"/>
                    <a:pt x="295" y="52"/>
                    <a:pt x="295" y="52"/>
                  </a:cubicBezTo>
                  <a:cubicBezTo>
                    <a:pt x="295" y="52"/>
                    <a:pt x="296" y="52"/>
                    <a:pt x="296" y="52"/>
                  </a:cubicBezTo>
                  <a:cubicBezTo>
                    <a:pt x="296" y="52"/>
                    <a:pt x="296" y="52"/>
                    <a:pt x="296" y="52"/>
                  </a:cubicBezTo>
                  <a:cubicBezTo>
                    <a:pt x="296" y="52"/>
                    <a:pt x="297" y="52"/>
                    <a:pt x="297" y="52"/>
                  </a:cubicBezTo>
                  <a:close/>
                  <a:moveTo>
                    <a:pt x="286" y="60"/>
                  </a:moveTo>
                  <a:cubicBezTo>
                    <a:pt x="286" y="60"/>
                    <a:pt x="286" y="61"/>
                    <a:pt x="285" y="62"/>
                  </a:cubicBezTo>
                  <a:cubicBezTo>
                    <a:pt x="285" y="62"/>
                    <a:pt x="285" y="62"/>
                    <a:pt x="285" y="62"/>
                  </a:cubicBezTo>
                  <a:cubicBezTo>
                    <a:pt x="285" y="62"/>
                    <a:pt x="284" y="62"/>
                    <a:pt x="284" y="61"/>
                  </a:cubicBezTo>
                  <a:cubicBezTo>
                    <a:pt x="284" y="61"/>
                    <a:pt x="284" y="61"/>
                    <a:pt x="284" y="61"/>
                  </a:cubicBezTo>
                  <a:cubicBezTo>
                    <a:pt x="283" y="61"/>
                    <a:pt x="283" y="60"/>
                    <a:pt x="284" y="59"/>
                  </a:cubicBezTo>
                  <a:cubicBezTo>
                    <a:pt x="284" y="59"/>
                    <a:pt x="284" y="59"/>
                    <a:pt x="284" y="59"/>
                  </a:cubicBezTo>
                  <a:cubicBezTo>
                    <a:pt x="284" y="59"/>
                    <a:pt x="284" y="59"/>
                    <a:pt x="285" y="59"/>
                  </a:cubicBezTo>
                  <a:cubicBezTo>
                    <a:pt x="285" y="59"/>
                    <a:pt x="285" y="59"/>
                    <a:pt x="285" y="59"/>
                  </a:cubicBezTo>
                  <a:cubicBezTo>
                    <a:pt x="285" y="59"/>
                    <a:pt x="285" y="59"/>
                    <a:pt x="286" y="60"/>
                  </a:cubicBezTo>
                  <a:close/>
                  <a:moveTo>
                    <a:pt x="274" y="67"/>
                  </a:moveTo>
                  <a:cubicBezTo>
                    <a:pt x="275" y="68"/>
                    <a:pt x="275" y="69"/>
                    <a:pt x="274" y="69"/>
                  </a:cubicBezTo>
                  <a:cubicBezTo>
                    <a:pt x="274" y="69"/>
                    <a:pt x="274" y="69"/>
                    <a:pt x="274" y="69"/>
                  </a:cubicBezTo>
                  <a:cubicBezTo>
                    <a:pt x="273" y="69"/>
                    <a:pt x="273" y="69"/>
                    <a:pt x="272" y="69"/>
                  </a:cubicBezTo>
                  <a:cubicBezTo>
                    <a:pt x="272" y="69"/>
                    <a:pt x="272" y="69"/>
                    <a:pt x="272" y="69"/>
                  </a:cubicBezTo>
                  <a:cubicBezTo>
                    <a:pt x="272" y="68"/>
                    <a:pt x="272" y="67"/>
                    <a:pt x="273" y="67"/>
                  </a:cubicBezTo>
                  <a:cubicBezTo>
                    <a:pt x="273" y="67"/>
                    <a:pt x="273" y="67"/>
                    <a:pt x="273" y="67"/>
                  </a:cubicBezTo>
                  <a:cubicBezTo>
                    <a:pt x="273" y="67"/>
                    <a:pt x="273" y="67"/>
                    <a:pt x="273" y="67"/>
                  </a:cubicBezTo>
                  <a:cubicBezTo>
                    <a:pt x="273" y="67"/>
                    <a:pt x="273" y="67"/>
                    <a:pt x="273" y="67"/>
                  </a:cubicBezTo>
                  <a:cubicBezTo>
                    <a:pt x="274" y="67"/>
                    <a:pt x="274" y="67"/>
                    <a:pt x="274" y="67"/>
                  </a:cubicBezTo>
                  <a:close/>
                  <a:moveTo>
                    <a:pt x="263" y="75"/>
                  </a:moveTo>
                  <a:cubicBezTo>
                    <a:pt x="264" y="75"/>
                    <a:pt x="263" y="76"/>
                    <a:pt x="263" y="76"/>
                  </a:cubicBezTo>
                  <a:cubicBezTo>
                    <a:pt x="263" y="76"/>
                    <a:pt x="263" y="76"/>
                    <a:pt x="263" y="76"/>
                  </a:cubicBezTo>
                  <a:cubicBezTo>
                    <a:pt x="262" y="77"/>
                    <a:pt x="261" y="77"/>
                    <a:pt x="261" y="76"/>
                  </a:cubicBezTo>
                  <a:cubicBezTo>
                    <a:pt x="261" y="76"/>
                    <a:pt x="261" y="76"/>
                    <a:pt x="261" y="76"/>
                  </a:cubicBezTo>
                  <a:cubicBezTo>
                    <a:pt x="260" y="75"/>
                    <a:pt x="261" y="75"/>
                    <a:pt x="261" y="74"/>
                  </a:cubicBezTo>
                  <a:cubicBezTo>
                    <a:pt x="261" y="74"/>
                    <a:pt x="261" y="74"/>
                    <a:pt x="261" y="74"/>
                  </a:cubicBezTo>
                  <a:cubicBezTo>
                    <a:pt x="262" y="74"/>
                    <a:pt x="262" y="74"/>
                    <a:pt x="262" y="74"/>
                  </a:cubicBezTo>
                  <a:cubicBezTo>
                    <a:pt x="262" y="74"/>
                    <a:pt x="262" y="74"/>
                    <a:pt x="262" y="74"/>
                  </a:cubicBezTo>
                  <a:cubicBezTo>
                    <a:pt x="262" y="74"/>
                    <a:pt x="263" y="74"/>
                    <a:pt x="263" y="75"/>
                  </a:cubicBezTo>
                  <a:close/>
                  <a:moveTo>
                    <a:pt x="252" y="82"/>
                  </a:moveTo>
                  <a:cubicBezTo>
                    <a:pt x="252" y="83"/>
                    <a:pt x="252" y="83"/>
                    <a:pt x="251" y="84"/>
                  </a:cubicBezTo>
                  <a:cubicBezTo>
                    <a:pt x="251" y="84"/>
                    <a:pt x="251" y="84"/>
                    <a:pt x="251" y="84"/>
                  </a:cubicBezTo>
                  <a:cubicBezTo>
                    <a:pt x="251" y="84"/>
                    <a:pt x="250" y="84"/>
                    <a:pt x="250" y="83"/>
                  </a:cubicBezTo>
                  <a:cubicBezTo>
                    <a:pt x="250" y="83"/>
                    <a:pt x="250" y="83"/>
                    <a:pt x="250" y="83"/>
                  </a:cubicBezTo>
                  <a:cubicBezTo>
                    <a:pt x="249" y="83"/>
                    <a:pt x="249" y="82"/>
                    <a:pt x="250" y="81"/>
                  </a:cubicBezTo>
                  <a:cubicBezTo>
                    <a:pt x="250" y="81"/>
                    <a:pt x="250" y="81"/>
                    <a:pt x="250" y="81"/>
                  </a:cubicBezTo>
                  <a:cubicBezTo>
                    <a:pt x="250" y="81"/>
                    <a:pt x="250" y="81"/>
                    <a:pt x="251" y="81"/>
                  </a:cubicBezTo>
                  <a:cubicBezTo>
                    <a:pt x="251" y="81"/>
                    <a:pt x="251" y="81"/>
                    <a:pt x="251" y="81"/>
                  </a:cubicBezTo>
                  <a:cubicBezTo>
                    <a:pt x="251" y="81"/>
                    <a:pt x="252" y="81"/>
                    <a:pt x="252" y="82"/>
                  </a:cubicBezTo>
                  <a:close/>
                  <a:moveTo>
                    <a:pt x="240" y="89"/>
                  </a:moveTo>
                  <a:cubicBezTo>
                    <a:pt x="241" y="90"/>
                    <a:pt x="241" y="91"/>
                    <a:pt x="240" y="91"/>
                  </a:cubicBezTo>
                  <a:cubicBezTo>
                    <a:pt x="240" y="91"/>
                    <a:pt x="240" y="91"/>
                    <a:pt x="240" y="91"/>
                  </a:cubicBezTo>
                  <a:cubicBezTo>
                    <a:pt x="240" y="92"/>
                    <a:pt x="239" y="91"/>
                    <a:pt x="238" y="91"/>
                  </a:cubicBezTo>
                  <a:cubicBezTo>
                    <a:pt x="238" y="91"/>
                    <a:pt x="238" y="91"/>
                    <a:pt x="238" y="91"/>
                  </a:cubicBezTo>
                  <a:cubicBezTo>
                    <a:pt x="238" y="90"/>
                    <a:pt x="238" y="89"/>
                    <a:pt x="239" y="89"/>
                  </a:cubicBezTo>
                  <a:cubicBezTo>
                    <a:pt x="239" y="89"/>
                    <a:pt x="239" y="89"/>
                    <a:pt x="239" y="89"/>
                  </a:cubicBezTo>
                  <a:cubicBezTo>
                    <a:pt x="239" y="89"/>
                    <a:pt x="239" y="89"/>
                    <a:pt x="239" y="89"/>
                  </a:cubicBezTo>
                  <a:cubicBezTo>
                    <a:pt x="239" y="89"/>
                    <a:pt x="239" y="89"/>
                    <a:pt x="239" y="89"/>
                  </a:cubicBezTo>
                  <a:cubicBezTo>
                    <a:pt x="240" y="89"/>
                    <a:pt x="240" y="89"/>
                    <a:pt x="240" y="89"/>
                  </a:cubicBezTo>
                  <a:close/>
                  <a:moveTo>
                    <a:pt x="229" y="97"/>
                  </a:moveTo>
                  <a:cubicBezTo>
                    <a:pt x="230" y="97"/>
                    <a:pt x="229" y="98"/>
                    <a:pt x="229" y="98"/>
                  </a:cubicBezTo>
                  <a:cubicBezTo>
                    <a:pt x="229" y="98"/>
                    <a:pt x="229" y="98"/>
                    <a:pt x="229" y="98"/>
                  </a:cubicBezTo>
                  <a:cubicBezTo>
                    <a:pt x="228" y="99"/>
                    <a:pt x="227" y="99"/>
                    <a:pt x="227" y="98"/>
                  </a:cubicBezTo>
                  <a:cubicBezTo>
                    <a:pt x="227" y="98"/>
                    <a:pt x="227" y="98"/>
                    <a:pt x="227" y="98"/>
                  </a:cubicBezTo>
                  <a:cubicBezTo>
                    <a:pt x="227" y="97"/>
                    <a:pt x="227" y="97"/>
                    <a:pt x="227" y="96"/>
                  </a:cubicBezTo>
                  <a:cubicBezTo>
                    <a:pt x="227" y="96"/>
                    <a:pt x="227" y="96"/>
                    <a:pt x="227" y="96"/>
                  </a:cubicBezTo>
                  <a:cubicBezTo>
                    <a:pt x="228" y="96"/>
                    <a:pt x="228" y="96"/>
                    <a:pt x="228" y="96"/>
                  </a:cubicBezTo>
                  <a:cubicBezTo>
                    <a:pt x="228" y="96"/>
                    <a:pt x="228" y="96"/>
                    <a:pt x="228" y="96"/>
                  </a:cubicBezTo>
                  <a:cubicBezTo>
                    <a:pt x="229" y="96"/>
                    <a:pt x="229" y="96"/>
                    <a:pt x="229" y="97"/>
                  </a:cubicBezTo>
                  <a:close/>
                  <a:moveTo>
                    <a:pt x="218" y="104"/>
                  </a:moveTo>
                  <a:cubicBezTo>
                    <a:pt x="218" y="105"/>
                    <a:pt x="218" y="105"/>
                    <a:pt x="217" y="106"/>
                  </a:cubicBezTo>
                  <a:cubicBezTo>
                    <a:pt x="217" y="106"/>
                    <a:pt x="217" y="106"/>
                    <a:pt x="217" y="106"/>
                  </a:cubicBezTo>
                  <a:cubicBezTo>
                    <a:pt x="217" y="106"/>
                    <a:pt x="216" y="106"/>
                    <a:pt x="216" y="105"/>
                  </a:cubicBezTo>
                  <a:cubicBezTo>
                    <a:pt x="216" y="105"/>
                    <a:pt x="216" y="105"/>
                    <a:pt x="216" y="105"/>
                  </a:cubicBezTo>
                  <a:cubicBezTo>
                    <a:pt x="215" y="105"/>
                    <a:pt x="215" y="104"/>
                    <a:pt x="216" y="104"/>
                  </a:cubicBezTo>
                  <a:cubicBezTo>
                    <a:pt x="216" y="104"/>
                    <a:pt x="216" y="104"/>
                    <a:pt x="216" y="104"/>
                  </a:cubicBezTo>
                  <a:cubicBezTo>
                    <a:pt x="216" y="103"/>
                    <a:pt x="217" y="103"/>
                    <a:pt x="217" y="103"/>
                  </a:cubicBezTo>
                  <a:cubicBezTo>
                    <a:pt x="217" y="103"/>
                    <a:pt x="217" y="103"/>
                    <a:pt x="217" y="103"/>
                  </a:cubicBezTo>
                  <a:cubicBezTo>
                    <a:pt x="217" y="103"/>
                    <a:pt x="218" y="104"/>
                    <a:pt x="218" y="104"/>
                  </a:cubicBezTo>
                  <a:close/>
                  <a:moveTo>
                    <a:pt x="207" y="111"/>
                  </a:moveTo>
                  <a:cubicBezTo>
                    <a:pt x="207" y="112"/>
                    <a:pt x="207" y="113"/>
                    <a:pt x="206" y="113"/>
                  </a:cubicBezTo>
                  <a:cubicBezTo>
                    <a:pt x="206" y="113"/>
                    <a:pt x="206" y="113"/>
                    <a:pt x="206" y="113"/>
                  </a:cubicBezTo>
                  <a:cubicBezTo>
                    <a:pt x="206" y="114"/>
                    <a:pt x="205" y="113"/>
                    <a:pt x="204" y="113"/>
                  </a:cubicBezTo>
                  <a:cubicBezTo>
                    <a:pt x="204" y="113"/>
                    <a:pt x="204" y="113"/>
                    <a:pt x="204" y="113"/>
                  </a:cubicBezTo>
                  <a:cubicBezTo>
                    <a:pt x="204" y="112"/>
                    <a:pt x="204" y="111"/>
                    <a:pt x="205" y="111"/>
                  </a:cubicBezTo>
                  <a:cubicBezTo>
                    <a:pt x="205" y="111"/>
                    <a:pt x="205" y="111"/>
                    <a:pt x="205" y="111"/>
                  </a:cubicBezTo>
                  <a:cubicBezTo>
                    <a:pt x="205" y="111"/>
                    <a:pt x="205" y="111"/>
                    <a:pt x="205" y="111"/>
                  </a:cubicBezTo>
                  <a:cubicBezTo>
                    <a:pt x="205" y="111"/>
                    <a:pt x="205" y="111"/>
                    <a:pt x="205" y="111"/>
                  </a:cubicBezTo>
                  <a:cubicBezTo>
                    <a:pt x="206" y="111"/>
                    <a:pt x="206" y="111"/>
                    <a:pt x="207" y="111"/>
                  </a:cubicBezTo>
                  <a:close/>
                  <a:moveTo>
                    <a:pt x="195" y="119"/>
                  </a:moveTo>
                  <a:cubicBezTo>
                    <a:pt x="196" y="119"/>
                    <a:pt x="195" y="120"/>
                    <a:pt x="195" y="121"/>
                  </a:cubicBezTo>
                  <a:cubicBezTo>
                    <a:pt x="195" y="121"/>
                    <a:pt x="195" y="121"/>
                    <a:pt x="195" y="121"/>
                  </a:cubicBezTo>
                  <a:cubicBezTo>
                    <a:pt x="194" y="121"/>
                    <a:pt x="193" y="121"/>
                    <a:pt x="193" y="120"/>
                  </a:cubicBezTo>
                  <a:cubicBezTo>
                    <a:pt x="193" y="120"/>
                    <a:pt x="193" y="120"/>
                    <a:pt x="193" y="120"/>
                  </a:cubicBezTo>
                  <a:cubicBezTo>
                    <a:pt x="193" y="120"/>
                    <a:pt x="193" y="119"/>
                    <a:pt x="193" y="118"/>
                  </a:cubicBezTo>
                  <a:cubicBezTo>
                    <a:pt x="193" y="118"/>
                    <a:pt x="193" y="118"/>
                    <a:pt x="193" y="118"/>
                  </a:cubicBezTo>
                  <a:cubicBezTo>
                    <a:pt x="194" y="118"/>
                    <a:pt x="194" y="118"/>
                    <a:pt x="194" y="118"/>
                  </a:cubicBezTo>
                  <a:cubicBezTo>
                    <a:pt x="194" y="118"/>
                    <a:pt x="194" y="118"/>
                    <a:pt x="194" y="118"/>
                  </a:cubicBezTo>
                  <a:cubicBezTo>
                    <a:pt x="195" y="118"/>
                    <a:pt x="195" y="118"/>
                    <a:pt x="195" y="119"/>
                  </a:cubicBezTo>
                  <a:close/>
                  <a:moveTo>
                    <a:pt x="184" y="126"/>
                  </a:moveTo>
                  <a:cubicBezTo>
                    <a:pt x="184" y="127"/>
                    <a:pt x="184" y="128"/>
                    <a:pt x="184" y="128"/>
                  </a:cubicBezTo>
                  <a:cubicBezTo>
                    <a:pt x="184" y="128"/>
                    <a:pt x="184" y="128"/>
                    <a:pt x="184" y="128"/>
                  </a:cubicBezTo>
                  <a:cubicBezTo>
                    <a:pt x="183" y="128"/>
                    <a:pt x="182" y="128"/>
                    <a:pt x="182" y="128"/>
                  </a:cubicBezTo>
                  <a:cubicBezTo>
                    <a:pt x="182" y="128"/>
                    <a:pt x="182" y="128"/>
                    <a:pt x="182" y="128"/>
                  </a:cubicBezTo>
                  <a:cubicBezTo>
                    <a:pt x="181" y="127"/>
                    <a:pt x="181" y="126"/>
                    <a:pt x="182" y="126"/>
                  </a:cubicBezTo>
                  <a:cubicBezTo>
                    <a:pt x="182" y="126"/>
                    <a:pt x="182" y="126"/>
                    <a:pt x="182" y="126"/>
                  </a:cubicBezTo>
                  <a:cubicBezTo>
                    <a:pt x="182" y="126"/>
                    <a:pt x="183" y="125"/>
                    <a:pt x="183" y="125"/>
                  </a:cubicBezTo>
                  <a:cubicBezTo>
                    <a:pt x="183" y="125"/>
                    <a:pt x="183" y="125"/>
                    <a:pt x="183" y="125"/>
                  </a:cubicBezTo>
                  <a:cubicBezTo>
                    <a:pt x="183" y="125"/>
                    <a:pt x="184" y="126"/>
                    <a:pt x="184" y="126"/>
                  </a:cubicBezTo>
                  <a:close/>
                  <a:moveTo>
                    <a:pt x="173" y="133"/>
                  </a:moveTo>
                  <a:cubicBezTo>
                    <a:pt x="173" y="134"/>
                    <a:pt x="173" y="135"/>
                    <a:pt x="172" y="135"/>
                  </a:cubicBezTo>
                  <a:cubicBezTo>
                    <a:pt x="172" y="135"/>
                    <a:pt x="172" y="135"/>
                    <a:pt x="172" y="135"/>
                  </a:cubicBezTo>
                  <a:cubicBezTo>
                    <a:pt x="172" y="136"/>
                    <a:pt x="171" y="136"/>
                    <a:pt x="170" y="135"/>
                  </a:cubicBezTo>
                  <a:cubicBezTo>
                    <a:pt x="170" y="135"/>
                    <a:pt x="170" y="135"/>
                    <a:pt x="170" y="135"/>
                  </a:cubicBezTo>
                  <a:cubicBezTo>
                    <a:pt x="170" y="134"/>
                    <a:pt x="170" y="133"/>
                    <a:pt x="171" y="133"/>
                  </a:cubicBezTo>
                  <a:cubicBezTo>
                    <a:pt x="171" y="133"/>
                    <a:pt x="171" y="133"/>
                    <a:pt x="171" y="133"/>
                  </a:cubicBezTo>
                  <a:cubicBezTo>
                    <a:pt x="171" y="133"/>
                    <a:pt x="171" y="133"/>
                    <a:pt x="172" y="133"/>
                  </a:cubicBezTo>
                  <a:cubicBezTo>
                    <a:pt x="172" y="133"/>
                    <a:pt x="172" y="133"/>
                    <a:pt x="172" y="133"/>
                  </a:cubicBezTo>
                  <a:cubicBezTo>
                    <a:pt x="172" y="133"/>
                    <a:pt x="172" y="133"/>
                    <a:pt x="173" y="133"/>
                  </a:cubicBezTo>
                  <a:close/>
                  <a:moveTo>
                    <a:pt x="161" y="141"/>
                  </a:moveTo>
                  <a:cubicBezTo>
                    <a:pt x="162" y="141"/>
                    <a:pt x="162" y="142"/>
                    <a:pt x="161" y="143"/>
                  </a:cubicBezTo>
                  <a:cubicBezTo>
                    <a:pt x="161" y="143"/>
                    <a:pt x="161" y="143"/>
                    <a:pt x="161" y="143"/>
                  </a:cubicBezTo>
                  <a:cubicBezTo>
                    <a:pt x="160" y="143"/>
                    <a:pt x="160" y="143"/>
                    <a:pt x="159" y="142"/>
                  </a:cubicBezTo>
                  <a:cubicBezTo>
                    <a:pt x="159" y="142"/>
                    <a:pt x="159" y="142"/>
                    <a:pt x="159" y="142"/>
                  </a:cubicBezTo>
                  <a:cubicBezTo>
                    <a:pt x="159" y="142"/>
                    <a:pt x="159" y="141"/>
                    <a:pt x="159" y="140"/>
                  </a:cubicBezTo>
                  <a:cubicBezTo>
                    <a:pt x="159" y="140"/>
                    <a:pt x="159" y="140"/>
                    <a:pt x="159" y="140"/>
                  </a:cubicBezTo>
                  <a:cubicBezTo>
                    <a:pt x="160" y="140"/>
                    <a:pt x="160" y="140"/>
                    <a:pt x="160" y="140"/>
                  </a:cubicBezTo>
                  <a:cubicBezTo>
                    <a:pt x="160" y="140"/>
                    <a:pt x="160" y="140"/>
                    <a:pt x="160" y="140"/>
                  </a:cubicBezTo>
                  <a:cubicBezTo>
                    <a:pt x="161" y="140"/>
                    <a:pt x="161" y="140"/>
                    <a:pt x="161" y="141"/>
                  </a:cubicBezTo>
                  <a:close/>
                  <a:moveTo>
                    <a:pt x="150" y="148"/>
                  </a:moveTo>
                  <a:cubicBezTo>
                    <a:pt x="150" y="149"/>
                    <a:pt x="150" y="150"/>
                    <a:pt x="150" y="150"/>
                  </a:cubicBezTo>
                  <a:cubicBezTo>
                    <a:pt x="150" y="150"/>
                    <a:pt x="150" y="150"/>
                    <a:pt x="150" y="150"/>
                  </a:cubicBezTo>
                  <a:cubicBezTo>
                    <a:pt x="149" y="150"/>
                    <a:pt x="148" y="150"/>
                    <a:pt x="148" y="150"/>
                  </a:cubicBezTo>
                  <a:cubicBezTo>
                    <a:pt x="148" y="150"/>
                    <a:pt x="148" y="150"/>
                    <a:pt x="148" y="150"/>
                  </a:cubicBezTo>
                  <a:cubicBezTo>
                    <a:pt x="147" y="149"/>
                    <a:pt x="148" y="148"/>
                    <a:pt x="148" y="148"/>
                  </a:cubicBezTo>
                  <a:cubicBezTo>
                    <a:pt x="148" y="148"/>
                    <a:pt x="148" y="148"/>
                    <a:pt x="148" y="148"/>
                  </a:cubicBezTo>
                  <a:cubicBezTo>
                    <a:pt x="148" y="148"/>
                    <a:pt x="149" y="148"/>
                    <a:pt x="149" y="148"/>
                  </a:cubicBezTo>
                  <a:cubicBezTo>
                    <a:pt x="149" y="148"/>
                    <a:pt x="149" y="148"/>
                    <a:pt x="149" y="148"/>
                  </a:cubicBezTo>
                  <a:cubicBezTo>
                    <a:pt x="149" y="148"/>
                    <a:pt x="150" y="148"/>
                    <a:pt x="150" y="148"/>
                  </a:cubicBezTo>
                  <a:close/>
                  <a:moveTo>
                    <a:pt x="139" y="156"/>
                  </a:moveTo>
                  <a:cubicBezTo>
                    <a:pt x="139" y="156"/>
                    <a:pt x="139" y="157"/>
                    <a:pt x="138" y="157"/>
                  </a:cubicBezTo>
                  <a:cubicBezTo>
                    <a:pt x="138" y="157"/>
                    <a:pt x="138" y="157"/>
                    <a:pt x="138" y="157"/>
                  </a:cubicBezTo>
                  <a:cubicBezTo>
                    <a:pt x="138" y="158"/>
                    <a:pt x="137" y="158"/>
                    <a:pt x="136" y="157"/>
                  </a:cubicBezTo>
                  <a:cubicBezTo>
                    <a:pt x="136" y="157"/>
                    <a:pt x="136" y="157"/>
                    <a:pt x="136" y="157"/>
                  </a:cubicBezTo>
                  <a:cubicBezTo>
                    <a:pt x="136" y="156"/>
                    <a:pt x="136" y="156"/>
                    <a:pt x="137" y="155"/>
                  </a:cubicBezTo>
                  <a:cubicBezTo>
                    <a:pt x="137" y="155"/>
                    <a:pt x="137" y="155"/>
                    <a:pt x="137" y="155"/>
                  </a:cubicBezTo>
                  <a:cubicBezTo>
                    <a:pt x="137" y="155"/>
                    <a:pt x="137" y="155"/>
                    <a:pt x="138" y="155"/>
                  </a:cubicBezTo>
                  <a:cubicBezTo>
                    <a:pt x="138" y="155"/>
                    <a:pt x="138" y="155"/>
                    <a:pt x="138" y="155"/>
                  </a:cubicBezTo>
                  <a:cubicBezTo>
                    <a:pt x="138" y="155"/>
                    <a:pt x="138" y="155"/>
                    <a:pt x="139" y="156"/>
                  </a:cubicBezTo>
                  <a:close/>
                  <a:moveTo>
                    <a:pt x="127" y="163"/>
                  </a:moveTo>
                  <a:cubicBezTo>
                    <a:pt x="128" y="164"/>
                    <a:pt x="128" y="164"/>
                    <a:pt x="127" y="165"/>
                  </a:cubicBezTo>
                  <a:cubicBezTo>
                    <a:pt x="127" y="165"/>
                    <a:pt x="127" y="165"/>
                    <a:pt x="127" y="165"/>
                  </a:cubicBezTo>
                  <a:cubicBezTo>
                    <a:pt x="126" y="165"/>
                    <a:pt x="126" y="165"/>
                    <a:pt x="125" y="164"/>
                  </a:cubicBezTo>
                  <a:cubicBezTo>
                    <a:pt x="125" y="164"/>
                    <a:pt x="125" y="164"/>
                    <a:pt x="125" y="164"/>
                  </a:cubicBezTo>
                  <a:cubicBezTo>
                    <a:pt x="125" y="164"/>
                    <a:pt x="125" y="163"/>
                    <a:pt x="126" y="163"/>
                  </a:cubicBezTo>
                  <a:cubicBezTo>
                    <a:pt x="126" y="163"/>
                    <a:pt x="126" y="163"/>
                    <a:pt x="126" y="163"/>
                  </a:cubicBezTo>
                  <a:cubicBezTo>
                    <a:pt x="126" y="162"/>
                    <a:pt x="126" y="162"/>
                    <a:pt x="126" y="162"/>
                  </a:cubicBezTo>
                  <a:cubicBezTo>
                    <a:pt x="126" y="162"/>
                    <a:pt x="126" y="162"/>
                    <a:pt x="126" y="162"/>
                  </a:cubicBezTo>
                  <a:cubicBezTo>
                    <a:pt x="127" y="162"/>
                    <a:pt x="127" y="163"/>
                    <a:pt x="127" y="163"/>
                  </a:cubicBezTo>
                  <a:close/>
                  <a:moveTo>
                    <a:pt x="116" y="170"/>
                  </a:moveTo>
                  <a:cubicBezTo>
                    <a:pt x="117" y="171"/>
                    <a:pt x="116" y="172"/>
                    <a:pt x="116" y="172"/>
                  </a:cubicBezTo>
                  <a:cubicBezTo>
                    <a:pt x="116" y="172"/>
                    <a:pt x="116" y="172"/>
                    <a:pt x="116" y="172"/>
                  </a:cubicBezTo>
                  <a:cubicBezTo>
                    <a:pt x="115" y="173"/>
                    <a:pt x="114" y="172"/>
                    <a:pt x="114" y="172"/>
                  </a:cubicBezTo>
                  <a:cubicBezTo>
                    <a:pt x="114" y="172"/>
                    <a:pt x="114" y="172"/>
                    <a:pt x="114" y="172"/>
                  </a:cubicBezTo>
                  <a:cubicBezTo>
                    <a:pt x="113" y="171"/>
                    <a:pt x="114" y="170"/>
                    <a:pt x="114" y="170"/>
                  </a:cubicBezTo>
                  <a:cubicBezTo>
                    <a:pt x="114" y="170"/>
                    <a:pt x="114" y="170"/>
                    <a:pt x="114" y="170"/>
                  </a:cubicBezTo>
                  <a:cubicBezTo>
                    <a:pt x="114" y="170"/>
                    <a:pt x="115" y="170"/>
                    <a:pt x="115" y="170"/>
                  </a:cubicBezTo>
                  <a:cubicBezTo>
                    <a:pt x="115" y="170"/>
                    <a:pt x="115" y="170"/>
                    <a:pt x="115" y="170"/>
                  </a:cubicBezTo>
                  <a:cubicBezTo>
                    <a:pt x="115" y="170"/>
                    <a:pt x="116" y="170"/>
                    <a:pt x="116" y="170"/>
                  </a:cubicBezTo>
                  <a:close/>
                  <a:moveTo>
                    <a:pt x="105" y="178"/>
                  </a:moveTo>
                  <a:cubicBezTo>
                    <a:pt x="105" y="178"/>
                    <a:pt x="105" y="179"/>
                    <a:pt x="104" y="179"/>
                  </a:cubicBezTo>
                  <a:cubicBezTo>
                    <a:pt x="104" y="179"/>
                    <a:pt x="104" y="179"/>
                    <a:pt x="104" y="179"/>
                  </a:cubicBezTo>
                  <a:cubicBezTo>
                    <a:pt x="104" y="180"/>
                    <a:pt x="103" y="180"/>
                    <a:pt x="103" y="179"/>
                  </a:cubicBezTo>
                  <a:cubicBezTo>
                    <a:pt x="103" y="179"/>
                    <a:pt x="103" y="179"/>
                    <a:pt x="103" y="179"/>
                  </a:cubicBezTo>
                  <a:cubicBezTo>
                    <a:pt x="102" y="178"/>
                    <a:pt x="102" y="178"/>
                    <a:pt x="103" y="177"/>
                  </a:cubicBezTo>
                  <a:cubicBezTo>
                    <a:pt x="103" y="177"/>
                    <a:pt x="103" y="177"/>
                    <a:pt x="103" y="177"/>
                  </a:cubicBezTo>
                  <a:cubicBezTo>
                    <a:pt x="103" y="177"/>
                    <a:pt x="103" y="177"/>
                    <a:pt x="104" y="177"/>
                  </a:cubicBezTo>
                  <a:cubicBezTo>
                    <a:pt x="104" y="177"/>
                    <a:pt x="104" y="177"/>
                    <a:pt x="104" y="177"/>
                  </a:cubicBezTo>
                  <a:cubicBezTo>
                    <a:pt x="104" y="177"/>
                    <a:pt x="105" y="177"/>
                    <a:pt x="105" y="178"/>
                  </a:cubicBezTo>
                  <a:close/>
                  <a:moveTo>
                    <a:pt x="93" y="185"/>
                  </a:moveTo>
                  <a:cubicBezTo>
                    <a:pt x="94" y="186"/>
                    <a:pt x="94" y="186"/>
                    <a:pt x="93" y="187"/>
                  </a:cubicBezTo>
                  <a:cubicBezTo>
                    <a:pt x="93" y="187"/>
                    <a:pt x="93" y="187"/>
                    <a:pt x="93" y="187"/>
                  </a:cubicBezTo>
                  <a:cubicBezTo>
                    <a:pt x="92" y="187"/>
                    <a:pt x="92" y="187"/>
                    <a:pt x="91" y="186"/>
                  </a:cubicBezTo>
                  <a:cubicBezTo>
                    <a:pt x="91" y="186"/>
                    <a:pt x="91" y="186"/>
                    <a:pt x="91" y="186"/>
                  </a:cubicBezTo>
                  <a:cubicBezTo>
                    <a:pt x="91" y="186"/>
                    <a:pt x="91" y="185"/>
                    <a:pt x="92" y="185"/>
                  </a:cubicBezTo>
                  <a:cubicBezTo>
                    <a:pt x="92" y="185"/>
                    <a:pt x="92" y="185"/>
                    <a:pt x="92" y="185"/>
                  </a:cubicBezTo>
                  <a:cubicBezTo>
                    <a:pt x="92" y="184"/>
                    <a:pt x="92" y="184"/>
                    <a:pt x="92" y="184"/>
                  </a:cubicBezTo>
                  <a:cubicBezTo>
                    <a:pt x="92" y="184"/>
                    <a:pt x="92" y="184"/>
                    <a:pt x="92" y="184"/>
                  </a:cubicBezTo>
                  <a:cubicBezTo>
                    <a:pt x="93" y="184"/>
                    <a:pt x="93" y="185"/>
                    <a:pt x="93" y="185"/>
                  </a:cubicBezTo>
                  <a:close/>
                  <a:moveTo>
                    <a:pt x="82" y="192"/>
                  </a:moveTo>
                  <a:cubicBezTo>
                    <a:pt x="83" y="193"/>
                    <a:pt x="82" y="194"/>
                    <a:pt x="82" y="194"/>
                  </a:cubicBezTo>
                  <a:cubicBezTo>
                    <a:pt x="82" y="194"/>
                    <a:pt x="82" y="194"/>
                    <a:pt x="82" y="194"/>
                  </a:cubicBezTo>
                  <a:cubicBezTo>
                    <a:pt x="81" y="195"/>
                    <a:pt x="80" y="194"/>
                    <a:pt x="80" y="194"/>
                  </a:cubicBezTo>
                  <a:cubicBezTo>
                    <a:pt x="80" y="194"/>
                    <a:pt x="80" y="194"/>
                    <a:pt x="80" y="194"/>
                  </a:cubicBezTo>
                  <a:cubicBezTo>
                    <a:pt x="80" y="193"/>
                    <a:pt x="80" y="192"/>
                    <a:pt x="80" y="192"/>
                  </a:cubicBezTo>
                  <a:cubicBezTo>
                    <a:pt x="80" y="192"/>
                    <a:pt x="80" y="192"/>
                    <a:pt x="80" y="192"/>
                  </a:cubicBezTo>
                  <a:cubicBezTo>
                    <a:pt x="81" y="192"/>
                    <a:pt x="81" y="192"/>
                    <a:pt x="81" y="192"/>
                  </a:cubicBezTo>
                  <a:cubicBezTo>
                    <a:pt x="81" y="192"/>
                    <a:pt x="81" y="192"/>
                    <a:pt x="81" y="192"/>
                  </a:cubicBezTo>
                  <a:cubicBezTo>
                    <a:pt x="82" y="192"/>
                    <a:pt x="82" y="192"/>
                    <a:pt x="82" y="192"/>
                  </a:cubicBezTo>
                  <a:close/>
                  <a:moveTo>
                    <a:pt x="71" y="200"/>
                  </a:moveTo>
                  <a:cubicBezTo>
                    <a:pt x="71" y="200"/>
                    <a:pt x="71" y="201"/>
                    <a:pt x="70" y="202"/>
                  </a:cubicBezTo>
                  <a:cubicBezTo>
                    <a:pt x="70" y="202"/>
                    <a:pt x="70" y="202"/>
                    <a:pt x="70" y="202"/>
                  </a:cubicBezTo>
                  <a:cubicBezTo>
                    <a:pt x="70" y="202"/>
                    <a:pt x="69" y="202"/>
                    <a:pt x="69" y="201"/>
                  </a:cubicBezTo>
                  <a:cubicBezTo>
                    <a:pt x="69" y="201"/>
                    <a:pt x="69" y="201"/>
                    <a:pt x="69" y="201"/>
                  </a:cubicBezTo>
                  <a:cubicBezTo>
                    <a:pt x="68" y="201"/>
                    <a:pt x="68" y="200"/>
                    <a:pt x="69" y="199"/>
                  </a:cubicBezTo>
                  <a:cubicBezTo>
                    <a:pt x="69" y="199"/>
                    <a:pt x="69" y="199"/>
                    <a:pt x="69" y="199"/>
                  </a:cubicBezTo>
                  <a:cubicBezTo>
                    <a:pt x="69" y="199"/>
                    <a:pt x="69" y="199"/>
                    <a:pt x="70" y="199"/>
                  </a:cubicBezTo>
                  <a:cubicBezTo>
                    <a:pt x="70" y="199"/>
                    <a:pt x="70" y="199"/>
                    <a:pt x="70" y="199"/>
                  </a:cubicBezTo>
                  <a:cubicBezTo>
                    <a:pt x="70" y="199"/>
                    <a:pt x="71" y="199"/>
                    <a:pt x="71" y="200"/>
                  </a:cubicBezTo>
                  <a:close/>
                  <a:moveTo>
                    <a:pt x="60" y="207"/>
                  </a:moveTo>
                  <a:cubicBezTo>
                    <a:pt x="60" y="208"/>
                    <a:pt x="60" y="209"/>
                    <a:pt x="59" y="209"/>
                  </a:cubicBezTo>
                  <a:cubicBezTo>
                    <a:pt x="59" y="209"/>
                    <a:pt x="59" y="209"/>
                    <a:pt x="59" y="209"/>
                  </a:cubicBezTo>
                  <a:cubicBezTo>
                    <a:pt x="59" y="209"/>
                    <a:pt x="58" y="209"/>
                    <a:pt x="57" y="209"/>
                  </a:cubicBezTo>
                  <a:cubicBezTo>
                    <a:pt x="57" y="209"/>
                    <a:pt x="57" y="209"/>
                    <a:pt x="57" y="209"/>
                  </a:cubicBezTo>
                  <a:cubicBezTo>
                    <a:pt x="57" y="208"/>
                    <a:pt x="57" y="207"/>
                    <a:pt x="58" y="207"/>
                  </a:cubicBezTo>
                  <a:cubicBezTo>
                    <a:pt x="58" y="207"/>
                    <a:pt x="58" y="207"/>
                    <a:pt x="58" y="207"/>
                  </a:cubicBezTo>
                  <a:cubicBezTo>
                    <a:pt x="58" y="207"/>
                    <a:pt x="58" y="206"/>
                    <a:pt x="58" y="206"/>
                  </a:cubicBezTo>
                  <a:cubicBezTo>
                    <a:pt x="58" y="206"/>
                    <a:pt x="58" y="206"/>
                    <a:pt x="58" y="206"/>
                  </a:cubicBezTo>
                  <a:cubicBezTo>
                    <a:pt x="59" y="206"/>
                    <a:pt x="59" y="207"/>
                    <a:pt x="60" y="207"/>
                  </a:cubicBezTo>
                  <a:close/>
                  <a:moveTo>
                    <a:pt x="48" y="214"/>
                  </a:moveTo>
                  <a:cubicBezTo>
                    <a:pt x="49" y="215"/>
                    <a:pt x="48" y="216"/>
                    <a:pt x="48" y="216"/>
                  </a:cubicBezTo>
                  <a:cubicBezTo>
                    <a:pt x="48" y="216"/>
                    <a:pt x="48" y="216"/>
                    <a:pt x="48" y="216"/>
                  </a:cubicBezTo>
                  <a:cubicBezTo>
                    <a:pt x="47" y="217"/>
                    <a:pt x="46" y="217"/>
                    <a:pt x="46" y="216"/>
                  </a:cubicBezTo>
                  <a:cubicBezTo>
                    <a:pt x="46" y="216"/>
                    <a:pt x="46" y="216"/>
                    <a:pt x="46" y="216"/>
                  </a:cubicBezTo>
                  <a:cubicBezTo>
                    <a:pt x="46" y="215"/>
                    <a:pt x="46" y="214"/>
                    <a:pt x="46" y="214"/>
                  </a:cubicBezTo>
                  <a:cubicBezTo>
                    <a:pt x="46" y="214"/>
                    <a:pt x="46" y="214"/>
                    <a:pt x="46" y="214"/>
                  </a:cubicBezTo>
                  <a:cubicBezTo>
                    <a:pt x="47" y="214"/>
                    <a:pt x="47" y="214"/>
                    <a:pt x="47" y="214"/>
                  </a:cubicBezTo>
                  <a:cubicBezTo>
                    <a:pt x="47" y="214"/>
                    <a:pt x="47" y="214"/>
                    <a:pt x="47" y="214"/>
                  </a:cubicBezTo>
                  <a:cubicBezTo>
                    <a:pt x="48" y="214"/>
                    <a:pt x="48" y="214"/>
                    <a:pt x="48" y="214"/>
                  </a:cubicBezTo>
                  <a:close/>
                  <a:moveTo>
                    <a:pt x="37" y="222"/>
                  </a:moveTo>
                  <a:cubicBezTo>
                    <a:pt x="37" y="222"/>
                    <a:pt x="37" y="223"/>
                    <a:pt x="37" y="224"/>
                  </a:cubicBezTo>
                  <a:cubicBezTo>
                    <a:pt x="37" y="224"/>
                    <a:pt x="37" y="224"/>
                    <a:pt x="37" y="224"/>
                  </a:cubicBezTo>
                  <a:cubicBezTo>
                    <a:pt x="36" y="224"/>
                    <a:pt x="35" y="224"/>
                    <a:pt x="35" y="223"/>
                  </a:cubicBezTo>
                  <a:cubicBezTo>
                    <a:pt x="35" y="223"/>
                    <a:pt x="35" y="223"/>
                    <a:pt x="35" y="223"/>
                  </a:cubicBezTo>
                  <a:cubicBezTo>
                    <a:pt x="34" y="223"/>
                    <a:pt x="34" y="222"/>
                    <a:pt x="35" y="221"/>
                  </a:cubicBezTo>
                  <a:cubicBezTo>
                    <a:pt x="35" y="221"/>
                    <a:pt x="35" y="221"/>
                    <a:pt x="35" y="221"/>
                  </a:cubicBezTo>
                  <a:cubicBezTo>
                    <a:pt x="35" y="221"/>
                    <a:pt x="36" y="221"/>
                    <a:pt x="36" y="221"/>
                  </a:cubicBezTo>
                  <a:cubicBezTo>
                    <a:pt x="36" y="221"/>
                    <a:pt x="36" y="221"/>
                    <a:pt x="36" y="221"/>
                  </a:cubicBezTo>
                  <a:cubicBezTo>
                    <a:pt x="36" y="221"/>
                    <a:pt x="37" y="221"/>
                    <a:pt x="37" y="222"/>
                  </a:cubicBezTo>
                  <a:close/>
                  <a:moveTo>
                    <a:pt x="26" y="229"/>
                  </a:moveTo>
                  <a:cubicBezTo>
                    <a:pt x="26" y="230"/>
                    <a:pt x="26" y="231"/>
                    <a:pt x="25" y="231"/>
                  </a:cubicBezTo>
                  <a:cubicBezTo>
                    <a:pt x="25" y="231"/>
                    <a:pt x="25" y="231"/>
                    <a:pt x="25" y="231"/>
                  </a:cubicBezTo>
                  <a:cubicBezTo>
                    <a:pt x="25" y="231"/>
                    <a:pt x="24" y="231"/>
                    <a:pt x="23" y="231"/>
                  </a:cubicBezTo>
                  <a:cubicBezTo>
                    <a:pt x="23" y="231"/>
                    <a:pt x="23" y="231"/>
                    <a:pt x="23" y="231"/>
                  </a:cubicBezTo>
                  <a:cubicBezTo>
                    <a:pt x="23" y="230"/>
                    <a:pt x="23" y="229"/>
                    <a:pt x="24" y="229"/>
                  </a:cubicBezTo>
                  <a:cubicBezTo>
                    <a:pt x="24" y="229"/>
                    <a:pt x="24" y="229"/>
                    <a:pt x="24" y="229"/>
                  </a:cubicBezTo>
                  <a:cubicBezTo>
                    <a:pt x="24" y="229"/>
                    <a:pt x="24" y="229"/>
                    <a:pt x="25" y="229"/>
                  </a:cubicBezTo>
                  <a:cubicBezTo>
                    <a:pt x="25" y="229"/>
                    <a:pt x="25" y="229"/>
                    <a:pt x="25" y="229"/>
                  </a:cubicBezTo>
                  <a:cubicBezTo>
                    <a:pt x="25" y="229"/>
                    <a:pt x="25" y="229"/>
                    <a:pt x="26" y="229"/>
                  </a:cubicBezTo>
                  <a:close/>
                  <a:moveTo>
                    <a:pt x="14" y="237"/>
                  </a:moveTo>
                  <a:cubicBezTo>
                    <a:pt x="15" y="237"/>
                    <a:pt x="15" y="238"/>
                    <a:pt x="14" y="238"/>
                  </a:cubicBezTo>
                  <a:cubicBezTo>
                    <a:pt x="14" y="238"/>
                    <a:pt x="14" y="238"/>
                    <a:pt x="14" y="238"/>
                  </a:cubicBezTo>
                  <a:cubicBezTo>
                    <a:pt x="13" y="239"/>
                    <a:pt x="12" y="239"/>
                    <a:pt x="12" y="238"/>
                  </a:cubicBezTo>
                  <a:cubicBezTo>
                    <a:pt x="12" y="238"/>
                    <a:pt x="12" y="238"/>
                    <a:pt x="12" y="238"/>
                  </a:cubicBezTo>
                  <a:cubicBezTo>
                    <a:pt x="12" y="237"/>
                    <a:pt x="12" y="237"/>
                    <a:pt x="12" y="236"/>
                  </a:cubicBezTo>
                  <a:cubicBezTo>
                    <a:pt x="12" y="236"/>
                    <a:pt x="12" y="236"/>
                    <a:pt x="12" y="236"/>
                  </a:cubicBezTo>
                  <a:cubicBezTo>
                    <a:pt x="13" y="236"/>
                    <a:pt x="13" y="236"/>
                    <a:pt x="13" y="236"/>
                  </a:cubicBezTo>
                  <a:cubicBezTo>
                    <a:pt x="13" y="236"/>
                    <a:pt x="13" y="236"/>
                    <a:pt x="13" y="236"/>
                  </a:cubicBezTo>
                  <a:cubicBezTo>
                    <a:pt x="14" y="236"/>
                    <a:pt x="14" y="236"/>
                    <a:pt x="14" y="237"/>
                  </a:cubicBezTo>
                  <a:close/>
                  <a:moveTo>
                    <a:pt x="3" y="244"/>
                  </a:moveTo>
                  <a:cubicBezTo>
                    <a:pt x="3" y="245"/>
                    <a:pt x="3" y="245"/>
                    <a:pt x="3" y="246"/>
                  </a:cubicBezTo>
                  <a:cubicBezTo>
                    <a:pt x="3" y="246"/>
                    <a:pt x="3" y="246"/>
                    <a:pt x="3" y="246"/>
                  </a:cubicBezTo>
                  <a:cubicBezTo>
                    <a:pt x="2" y="246"/>
                    <a:pt x="1" y="246"/>
                    <a:pt x="1" y="245"/>
                  </a:cubicBezTo>
                  <a:cubicBezTo>
                    <a:pt x="1" y="245"/>
                    <a:pt x="1" y="245"/>
                    <a:pt x="1" y="245"/>
                  </a:cubicBezTo>
                  <a:cubicBezTo>
                    <a:pt x="0" y="245"/>
                    <a:pt x="1" y="244"/>
                    <a:pt x="1" y="244"/>
                  </a:cubicBezTo>
                  <a:cubicBezTo>
                    <a:pt x="1" y="244"/>
                    <a:pt x="1" y="244"/>
                    <a:pt x="1" y="244"/>
                  </a:cubicBezTo>
                  <a:cubicBezTo>
                    <a:pt x="1" y="243"/>
                    <a:pt x="2" y="243"/>
                    <a:pt x="2" y="243"/>
                  </a:cubicBezTo>
                  <a:cubicBezTo>
                    <a:pt x="2" y="243"/>
                    <a:pt x="2" y="243"/>
                    <a:pt x="2" y="243"/>
                  </a:cubicBezTo>
                  <a:cubicBezTo>
                    <a:pt x="2" y="243"/>
                    <a:pt x="3" y="244"/>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9" name="Google Shape;1269;p23"/>
            <p:cNvSpPr/>
            <p:nvPr/>
          </p:nvSpPr>
          <p:spPr>
            <a:xfrm>
              <a:off x="14424774" y="-448701"/>
              <a:ext cx="19581" cy="19580"/>
            </a:xfrm>
            <a:custGeom>
              <a:avLst/>
              <a:gdLst/>
              <a:ahLst/>
              <a:cxnLst/>
              <a:rect l="l" t="t" r="r" b="b"/>
              <a:pathLst>
                <a:path w="3" h="3" extrusionOk="0">
                  <a:moveTo>
                    <a:pt x="1" y="0"/>
                  </a:moveTo>
                  <a:cubicBezTo>
                    <a:pt x="2" y="0"/>
                    <a:pt x="2" y="0"/>
                    <a:pt x="2" y="0"/>
                  </a:cubicBezTo>
                  <a:cubicBezTo>
                    <a:pt x="3" y="1"/>
                    <a:pt x="3" y="1"/>
                    <a:pt x="3" y="1"/>
                  </a:cubicBezTo>
                  <a:cubicBezTo>
                    <a:pt x="3" y="2"/>
                    <a:pt x="3" y="2"/>
                    <a:pt x="2" y="2"/>
                  </a:cubicBezTo>
                  <a:cubicBezTo>
                    <a:pt x="2" y="2"/>
                    <a:pt x="2" y="2"/>
                    <a:pt x="2" y="2"/>
                  </a:cubicBezTo>
                  <a:cubicBezTo>
                    <a:pt x="2" y="3"/>
                    <a:pt x="1" y="3"/>
                    <a:pt x="1" y="2"/>
                  </a:cubicBezTo>
                  <a:cubicBezTo>
                    <a:pt x="1" y="2"/>
                    <a:pt x="1" y="2"/>
                    <a:pt x="0" y="2"/>
                  </a:cubicBezTo>
                  <a:cubicBezTo>
                    <a:pt x="0" y="2"/>
                    <a:pt x="0" y="2"/>
                    <a:pt x="0" y="2"/>
                  </a:cubicBezTo>
                  <a:cubicBezTo>
                    <a:pt x="0" y="2"/>
                    <a:pt x="0" y="1"/>
                    <a:pt x="0" y="1"/>
                  </a:cubicBezTo>
                  <a:cubicBezTo>
                    <a:pt x="0" y="1"/>
                    <a:pt x="0" y="1"/>
                    <a:pt x="0"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0" name="Google Shape;1270;p23"/>
            <p:cNvSpPr/>
            <p:nvPr/>
          </p:nvSpPr>
          <p:spPr>
            <a:xfrm>
              <a:off x="11828392" y="1152983"/>
              <a:ext cx="15664" cy="11748"/>
            </a:xfrm>
            <a:custGeom>
              <a:avLst/>
              <a:gdLst/>
              <a:ahLst/>
              <a:cxnLst/>
              <a:rect l="l" t="t" r="r" b="b"/>
              <a:pathLst>
                <a:path w="3" h="2" extrusionOk="0">
                  <a:moveTo>
                    <a:pt x="1" y="0"/>
                  </a:moveTo>
                  <a:cubicBezTo>
                    <a:pt x="2" y="0"/>
                    <a:pt x="2" y="0"/>
                    <a:pt x="2" y="0"/>
                  </a:cubicBezTo>
                  <a:cubicBezTo>
                    <a:pt x="2" y="0"/>
                    <a:pt x="3" y="1"/>
                    <a:pt x="3" y="1"/>
                  </a:cubicBezTo>
                  <a:cubicBezTo>
                    <a:pt x="3" y="1"/>
                    <a:pt x="2" y="2"/>
                    <a:pt x="2" y="2"/>
                  </a:cubicBezTo>
                  <a:cubicBezTo>
                    <a:pt x="2" y="2"/>
                    <a:pt x="2" y="2"/>
                    <a:pt x="2" y="2"/>
                  </a:cubicBezTo>
                  <a:cubicBezTo>
                    <a:pt x="1" y="2"/>
                    <a:pt x="1" y="2"/>
                    <a:pt x="0" y="2"/>
                  </a:cubicBezTo>
                  <a:cubicBezTo>
                    <a:pt x="0" y="2"/>
                    <a:pt x="0" y="1"/>
                    <a:pt x="0" y="1"/>
                  </a:cubicBezTo>
                  <a:cubicBezTo>
                    <a:pt x="0" y="1"/>
                    <a:pt x="0" y="0"/>
                    <a:pt x="0" y="0"/>
                  </a:cubicBezTo>
                  <a:cubicBezTo>
                    <a:pt x="0" y="0"/>
                    <a:pt x="1" y="0"/>
                    <a:pt x="1" y="0"/>
                  </a:cubicBezTo>
                  <a:cubicBezTo>
                    <a:pt x="1"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1" name="Google Shape;1271;p23"/>
            <p:cNvSpPr/>
            <p:nvPr/>
          </p:nvSpPr>
          <p:spPr>
            <a:xfrm>
              <a:off x="11894966" y="-405624"/>
              <a:ext cx="2330087" cy="1527278"/>
            </a:xfrm>
            <a:custGeom>
              <a:avLst/>
              <a:gdLst/>
              <a:ahLst/>
              <a:cxnLst/>
              <a:rect l="l" t="t" r="r" b="b"/>
              <a:pathLst>
                <a:path w="376" h="246" extrusionOk="0">
                  <a:moveTo>
                    <a:pt x="376" y="1"/>
                  </a:moveTo>
                  <a:cubicBezTo>
                    <a:pt x="376" y="1"/>
                    <a:pt x="376" y="2"/>
                    <a:pt x="375" y="3"/>
                  </a:cubicBezTo>
                  <a:cubicBezTo>
                    <a:pt x="375" y="3"/>
                    <a:pt x="375" y="3"/>
                    <a:pt x="375" y="3"/>
                  </a:cubicBezTo>
                  <a:cubicBezTo>
                    <a:pt x="375" y="3"/>
                    <a:pt x="374" y="3"/>
                    <a:pt x="374" y="2"/>
                  </a:cubicBezTo>
                  <a:cubicBezTo>
                    <a:pt x="374" y="2"/>
                    <a:pt x="374" y="2"/>
                    <a:pt x="374" y="2"/>
                  </a:cubicBezTo>
                  <a:cubicBezTo>
                    <a:pt x="373" y="2"/>
                    <a:pt x="373" y="1"/>
                    <a:pt x="374" y="0"/>
                  </a:cubicBezTo>
                  <a:cubicBezTo>
                    <a:pt x="374" y="0"/>
                    <a:pt x="374" y="0"/>
                    <a:pt x="374" y="0"/>
                  </a:cubicBezTo>
                  <a:cubicBezTo>
                    <a:pt x="374" y="0"/>
                    <a:pt x="374" y="0"/>
                    <a:pt x="375" y="0"/>
                  </a:cubicBezTo>
                  <a:cubicBezTo>
                    <a:pt x="375" y="0"/>
                    <a:pt x="375" y="0"/>
                    <a:pt x="375" y="0"/>
                  </a:cubicBezTo>
                  <a:cubicBezTo>
                    <a:pt x="375" y="0"/>
                    <a:pt x="376" y="0"/>
                    <a:pt x="376" y="1"/>
                  </a:cubicBezTo>
                  <a:close/>
                  <a:moveTo>
                    <a:pt x="365" y="8"/>
                  </a:moveTo>
                  <a:cubicBezTo>
                    <a:pt x="365" y="9"/>
                    <a:pt x="365" y="10"/>
                    <a:pt x="364" y="10"/>
                  </a:cubicBezTo>
                  <a:cubicBezTo>
                    <a:pt x="364" y="10"/>
                    <a:pt x="364" y="10"/>
                    <a:pt x="364" y="10"/>
                  </a:cubicBezTo>
                  <a:cubicBezTo>
                    <a:pt x="364" y="10"/>
                    <a:pt x="363" y="10"/>
                    <a:pt x="362" y="10"/>
                  </a:cubicBezTo>
                  <a:cubicBezTo>
                    <a:pt x="362" y="10"/>
                    <a:pt x="362" y="10"/>
                    <a:pt x="362" y="10"/>
                  </a:cubicBezTo>
                  <a:cubicBezTo>
                    <a:pt x="362" y="9"/>
                    <a:pt x="362" y="8"/>
                    <a:pt x="363" y="8"/>
                  </a:cubicBezTo>
                  <a:cubicBezTo>
                    <a:pt x="363" y="8"/>
                    <a:pt x="363" y="8"/>
                    <a:pt x="363" y="8"/>
                  </a:cubicBezTo>
                  <a:cubicBezTo>
                    <a:pt x="363" y="8"/>
                    <a:pt x="363" y="8"/>
                    <a:pt x="363" y="8"/>
                  </a:cubicBezTo>
                  <a:cubicBezTo>
                    <a:pt x="363" y="8"/>
                    <a:pt x="363" y="8"/>
                    <a:pt x="363" y="8"/>
                  </a:cubicBezTo>
                  <a:cubicBezTo>
                    <a:pt x="364" y="8"/>
                    <a:pt x="364" y="8"/>
                    <a:pt x="365" y="8"/>
                  </a:cubicBezTo>
                  <a:close/>
                  <a:moveTo>
                    <a:pt x="353" y="16"/>
                  </a:moveTo>
                  <a:cubicBezTo>
                    <a:pt x="354" y="16"/>
                    <a:pt x="353" y="17"/>
                    <a:pt x="353" y="17"/>
                  </a:cubicBezTo>
                  <a:cubicBezTo>
                    <a:pt x="353" y="17"/>
                    <a:pt x="353" y="17"/>
                    <a:pt x="353" y="17"/>
                  </a:cubicBezTo>
                  <a:cubicBezTo>
                    <a:pt x="352" y="18"/>
                    <a:pt x="351" y="18"/>
                    <a:pt x="351" y="17"/>
                  </a:cubicBezTo>
                  <a:cubicBezTo>
                    <a:pt x="351" y="17"/>
                    <a:pt x="351" y="17"/>
                    <a:pt x="351" y="17"/>
                  </a:cubicBezTo>
                  <a:cubicBezTo>
                    <a:pt x="351" y="16"/>
                    <a:pt x="351" y="16"/>
                    <a:pt x="351" y="15"/>
                  </a:cubicBezTo>
                  <a:cubicBezTo>
                    <a:pt x="351" y="15"/>
                    <a:pt x="351" y="15"/>
                    <a:pt x="351" y="15"/>
                  </a:cubicBezTo>
                  <a:cubicBezTo>
                    <a:pt x="352" y="15"/>
                    <a:pt x="352" y="15"/>
                    <a:pt x="352" y="15"/>
                  </a:cubicBezTo>
                  <a:cubicBezTo>
                    <a:pt x="352" y="15"/>
                    <a:pt x="352" y="15"/>
                    <a:pt x="352" y="15"/>
                  </a:cubicBezTo>
                  <a:cubicBezTo>
                    <a:pt x="353" y="15"/>
                    <a:pt x="353" y="15"/>
                    <a:pt x="353" y="16"/>
                  </a:cubicBezTo>
                  <a:close/>
                  <a:moveTo>
                    <a:pt x="342" y="23"/>
                  </a:moveTo>
                  <a:cubicBezTo>
                    <a:pt x="342" y="24"/>
                    <a:pt x="342" y="24"/>
                    <a:pt x="342" y="25"/>
                  </a:cubicBezTo>
                  <a:cubicBezTo>
                    <a:pt x="342" y="25"/>
                    <a:pt x="342" y="25"/>
                    <a:pt x="342" y="25"/>
                  </a:cubicBezTo>
                  <a:cubicBezTo>
                    <a:pt x="341" y="25"/>
                    <a:pt x="340" y="25"/>
                    <a:pt x="340" y="24"/>
                  </a:cubicBezTo>
                  <a:cubicBezTo>
                    <a:pt x="340" y="24"/>
                    <a:pt x="340" y="24"/>
                    <a:pt x="340" y="24"/>
                  </a:cubicBezTo>
                  <a:cubicBezTo>
                    <a:pt x="339" y="24"/>
                    <a:pt x="339" y="23"/>
                    <a:pt x="340" y="23"/>
                  </a:cubicBezTo>
                  <a:cubicBezTo>
                    <a:pt x="340" y="23"/>
                    <a:pt x="340" y="23"/>
                    <a:pt x="340" y="23"/>
                  </a:cubicBezTo>
                  <a:cubicBezTo>
                    <a:pt x="340" y="22"/>
                    <a:pt x="341" y="22"/>
                    <a:pt x="341" y="22"/>
                  </a:cubicBezTo>
                  <a:cubicBezTo>
                    <a:pt x="341" y="22"/>
                    <a:pt x="341" y="22"/>
                    <a:pt x="341" y="22"/>
                  </a:cubicBezTo>
                  <a:cubicBezTo>
                    <a:pt x="341" y="22"/>
                    <a:pt x="342" y="23"/>
                    <a:pt x="342" y="23"/>
                  </a:cubicBezTo>
                  <a:close/>
                  <a:moveTo>
                    <a:pt x="331" y="30"/>
                  </a:moveTo>
                  <a:cubicBezTo>
                    <a:pt x="331" y="31"/>
                    <a:pt x="331" y="32"/>
                    <a:pt x="330" y="32"/>
                  </a:cubicBezTo>
                  <a:cubicBezTo>
                    <a:pt x="330" y="32"/>
                    <a:pt x="330" y="32"/>
                    <a:pt x="330" y="32"/>
                  </a:cubicBezTo>
                  <a:cubicBezTo>
                    <a:pt x="330" y="33"/>
                    <a:pt x="329" y="32"/>
                    <a:pt x="328" y="32"/>
                  </a:cubicBezTo>
                  <a:cubicBezTo>
                    <a:pt x="328" y="32"/>
                    <a:pt x="328" y="32"/>
                    <a:pt x="328" y="32"/>
                  </a:cubicBezTo>
                  <a:cubicBezTo>
                    <a:pt x="328" y="31"/>
                    <a:pt x="328" y="30"/>
                    <a:pt x="329" y="30"/>
                  </a:cubicBezTo>
                  <a:cubicBezTo>
                    <a:pt x="329" y="30"/>
                    <a:pt x="329" y="30"/>
                    <a:pt x="329" y="30"/>
                  </a:cubicBezTo>
                  <a:cubicBezTo>
                    <a:pt x="329" y="30"/>
                    <a:pt x="329" y="30"/>
                    <a:pt x="329" y="30"/>
                  </a:cubicBezTo>
                  <a:cubicBezTo>
                    <a:pt x="329" y="30"/>
                    <a:pt x="329" y="30"/>
                    <a:pt x="329" y="30"/>
                  </a:cubicBezTo>
                  <a:cubicBezTo>
                    <a:pt x="330" y="30"/>
                    <a:pt x="330" y="30"/>
                    <a:pt x="331" y="30"/>
                  </a:cubicBezTo>
                  <a:close/>
                  <a:moveTo>
                    <a:pt x="319" y="38"/>
                  </a:moveTo>
                  <a:cubicBezTo>
                    <a:pt x="320" y="38"/>
                    <a:pt x="320" y="39"/>
                    <a:pt x="319" y="40"/>
                  </a:cubicBezTo>
                  <a:cubicBezTo>
                    <a:pt x="319" y="40"/>
                    <a:pt x="319" y="40"/>
                    <a:pt x="319" y="40"/>
                  </a:cubicBezTo>
                  <a:cubicBezTo>
                    <a:pt x="318" y="40"/>
                    <a:pt x="317" y="40"/>
                    <a:pt x="317" y="39"/>
                  </a:cubicBezTo>
                  <a:cubicBezTo>
                    <a:pt x="317" y="39"/>
                    <a:pt x="317" y="39"/>
                    <a:pt x="317" y="39"/>
                  </a:cubicBezTo>
                  <a:cubicBezTo>
                    <a:pt x="317" y="39"/>
                    <a:pt x="317" y="38"/>
                    <a:pt x="317" y="37"/>
                  </a:cubicBezTo>
                  <a:cubicBezTo>
                    <a:pt x="317" y="37"/>
                    <a:pt x="317" y="37"/>
                    <a:pt x="317" y="37"/>
                  </a:cubicBezTo>
                  <a:cubicBezTo>
                    <a:pt x="318" y="37"/>
                    <a:pt x="318" y="37"/>
                    <a:pt x="318" y="37"/>
                  </a:cubicBezTo>
                  <a:cubicBezTo>
                    <a:pt x="318" y="37"/>
                    <a:pt x="318" y="37"/>
                    <a:pt x="318" y="37"/>
                  </a:cubicBezTo>
                  <a:cubicBezTo>
                    <a:pt x="319" y="37"/>
                    <a:pt x="319" y="37"/>
                    <a:pt x="319" y="38"/>
                  </a:cubicBezTo>
                  <a:close/>
                  <a:moveTo>
                    <a:pt x="308" y="45"/>
                  </a:moveTo>
                  <a:cubicBezTo>
                    <a:pt x="308" y="46"/>
                    <a:pt x="308" y="46"/>
                    <a:pt x="308" y="47"/>
                  </a:cubicBezTo>
                  <a:cubicBezTo>
                    <a:pt x="308" y="47"/>
                    <a:pt x="308" y="47"/>
                    <a:pt x="308" y="47"/>
                  </a:cubicBezTo>
                  <a:cubicBezTo>
                    <a:pt x="307" y="47"/>
                    <a:pt x="306" y="47"/>
                    <a:pt x="306" y="47"/>
                  </a:cubicBezTo>
                  <a:cubicBezTo>
                    <a:pt x="306" y="47"/>
                    <a:pt x="306" y="47"/>
                    <a:pt x="306" y="47"/>
                  </a:cubicBezTo>
                  <a:cubicBezTo>
                    <a:pt x="305" y="46"/>
                    <a:pt x="306" y="45"/>
                    <a:pt x="306" y="45"/>
                  </a:cubicBezTo>
                  <a:cubicBezTo>
                    <a:pt x="306" y="45"/>
                    <a:pt x="306" y="45"/>
                    <a:pt x="306" y="45"/>
                  </a:cubicBezTo>
                  <a:cubicBezTo>
                    <a:pt x="306" y="45"/>
                    <a:pt x="307" y="44"/>
                    <a:pt x="307" y="44"/>
                  </a:cubicBezTo>
                  <a:cubicBezTo>
                    <a:pt x="307" y="44"/>
                    <a:pt x="307" y="44"/>
                    <a:pt x="307" y="44"/>
                  </a:cubicBezTo>
                  <a:cubicBezTo>
                    <a:pt x="307" y="44"/>
                    <a:pt x="308" y="45"/>
                    <a:pt x="308" y="45"/>
                  </a:cubicBezTo>
                  <a:close/>
                  <a:moveTo>
                    <a:pt x="297" y="52"/>
                  </a:moveTo>
                  <a:cubicBezTo>
                    <a:pt x="297" y="53"/>
                    <a:pt x="297" y="54"/>
                    <a:pt x="296" y="54"/>
                  </a:cubicBezTo>
                  <a:cubicBezTo>
                    <a:pt x="296" y="54"/>
                    <a:pt x="296" y="54"/>
                    <a:pt x="296" y="54"/>
                  </a:cubicBezTo>
                  <a:cubicBezTo>
                    <a:pt x="296" y="55"/>
                    <a:pt x="295" y="54"/>
                    <a:pt x="294" y="54"/>
                  </a:cubicBezTo>
                  <a:cubicBezTo>
                    <a:pt x="294" y="54"/>
                    <a:pt x="294" y="54"/>
                    <a:pt x="294" y="54"/>
                  </a:cubicBezTo>
                  <a:cubicBezTo>
                    <a:pt x="294" y="53"/>
                    <a:pt x="294" y="52"/>
                    <a:pt x="295" y="52"/>
                  </a:cubicBezTo>
                  <a:cubicBezTo>
                    <a:pt x="295" y="52"/>
                    <a:pt x="295" y="52"/>
                    <a:pt x="295" y="52"/>
                  </a:cubicBezTo>
                  <a:cubicBezTo>
                    <a:pt x="295" y="52"/>
                    <a:pt x="295" y="52"/>
                    <a:pt x="296" y="52"/>
                  </a:cubicBezTo>
                  <a:cubicBezTo>
                    <a:pt x="296" y="52"/>
                    <a:pt x="296" y="52"/>
                    <a:pt x="296" y="52"/>
                  </a:cubicBezTo>
                  <a:cubicBezTo>
                    <a:pt x="296" y="52"/>
                    <a:pt x="296" y="52"/>
                    <a:pt x="297" y="52"/>
                  </a:cubicBezTo>
                  <a:close/>
                  <a:moveTo>
                    <a:pt x="285" y="60"/>
                  </a:moveTo>
                  <a:cubicBezTo>
                    <a:pt x="286" y="60"/>
                    <a:pt x="286" y="61"/>
                    <a:pt x="285" y="62"/>
                  </a:cubicBezTo>
                  <a:cubicBezTo>
                    <a:pt x="285" y="62"/>
                    <a:pt x="285" y="62"/>
                    <a:pt x="285" y="62"/>
                  </a:cubicBezTo>
                  <a:cubicBezTo>
                    <a:pt x="284" y="62"/>
                    <a:pt x="284" y="62"/>
                    <a:pt x="283" y="61"/>
                  </a:cubicBezTo>
                  <a:cubicBezTo>
                    <a:pt x="283" y="61"/>
                    <a:pt x="283" y="61"/>
                    <a:pt x="283" y="61"/>
                  </a:cubicBezTo>
                  <a:cubicBezTo>
                    <a:pt x="283" y="61"/>
                    <a:pt x="283" y="60"/>
                    <a:pt x="284" y="59"/>
                  </a:cubicBezTo>
                  <a:cubicBezTo>
                    <a:pt x="284" y="59"/>
                    <a:pt x="284" y="59"/>
                    <a:pt x="284" y="59"/>
                  </a:cubicBezTo>
                  <a:cubicBezTo>
                    <a:pt x="284" y="59"/>
                    <a:pt x="284" y="59"/>
                    <a:pt x="284" y="59"/>
                  </a:cubicBezTo>
                  <a:cubicBezTo>
                    <a:pt x="284" y="59"/>
                    <a:pt x="284" y="59"/>
                    <a:pt x="284" y="59"/>
                  </a:cubicBezTo>
                  <a:cubicBezTo>
                    <a:pt x="285" y="59"/>
                    <a:pt x="285" y="59"/>
                    <a:pt x="285" y="60"/>
                  </a:cubicBezTo>
                  <a:close/>
                  <a:moveTo>
                    <a:pt x="274" y="67"/>
                  </a:moveTo>
                  <a:cubicBezTo>
                    <a:pt x="274" y="68"/>
                    <a:pt x="274" y="69"/>
                    <a:pt x="274" y="69"/>
                  </a:cubicBezTo>
                  <a:cubicBezTo>
                    <a:pt x="274" y="69"/>
                    <a:pt x="274" y="69"/>
                    <a:pt x="274" y="69"/>
                  </a:cubicBezTo>
                  <a:cubicBezTo>
                    <a:pt x="273" y="69"/>
                    <a:pt x="272" y="69"/>
                    <a:pt x="272" y="69"/>
                  </a:cubicBezTo>
                  <a:cubicBezTo>
                    <a:pt x="272" y="69"/>
                    <a:pt x="272" y="69"/>
                    <a:pt x="272" y="69"/>
                  </a:cubicBezTo>
                  <a:cubicBezTo>
                    <a:pt x="271" y="68"/>
                    <a:pt x="272" y="67"/>
                    <a:pt x="272" y="67"/>
                  </a:cubicBezTo>
                  <a:cubicBezTo>
                    <a:pt x="272" y="67"/>
                    <a:pt x="272" y="67"/>
                    <a:pt x="272" y="67"/>
                  </a:cubicBezTo>
                  <a:cubicBezTo>
                    <a:pt x="272" y="67"/>
                    <a:pt x="273" y="67"/>
                    <a:pt x="273" y="67"/>
                  </a:cubicBezTo>
                  <a:cubicBezTo>
                    <a:pt x="273" y="67"/>
                    <a:pt x="273" y="67"/>
                    <a:pt x="273" y="67"/>
                  </a:cubicBezTo>
                  <a:cubicBezTo>
                    <a:pt x="273" y="67"/>
                    <a:pt x="274" y="67"/>
                    <a:pt x="274" y="67"/>
                  </a:cubicBezTo>
                  <a:close/>
                  <a:moveTo>
                    <a:pt x="263" y="75"/>
                  </a:moveTo>
                  <a:cubicBezTo>
                    <a:pt x="263" y="75"/>
                    <a:pt x="263" y="76"/>
                    <a:pt x="262" y="76"/>
                  </a:cubicBezTo>
                  <a:cubicBezTo>
                    <a:pt x="262" y="76"/>
                    <a:pt x="262" y="76"/>
                    <a:pt x="262" y="76"/>
                  </a:cubicBezTo>
                  <a:cubicBezTo>
                    <a:pt x="262" y="77"/>
                    <a:pt x="261" y="77"/>
                    <a:pt x="261" y="76"/>
                  </a:cubicBezTo>
                  <a:cubicBezTo>
                    <a:pt x="261" y="76"/>
                    <a:pt x="261" y="76"/>
                    <a:pt x="261" y="76"/>
                  </a:cubicBezTo>
                  <a:cubicBezTo>
                    <a:pt x="260" y="75"/>
                    <a:pt x="260" y="75"/>
                    <a:pt x="261" y="74"/>
                  </a:cubicBezTo>
                  <a:cubicBezTo>
                    <a:pt x="261" y="74"/>
                    <a:pt x="261" y="74"/>
                    <a:pt x="261" y="74"/>
                  </a:cubicBezTo>
                  <a:cubicBezTo>
                    <a:pt x="261" y="74"/>
                    <a:pt x="261" y="74"/>
                    <a:pt x="262" y="74"/>
                  </a:cubicBezTo>
                  <a:cubicBezTo>
                    <a:pt x="262" y="74"/>
                    <a:pt x="262" y="74"/>
                    <a:pt x="262" y="74"/>
                  </a:cubicBezTo>
                  <a:cubicBezTo>
                    <a:pt x="262" y="74"/>
                    <a:pt x="263" y="74"/>
                    <a:pt x="263" y="75"/>
                  </a:cubicBezTo>
                  <a:close/>
                  <a:moveTo>
                    <a:pt x="251" y="82"/>
                  </a:moveTo>
                  <a:cubicBezTo>
                    <a:pt x="252" y="83"/>
                    <a:pt x="252" y="83"/>
                    <a:pt x="251" y="84"/>
                  </a:cubicBezTo>
                  <a:cubicBezTo>
                    <a:pt x="251" y="84"/>
                    <a:pt x="251" y="84"/>
                    <a:pt x="251" y="84"/>
                  </a:cubicBezTo>
                  <a:cubicBezTo>
                    <a:pt x="250" y="84"/>
                    <a:pt x="250" y="84"/>
                    <a:pt x="249" y="83"/>
                  </a:cubicBezTo>
                  <a:cubicBezTo>
                    <a:pt x="249" y="83"/>
                    <a:pt x="249" y="83"/>
                    <a:pt x="249" y="83"/>
                  </a:cubicBezTo>
                  <a:cubicBezTo>
                    <a:pt x="249" y="83"/>
                    <a:pt x="249" y="82"/>
                    <a:pt x="250" y="81"/>
                  </a:cubicBezTo>
                  <a:cubicBezTo>
                    <a:pt x="250" y="81"/>
                    <a:pt x="250" y="81"/>
                    <a:pt x="250" y="81"/>
                  </a:cubicBezTo>
                  <a:cubicBezTo>
                    <a:pt x="250" y="81"/>
                    <a:pt x="250" y="81"/>
                    <a:pt x="250" y="81"/>
                  </a:cubicBezTo>
                  <a:cubicBezTo>
                    <a:pt x="250" y="81"/>
                    <a:pt x="250" y="81"/>
                    <a:pt x="250" y="81"/>
                  </a:cubicBezTo>
                  <a:cubicBezTo>
                    <a:pt x="251" y="81"/>
                    <a:pt x="251" y="81"/>
                    <a:pt x="251" y="82"/>
                  </a:cubicBezTo>
                  <a:close/>
                  <a:moveTo>
                    <a:pt x="240" y="89"/>
                  </a:moveTo>
                  <a:cubicBezTo>
                    <a:pt x="241" y="90"/>
                    <a:pt x="240" y="91"/>
                    <a:pt x="240" y="91"/>
                  </a:cubicBezTo>
                  <a:cubicBezTo>
                    <a:pt x="240" y="91"/>
                    <a:pt x="240" y="91"/>
                    <a:pt x="240" y="91"/>
                  </a:cubicBezTo>
                  <a:cubicBezTo>
                    <a:pt x="239" y="92"/>
                    <a:pt x="238" y="91"/>
                    <a:pt x="238" y="91"/>
                  </a:cubicBezTo>
                  <a:cubicBezTo>
                    <a:pt x="238" y="91"/>
                    <a:pt x="238" y="91"/>
                    <a:pt x="238" y="91"/>
                  </a:cubicBezTo>
                  <a:cubicBezTo>
                    <a:pt x="238" y="90"/>
                    <a:pt x="238" y="89"/>
                    <a:pt x="238" y="89"/>
                  </a:cubicBezTo>
                  <a:cubicBezTo>
                    <a:pt x="238" y="89"/>
                    <a:pt x="238" y="89"/>
                    <a:pt x="238" y="89"/>
                  </a:cubicBezTo>
                  <a:cubicBezTo>
                    <a:pt x="239" y="89"/>
                    <a:pt x="239" y="89"/>
                    <a:pt x="239" y="89"/>
                  </a:cubicBezTo>
                  <a:cubicBezTo>
                    <a:pt x="239" y="89"/>
                    <a:pt x="239" y="89"/>
                    <a:pt x="239" y="89"/>
                  </a:cubicBezTo>
                  <a:cubicBezTo>
                    <a:pt x="239" y="89"/>
                    <a:pt x="240" y="89"/>
                    <a:pt x="240" y="89"/>
                  </a:cubicBezTo>
                  <a:close/>
                  <a:moveTo>
                    <a:pt x="229" y="97"/>
                  </a:moveTo>
                  <a:cubicBezTo>
                    <a:pt x="229" y="97"/>
                    <a:pt x="229" y="98"/>
                    <a:pt x="228" y="98"/>
                  </a:cubicBezTo>
                  <a:cubicBezTo>
                    <a:pt x="228" y="98"/>
                    <a:pt x="228" y="98"/>
                    <a:pt x="228" y="98"/>
                  </a:cubicBezTo>
                  <a:cubicBezTo>
                    <a:pt x="228" y="99"/>
                    <a:pt x="227" y="99"/>
                    <a:pt x="227" y="98"/>
                  </a:cubicBezTo>
                  <a:cubicBezTo>
                    <a:pt x="227" y="98"/>
                    <a:pt x="227" y="98"/>
                    <a:pt x="227" y="98"/>
                  </a:cubicBezTo>
                  <a:cubicBezTo>
                    <a:pt x="226" y="97"/>
                    <a:pt x="226" y="97"/>
                    <a:pt x="227" y="96"/>
                  </a:cubicBezTo>
                  <a:cubicBezTo>
                    <a:pt x="227" y="96"/>
                    <a:pt x="227" y="96"/>
                    <a:pt x="227" y="96"/>
                  </a:cubicBezTo>
                  <a:cubicBezTo>
                    <a:pt x="227" y="96"/>
                    <a:pt x="227" y="96"/>
                    <a:pt x="228" y="96"/>
                  </a:cubicBezTo>
                  <a:cubicBezTo>
                    <a:pt x="228" y="96"/>
                    <a:pt x="228" y="96"/>
                    <a:pt x="228" y="96"/>
                  </a:cubicBezTo>
                  <a:cubicBezTo>
                    <a:pt x="228" y="96"/>
                    <a:pt x="229" y="96"/>
                    <a:pt x="229" y="97"/>
                  </a:cubicBezTo>
                  <a:close/>
                  <a:moveTo>
                    <a:pt x="218" y="104"/>
                  </a:moveTo>
                  <a:cubicBezTo>
                    <a:pt x="218" y="105"/>
                    <a:pt x="218" y="105"/>
                    <a:pt x="217" y="106"/>
                  </a:cubicBezTo>
                  <a:cubicBezTo>
                    <a:pt x="217" y="106"/>
                    <a:pt x="217" y="106"/>
                    <a:pt x="217" y="106"/>
                  </a:cubicBezTo>
                  <a:cubicBezTo>
                    <a:pt x="217" y="106"/>
                    <a:pt x="216" y="106"/>
                    <a:pt x="215" y="105"/>
                  </a:cubicBezTo>
                  <a:cubicBezTo>
                    <a:pt x="215" y="105"/>
                    <a:pt x="215" y="105"/>
                    <a:pt x="215" y="105"/>
                  </a:cubicBezTo>
                  <a:cubicBezTo>
                    <a:pt x="215" y="105"/>
                    <a:pt x="215" y="104"/>
                    <a:pt x="216" y="104"/>
                  </a:cubicBezTo>
                  <a:cubicBezTo>
                    <a:pt x="216" y="104"/>
                    <a:pt x="216" y="104"/>
                    <a:pt x="216" y="104"/>
                  </a:cubicBezTo>
                  <a:cubicBezTo>
                    <a:pt x="216" y="103"/>
                    <a:pt x="216" y="103"/>
                    <a:pt x="216" y="103"/>
                  </a:cubicBezTo>
                  <a:cubicBezTo>
                    <a:pt x="216" y="103"/>
                    <a:pt x="216" y="103"/>
                    <a:pt x="216" y="103"/>
                  </a:cubicBezTo>
                  <a:cubicBezTo>
                    <a:pt x="217" y="103"/>
                    <a:pt x="217" y="104"/>
                    <a:pt x="218" y="104"/>
                  </a:cubicBezTo>
                  <a:close/>
                  <a:moveTo>
                    <a:pt x="206" y="111"/>
                  </a:moveTo>
                  <a:cubicBezTo>
                    <a:pt x="207" y="112"/>
                    <a:pt x="206" y="113"/>
                    <a:pt x="206" y="113"/>
                  </a:cubicBezTo>
                  <a:cubicBezTo>
                    <a:pt x="206" y="113"/>
                    <a:pt x="206" y="113"/>
                    <a:pt x="206" y="113"/>
                  </a:cubicBezTo>
                  <a:cubicBezTo>
                    <a:pt x="205" y="114"/>
                    <a:pt x="204" y="113"/>
                    <a:pt x="204" y="113"/>
                  </a:cubicBezTo>
                  <a:cubicBezTo>
                    <a:pt x="204" y="113"/>
                    <a:pt x="204" y="113"/>
                    <a:pt x="204" y="113"/>
                  </a:cubicBezTo>
                  <a:cubicBezTo>
                    <a:pt x="204" y="112"/>
                    <a:pt x="204" y="111"/>
                    <a:pt x="204" y="111"/>
                  </a:cubicBezTo>
                  <a:cubicBezTo>
                    <a:pt x="204" y="111"/>
                    <a:pt x="204" y="111"/>
                    <a:pt x="204" y="111"/>
                  </a:cubicBezTo>
                  <a:cubicBezTo>
                    <a:pt x="205" y="111"/>
                    <a:pt x="205" y="111"/>
                    <a:pt x="205" y="111"/>
                  </a:cubicBezTo>
                  <a:cubicBezTo>
                    <a:pt x="205" y="111"/>
                    <a:pt x="205" y="111"/>
                    <a:pt x="205" y="111"/>
                  </a:cubicBezTo>
                  <a:cubicBezTo>
                    <a:pt x="206" y="111"/>
                    <a:pt x="206" y="111"/>
                    <a:pt x="206" y="111"/>
                  </a:cubicBezTo>
                  <a:close/>
                  <a:moveTo>
                    <a:pt x="195" y="119"/>
                  </a:moveTo>
                  <a:cubicBezTo>
                    <a:pt x="195" y="119"/>
                    <a:pt x="195" y="120"/>
                    <a:pt x="195" y="121"/>
                  </a:cubicBezTo>
                  <a:cubicBezTo>
                    <a:pt x="195" y="121"/>
                    <a:pt x="195" y="121"/>
                    <a:pt x="195" y="121"/>
                  </a:cubicBezTo>
                  <a:cubicBezTo>
                    <a:pt x="194" y="121"/>
                    <a:pt x="193" y="121"/>
                    <a:pt x="193" y="120"/>
                  </a:cubicBezTo>
                  <a:cubicBezTo>
                    <a:pt x="193" y="120"/>
                    <a:pt x="193" y="120"/>
                    <a:pt x="193" y="120"/>
                  </a:cubicBezTo>
                  <a:cubicBezTo>
                    <a:pt x="192" y="120"/>
                    <a:pt x="192" y="119"/>
                    <a:pt x="193" y="118"/>
                  </a:cubicBezTo>
                  <a:cubicBezTo>
                    <a:pt x="193" y="118"/>
                    <a:pt x="193" y="118"/>
                    <a:pt x="193" y="118"/>
                  </a:cubicBezTo>
                  <a:cubicBezTo>
                    <a:pt x="193" y="118"/>
                    <a:pt x="194" y="118"/>
                    <a:pt x="194" y="118"/>
                  </a:cubicBezTo>
                  <a:cubicBezTo>
                    <a:pt x="194" y="118"/>
                    <a:pt x="194" y="118"/>
                    <a:pt x="194" y="118"/>
                  </a:cubicBezTo>
                  <a:cubicBezTo>
                    <a:pt x="194" y="118"/>
                    <a:pt x="195" y="118"/>
                    <a:pt x="195" y="119"/>
                  </a:cubicBezTo>
                  <a:close/>
                  <a:moveTo>
                    <a:pt x="184" y="126"/>
                  </a:moveTo>
                  <a:cubicBezTo>
                    <a:pt x="184" y="127"/>
                    <a:pt x="184" y="128"/>
                    <a:pt x="183" y="128"/>
                  </a:cubicBezTo>
                  <a:cubicBezTo>
                    <a:pt x="183" y="128"/>
                    <a:pt x="183" y="128"/>
                    <a:pt x="183" y="128"/>
                  </a:cubicBezTo>
                  <a:cubicBezTo>
                    <a:pt x="183" y="128"/>
                    <a:pt x="182" y="128"/>
                    <a:pt x="181" y="128"/>
                  </a:cubicBezTo>
                  <a:cubicBezTo>
                    <a:pt x="181" y="128"/>
                    <a:pt x="181" y="128"/>
                    <a:pt x="181" y="128"/>
                  </a:cubicBezTo>
                  <a:cubicBezTo>
                    <a:pt x="181" y="127"/>
                    <a:pt x="181" y="126"/>
                    <a:pt x="182" y="126"/>
                  </a:cubicBezTo>
                  <a:cubicBezTo>
                    <a:pt x="182" y="126"/>
                    <a:pt x="182" y="126"/>
                    <a:pt x="182" y="126"/>
                  </a:cubicBezTo>
                  <a:cubicBezTo>
                    <a:pt x="182" y="126"/>
                    <a:pt x="182" y="125"/>
                    <a:pt x="182" y="125"/>
                  </a:cubicBezTo>
                  <a:cubicBezTo>
                    <a:pt x="182" y="125"/>
                    <a:pt x="182" y="125"/>
                    <a:pt x="182" y="125"/>
                  </a:cubicBezTo>
                  <a:cubicBezTo>
                    <a:pt x="183" y="125"/>
                    <a:pt x="183" y="126"/>
                    <a:pt x="184" y="126"/>
                  </a:cubicBezTo>
                  <a:close/>
                  <a:moveTo>
                    <a:pt x="172" y="133"/>
                  </a:moveTo>
                  <a:cubicBezTo>
                    <a:pt x="173" y="134"/>
                    <a:pt x="173" y="135"/>
                    <a:pt x="172" y="135"/>
                  </a:cubicBezTo>
                  <a:cubicBezTo>
                    <a:pt x="172" y="135"/>
                    <a:pt x="172" y="135"/>
                    <a:pt x="172" y="135"/>
                  </a:cubicBezTo>
                  <a:cubicBezTo>
                    <a:pt x="171" y="136"/>
                    <a:pt x="170" y="136"/>
                    <a:pt x="170" y="135"/>
                  </a:cubicBezTo>
                  <a:cubicBezTo>
                    <a:pt x="170" y="135"/>
                    <a:pt x="170" y="135"/>
                    <a:pt x="170" y="135"/>
                  </a:cubicBezTo>
                  <a:cubicBezTo>
                    <a:pt x="170" y="134"/>
                    <a:pt x="170" y="133"/>
                    <a:pt x="170" y="133"/>
                  </a:cubicBezTo>
                  <a:cubicBezTo>
                    <a:pt x="170" y="133"/>
                    <a:pt x="170" y="133"/>
                    <a:pt x="170" y="133"/>
                  </a:cubicBezTo>
                  <a:cubicBezTo>
                    <a:pt x="171" y="133"/>
                    <a:pt x="171" y="133"/>
                    <a:pt x="171" y="133"/>
                  </a:cubicBezTo>
                  <a:cubicBezTo>
                    <a:pt x="171" y="133"/>
                    <a:pt x="171" y="133"/>
                    <a:pt x="171" y="133"/>
                  </a:cubicBezTo>
                  <a:cubicBezTo>
                    <a:pt x="172" y="133"/>
                    <a:pt x="172" y="133"/>
                    <a:pt x="172" y="133"/>
                  </a:cubicBezTo>
                  <a:close/>
                  <a:moveTo>
                    <a:pt x="161" y="141"/>
                  </a:moveTo>
                  <a:cubicBezTo>
                    <a:pt x="161" y="141"/>
                    <a:pt x="161" y="142"/>
                    <a:pt x="161" y="143"/>
                  </a:cubicBezTo>
                  <a:cubicBezTo>
                    <a:pt x="161" y="143"/>
                    <a:pt x="161" y="143"/>
                    <a:pt x="161" y="143"/>
                  </a:cubicBezTo>
                  <a:cubicBezTo>
                    <a:pt x="160" y="143"/>
                    <a:pt x="159" y="143"/>
                    <a:pt x="159" y="142"/>
                  </a:cubicBezTo>
                  <a:cubicBezTo>
                    <a:pt x="159" y="142"/>
                    <a:pt x="159" y="142"/>
                    <a:pt x="159" y="142"/>
                  </a:cubicBezTo>
                  <a:cubicBezTo>
                    <a:pt x="158" y="142"/>
                    <a:pt x="159" y="141"/>
                    <a:pt x="159" y="140"/>
                  </a:cubicBezTo>
                  <a:cubicBezTo>
                    <a:pt x="159" y="140"/>
                    <a:pt x="159" y="140"/>
                    <a:pt x="159" y="140"/>
                  </a:cubicBezTo>
                  <a:cubicBezTo>
                    <a:pt x="159" y="140"/>
                    <a:pt x="160" y="140"/>
                    <a:pt x="160" y="140"/>
                  </a:cubicBezTo>
                  <a:cubicBezTo>
                    <a:pt x="160" y="140"/>
                    <a:pt x="160" y="140"/>
                    <a:pt x="160" y="140"/>
                  </a:cubicBezTo>
                  <a:cubicBezTo>
                    <a:pt x="160" y="140"/>
                    <a:pt x="161" y="140"/>
                    <a:pt x="161" y="141"/>
                  </a:cubicBezTo>
                  <a:close/>
                  <a:moveTo>
                    <a:pt x="150" y="148"/>
                  </a:moveTo>
                  <a:cubicBezTo>
                    <a:pt x="150" y="149"/>
                    <a:pt x="150" y="150"/>
                    <a:pt x="149" y="150"/>
                  </a:cubicBezTo>
                  <a:cubicBezTo>
                    <a:pt x="149" y="150"/>
                    <a:pt x="149" y="150"/>
                    <a:pt x="149" y="150"/>
                  </a:cubicBezTo>
                  <a:cubicBezTo>
                    <a:pt x="149" y="150"/>
                    <a:pt x="148" y="150"/>
                    <a:pt x="147" y="150"/>
                  </a:cubicBezTo>
                  <a:cubicBezTo>
                    <a:pt x="147" y="150"/>
                    <a:pt x="147" y="150"/>
                    <a:pt x="147" y="150"/>
                  </a:cubicBezTo>
                  <a:cubicBezTo>
                    <a:pt x="147" y="149"/>
                    <a:pt x="147" y="148"/>
                    <a:pt x="148" y="148"/>
                  </a:cubicBezTo>
                  <a:cubicBezTo>
                    <a:pt x="148" y="148"/>
                    <a:pt x="148" y="148"/>
                    <a:pt x="148" y="148"/>
                  </a:cubicBezTo>
                  <a:cubicBezTo>
                    <a:pt x="148" y="148"/>
                    <a:pt x="148" y="148"/>
                    <a:pt x="149" y="148"/>
                  </a:cubicBezTo>
                  <a:cubicBezTo>
                    <a:pt x="149" y="148"/>
                    <a:pt x="149" y="148"/>
                    <a:pt x="149" y="148"/>
                  </a:cubicBezTo>
                  <a:cubicBezTo>
                    <a:pt x="149" y="148"/>
                    <a:pt x="149" y="148"/>
                    <a:pt x="150" y="148"/>
                  </a:cubicBezTo>
                  <a:close/>
                  <a:moveTo>
                    <a:pt x="138" y="156"/>
                  </a:moveTo>
                  <a:cubicBezTo>
                    <a:pt x="139" y="156"/>
                    <a:pt x="139" y="157"/>
                    <a:pt x="138" y="157"/>
                  </a:cubicBezTo>
                  <a:cubicBezTo>
                    <a:pt x="138" y="157"/>
                    <a:pt x="138" y="157"/>
                    <a:pt x="138" y="157"/>
                  </a:cubicBezTo>
                  <a:cubicBezTo>
                    <a:pt x="137" y="158"/>
                    <a:pt x="137" y="158"/>
                    <a:pt x="136" y="157"/>
                  </a:cubicBezTo>
                  <a:cubicBezTo>
                    <a:pt x="136" y="157"/>
                    <a:pt x="136" y="157"/>
                    <a:pt x="136" y="157"/>
                  </a:cubicBezTo>
                  <a:cubicBezTo>
                    <a:pt x="136" y="156"/>
                    <a:pt x="136" y="156"/>
                    <a:pt x="137" y="155"/>
                  </a:cubicBezTo>
                  <a:cubicBezTo>
                    <a:pt x="137" y="155"/>
                    <a:pt x="137" y="155"/>
                    <a:pt x="137" y="155"/>
                  </a:cubicBezTo>
                  <a:cubicBezTo>
                    <a:pt x="137" y="155"/>
                    <a:pt x="137" y="155"/>
                    <a:pt x="137" y="155"/>
                  </a:cubicBezTo>
                  <a:cubicBezTo>
                    <a:pt x="137" y="155"/>
                    <a:pt x="137" y="155"/>
                    <a:pt x="137" y="155"/>
                  </a:cubicBezTo>
                  <a:cubicBezTo>
                    <a:pt x="138" y="155"/>
                    <a:pt x="138" y="155"/>
                    <a:pt x="138" y="156"/>
                  </a:cubicBezTo>
                  <a:close/>
                  <a:moveTo>
                    <a:pt x="127" y="163"/>
                  </a:moveTo>
                  <a:cubicBezTo>
                    <a:pt x="127" y="164"/>
                    <a:pt x="127" y="164"/>
                    <a:pt x="127" y="165"/>
                  </a:cubicBezTo>
                  <a:cubicBezTo>
                    <a:pt x="127" y="165"/>
                    <a:pt x="127" y="165"/>
                    <a:pt x="127" y="165"/>
                  </a:cubicBezTo>
                  <a:cubicBezTo>
                    <a:pt x="126" y="165"/>
                    <a:pt x="125" y="165"/>
                    <a:pt x="125" y="164"/>
                  </a:cubicBezTo>
                  <a:cubicBezTo>
                    <a:pt x="125" y="164"/>
                    <a:pt x="125" y="164"/>
                    <a:pt x="125" y="164"/>
                  </a:cubicBezTo>
                  <a:cubicBezTo>
                    <a:pt x="124" y="164"/>
                    <a:pt x="125" y="163"/>
                    <a:pt x="125" y="163"/>
                  </a:cubicBezTo>
                  <a:cubicBezTo>
                    <a:pt x="125" y="163"/>
                    <a:pt x="125" y="163"/>
                    <a:pt x="125" y="163"/>
                  </a:cubicBezTo>
                  <a:cubicBezTo>
                    <a:pt x="125" y="162"/>
                    <a:pt x="126" y="162"/>
                    <a:pt x="126" y="162"/>
                  </a:cubicBezTo>
                  <a:cubicBezTo>
                    <a:pt x="126" y="162"/>
                    <a:pt x="126" y="162"/>
                    <a:pt x="126" y="162"/>
                  </a:cubicBezTo>
                  <a:cubicBezTo>
                    <a:pt x="126" y="162"/>
                    <a:pt x="127" y="163"/>
                    <a:pt x="127" y="163"/>
                  </a:cubicBezTo>
                  <a:close/>
                  <a:moveTo>
                    <a:pt x="116" y="170"/>
                  </a:moveTo>
                  <a:cubicBezTo>
                    <a:pt x="116" y="171"/>
                    <a:pt x="116" y="172"/>
                    <a:pt x="115" y="172"/>
                  </a:cubicBezTo>
                  <a:cubicBezTo>
                    <a:pt x="115" y="172"/>
                    <a:pt x="115" y="172"/>
                    <a:pt x="115" y="172"/>
                  </a:cubicBezTo>
                  <a:cubicBezTo>
                    <a:pt x="115" y="173"/>
                    <a:pt x="114" y="172"/>
                    <a:pt x="114" y="172"/>
                  </a:cubicBezTo>
                  <a:cubicBezTo>
                    <a:pt x="114" y="172"/>
                    <a:pt x="114" y="172"/>
                    <a:pt x="114" y="172"/>
                  </a:cubicBezTo>
                  <a:cubicBezTo>
                    <a:pt x="113" y="171"/>
                    <a:pt x="113" y="170"/>
                    <a:pt x="114" y="170"/>
                  </a:cubicBezTo>
                  <a:cubicBezTo>
                    <a:pt x="114" y="170"/>
                    <a:pt x="114" y="170"/>
                    <a:pt x="114" y="170"/>
                  </a:cubicBezTo>
                  <a:cubicBezTo>
                    <a:pt x="114" y="170"/>
                    <a:pt x="114" y="170"/>
                    <a:pt x="115" y="170"/>
                  </a:cubicBezTo>
                  <a:cubicBezTo>
                    <a:pt x="115" y="170"/>
                    <a:pt x="115" y="170"/>
                    <a:pt x="115" y="170"/>
                  </a:cubicBezTo>
                  <a:cubicBezTo>
                    <a:pt x="115" y="170"/>
                    <a:pt x="116" y="170"/>
                    <a:pt x="116" y="170"/>
                  </a:cubicBezTo>
                  <a:close/>
                  <a:moveTo>
                    <a:pt x="104" y="178"/>
                  </a:moveTo>
                  <a:cubicBezTo>
                    <a:pt x="105" y="178"/>
                    <a:pt x="105" y="179"/>
                    <a:pt x="104" y="179"/>
                  </a:cubicBezTo>
                  <a:cubicBezTo>
                    <a:pt x="104" y="179"/>
                    <a:pt x="104" y="179"/>
                    <a:pt x="104" y="179"/>
                  </a:cubicBezTo>
                  <a:cubicBezTo>
                    <a:pt x="103" y="180"/>
                    <a:pt x="103" y="180"/>
                    <a:pt x="102" y="179"/>
                  </a:cubicBezTo>
                  <a:cubicBezTo>
                    <a:pt x="102" y="179"/>
                    <a:pt x="102" y="179"/>
                    <a:pt x="102" y="179"/>
                  </a:cubicBezTo>
                  <a:cubicBezTo>
                    <a:pt x="102" y="178"/>
                    <a:pt x="102" y="178"/>
                    <a:pt x="103" y="177"/>
                  </a:cubicBezTo>
                  <a:cubicBezTo>
                    <a:pt x="103" y="177"/>
                    <a:pt x="103" y="177"/>
                    <a:pt x="103" y="177"/>
                  </a:cubicBezTo>
                  <a:cubicBezTo>
                    <a:pt x="103" y="177"/>
                    <a:pt x="103" y="177"/>
                    <a:pt x="103" y="177"/>
                  </a:cubicBezTo>
                  <a:cubicBezTo>
                    <a:pt x="103" y="177"/>
                    <a:pt x="103" y="177"/>
                    <a:pt x="103" y="177"/>
                  </a:cubicBezTo>
                  <a:cubicBezTo>
                    <a:pt x="104" y="177"/>
                    <a:pt x="104" y="177"/>
                    <a:pt x="104" y="178"/>
                  </a:cubicBezTo>
                  <a:close/>
                  <a:moveTo>
                    <a:pt x="93" y="185"/>
                  </a:moveTo>
                  <a:cubicBezTo>
                    <a:pt x="94" y="186"/>
                    <a:pt x="93" y="186"/>
                    <a:pt x="93" y="187"/>
                  </a:cubicBezTo>
                  <a:cubicBezTo>
                    <a:pt x="93" y="187"/>
                    <a:pt x="93" y="187"/>
                    <a:pt x="93" y="187"/>
                  </a:cubicBezTo>
                  <a:cubicBezTo>
                    <a:pt x="92" y="187"/>
                    <a:pt x="91" y="187"/>
                    <a:pt x="91" y="186"/>
                  </a:cubicBezTo>
                  <a:cubicBezTo>
                    <a:pt x="91" y="186"/>
                    <a:pt x="91" y="186"/>
                    <a:pt x="91" y="186"/>
                  </a:cubicBezTo>
                  <a:cubicBezTo>
                    <a:pt x="91" y="186"/>
                    <a:pt x="91" y="185"/>
                    <a:pt x="91" y="185"/>
                  </a:cubicBezTo>
                  <a:cubicBezTo>
                    <a:pt x="91" y="185"/>
                    <a:pt x="91" y="185"/>
                    <a:pt x="91" y="185"/>
                  </a:cubicBezTo>
                  <a:cubicBezTo>
                    <a:pt x="92" y="184"/>
                    <a:pt x="92" y="184"/>
                    <a:pt x="92" y="184"/>
                  </a:cubicBezTo>
                  <a:cubicBezTo>
                    <a:pt x="92" y="184"/>
                    <a:pt x="92" y="184"/>
                    <a:pt x="92" y="184"/>
                  </a:cubicBezTo>
                  <a:cubicBezTo>
                    <a:pt x="92" y="184"/>
                    <a:pt x="93" y="185"/>
                    <a:pt x="93" y="185"/>
                  </a:cubicBezTo>
                  <a:close/>
                  <a:moveTo>
                    <a:pt x="82" y="192"/>
                  </a:moveTo>
                  <a:cubicBezTo>
                    <a:pt x="82" y="193"/>
                    <a:pt x="82" y="194"/>
                    <a:pt x="81" y="194"/>
                  </a:cubicBezTo>
                  <a:cubicBezTo>
                    <a:pt x="81" y="194"/>
                    <a:pt x="81" y="194"/>
                    <a:pt x="81" y="194"/>
                  </a:cubicBezTo>
                  <a:cubicBezTo>
                    <a:pt x="81" y="195"/>
                    <a:pt x="80" y="194"/>
                    <a:pt x="80" y="194"/>
                  </a:cubicBezTo>
                  <a:cubicBezTo>
                    <a:pt x="80" y="194"/>
                    <a:pt x="80" y="194"/>
                    <a:pt x="80" y="194"/>
                  </a:cubicBezTo>
                  <a:cubicBezTo>
                    <a:pt x="79" y="193"/>
                    <a:pt x="79" y="192"/>
                    <a:pt x="80" y="192"/>
                  </a:cubicBezTo>
                  <a:cubicBezTo>
                    <a:pt x="80" y="192"/>
                    <a:pt x="80" y="192"/>
                    <a:pt x="80" y="192"/>
                  </a:cubicBezTo>
                  <a:cubicBezTo>
                    <a:pt x="80" y="192"/>
                    <a:pt x="80" y="192"/>
                    <a:pt x="81" y="192"/>
                  </a:cubicBezTo>
                  <a:cubicBezTo>
                    <a:pt x="81" y="192"/>
                    <a:pt x="81" y="192"/>
                    <a:pt x="81" y="192"/>
                  </a:cubicBezTo>
                  <a:cubicBezTo>
                    <a:pt x="81" y="192"/>
                    <a:pt x="82" y="192"/>
                    <a:pt x="82" y="192"/>
                  </a:cubicBezTo>
                  <a:close/>
                  <a:moveTo>
                    <a:pt x="71" y="200"/>
                  </a:moveTo>
                  <a:cubicBezTo>
                    <a:pt x="71" y="200"/>
                    <a:pt x="71" y="201"/>
                    <a:pt x="70" y="202"/>
                  </a:cubicBezTo>
                  <a:cubicBezTo>
                    <a:pt x="70" y="202"/>
                    <a:pt x="70" y="202"/>
                    <a:pt x="70" y="202"/>
                  </a:cubicBezTo>
                  <a:cubicBezTo>
                    <a:pt x="70" y="202"/>
                    <a:pt x="69" y="202"/>
                    <a:pt x="68" y="201"/>
                  </a:cubicBezTo>
                  <a:cubicBezTo>
                    <a:pt x="68" y="201"/>
                    <a:pt x="68" y="201"/>
                    <a:pt x="68" y="201"/>
                  </a:cubicBezTo>
                  <a:cubicBezTo>
                    <a:pt x="68" y="201"/>
                    <a:pt x="68" y="200"/>
                    <a:pt x="69" y="199"/>
                  </a:cubicBezTo>
                  <a:cubicBezTo>
                    <a:pt x="69" y="199"/>
                    <a:pt x="69" y="199"/>
                    <a:pt x="69" y="199"/>
                  </a:cubicBezTo>
                  <a:cubicBezTo>
                    <a:pt x="69" y="199"/>
                    <a:pt x="69" y="199"/>
                    <a:pt x="69" y="199"/>
                  </a:cubicBezTo>
                  <a:cubicBezTo>
                    <a:pt x="69" y="199"/>
                    <a:pt x="69" y="199"/>
                    <a:pt x="69" y="199"/>
                  </a:cubicBezTo>
                  <a:cubicBezTo>
                    <a:pt x="70" y="199"/>
                    <a:pt x="70" y="199"/>
                    <a:pt x="71" y="200"/>
                  </a:cubicBezTo>
                  <a:close/>
                  <a:moveTo>
                    <a:pt x="59" y="207"/>
                  </a:moveTo>
                  <a:cubicBezTo>
                    <a:pt x="60" y="208"/>
                    <a:pt x="59" y="209"/>
                    <a:pt x="59" y="209"/>
                  </a:cubicBezTo>
                  <a:cubicBezTo>
                    <a:pt x="59" y="209"/>
                    <a:pt x="59" y="209"/>
                    <a:pt x="59" y="209"/>
                  </a:cubicBezTo>
                  <a:cubicBezTo>
                    <a:pt x="58" y="209"/>
                    <a:pt x="57" y="209"/>
                    <a:pt x="57" y="209"/>
                  </a:cubicBezTo>
                  <a:cubicBezTo>
                    <a:pt x="57" y="209"/>
                    <a:pt x="57" y="209"/>
                    <a:pt x="57" y="209"/>
                  </a:cubicBezTo>
                  <a:cubicBezTo>
                    <a:pt x="57" y="208"/>
                    <a:pt x="57" y="207"/>
                    <a:pt x="57" y="207"/>
                  </a:cubicBezTo>
                  <a:cubicBezTo>
                    <a:pt x="57" y="207"/>
                    <a:pt x="57" y="207"/>
                    <a:pt x="57" y="207"/>
                  </a:cubicBezTo>
                  <a:cubicBezTo>
                    <a:pt x="58" y="207"/>
                    <a:pt x="58" y="206"/>
                    <a:pt x="58" y="206"/>
                  </a:cubicBezTo>
                  <a:cubicBezTo>
                    <a:pt x="58" y="206"/>
                    <a:pt x="58" y="206"/>
                    <a:pt x="58" y="206"/>
                  </a:cubicBezTo>
                  <a:cubicBezTo>
                    <a:pt x="59" y="206"/>
                    <a:pt x="59" y="207"/>
                    <a:pt x="59" y="207"/>
                  </a:cubicBezTo>
                  <a:close/>
                  <a:moveTo>
                    <a:pt x="48" y="214"/>
                  </a:moveTo>
                  <a:cubicBezTo>
                    <a:pt x="48" y="215"/>
                    <a:pt x="48" y="216"/>
                    <a:pt x="48" y="216"/>
                  </a:cubicBezTo>
                  <a:cubicBezTo>
                    <a:pt x="48" y="216"/>
                    <a:pt x="48" y="216"/>
                    <a:pt x="48" y="216"/>
                  </a:cubicBezTo>
                  <a:cubicBezTo>
                    <a:pt x="47" y="217"/>
                    <a:pt x="46" y="217"/>
                    <a:pt x="46" y="216"/>
                  </a:cubicBezTo>
                  <a:cubicBezTo>
                    <a:pt x="46" y="216"/>
                    <a:pt x="46" y="216"/>
                    <a:pt x="46" y="216"/>
                  </a:cubicBezTo>
                  <a:cubicBezTo>
                    <a:pt x="45" y="215"/>
                    <a:pt x="45" y="214"/>
                    <a:pt x="46" y="214"/>
                  </a:cubicBezTo>
                  <a:cubicBezTo>
                    <a:pt x="46" y="214"/>
                    <a:pt x="46" y="214"/>
                    <a:pt x="46" y="214"/>
                  </a:cubicBezTo>
                  <a:cubicBezTo>
                    <a:pt x="46" y="214"/>
                    <a:pt x="47" y="214"/>
                    <a:pt x="47" y="214"/>
                  </a:cubicBezTo>
                  <a:cubicBezTo>
                    <a:pt x="47" y="214"/>
                    <a:pt x="47" y="214"/>
                    <a:pt x="47" y="214"/>
                  </a:cubicBezTo>
                  <a:cubicBezTo>
                    <a:pt x="47" y="214"/>
                    <a:pt x="48" y="214"/>
                    <a:pt x="48" y="214"/>
                  </a:cubicBezTo>
                  <a:close/>
                  <a:moveTo>
                    <a:pt x="37" y="222"/>
                  </a:moveTo>
                  <a:cubicBezTo>
                    <a:pt x="37" y="222"/>
                    <a:pt x="37" y="223"/>
                    <a:pt x="36" y="224"/>
                  </a:cubicBezTo>
                  <a:cubicBezTo>
                    <a:pt x="36" y="224"/>
                    <a:pt x="36" y="224"/>
                    <a:pt x="36" y="224"/>
                  </a:cubicBezTo>
                  <a:cubicBezTo>
                    <a:pt x="36" y="224"/>
                    <a:pt x="35" y="224"/>
                    <a:pt x="34" y="223"/>
                  </a:cubicBezTo>
                  <a:cubicBezTo>
                    <a:pt x="34" y="223"/>
                    <a:pt x="34" y="223"/>
                    <a:pt x="34" y="223"/>
                  </a:cubicBezTo>
                  <a:cubicBezTo>
                    <a:pt x="34" y="223"/>
                    <a:pt x="34" y="222"/>
                    <a:pt x="35" y="221"/>
                  </a:cubicBezTo>
                  <a:cubicBezTo>
                    <a:pt x="35" y="221"/>
                    <a:pt x="35" y="221"/>
                    <a:pt x="35" y="221"/>
                  </a:cubicBezTo>
                  <a:cubicBezTo>
                    <a:pt x="35" y="221"/>
                    <a:pt x="35" y="221"/>
                    <a:pt x="35" y="221"/>
                  </a:cubicBezTo>
                  <a:cubicBezTo>
                    <a:pt x="35" y="221"/>
                    <a:pt x="35" y="221"/>
                    <a:pt x="35" y="221"/>
                  </a:cubicBezTo>
                  <a:cubicBezTo>
                    <a:pt x="36" y="221"/>
                    <a:pt x="36" y="221"/>
                    <a:pt x="37" y="222"/>
                  </a:cubicBezTo>
                  <a:close/>
                  <a:moveTo>
                    <a:pt x="25" y="229"/>
                  </a:moveTo>
                  <a:cubicBezTo>
                    <a:pt x="26" y="230"/>
                    <a:pt x="26" y="231"/>
                    <a:pt x="25" y="231"/>
                  </a:cubicBezTo>
                  <a:cubicBezTo>
                    <a:pt x="25" y="231"/>
                    <a:pt x="25" y="231"/>
                    <a:pt x="25" y="231"/>
                  </a:cubicBezTo>
                  <a:cubicBezTo>
                    <a:pt x="24" y="231"/>
                    <a:pt x="23" y="231"/>
                    <a:pt x="23" y="231"/>
                  </a:cubicBezTo>
                  <a:cubicBezTo>
                    <a:pt x="23" y="231"/>
                    <a:pt x="23" y="231"/>
                    <a:pt x="23" y="231"/>
                  </a:cubicBezTo>
                  <a:cubicBezTo>
                    <a:pt x="23" y="230"/>
                    <a:pt x="23" y="229"/>
                    <a:pt x="23" y="229"/>
                  </a:cubicBezTo>
                  <a:cubicBezTo>
                    <a:pt x="23" y="229"/>
                    <a:pt x="23" y="229"/>
                    <a:pt x="23" y="229"/>
                  </a:cubicBezTo>
                  <a:cubicBezTo>
                    <a:pt x="24" y="229"/>
                    <a:pt x="24" y="229"/>
                    <a:pt x="24" y="229"/>
                  </a:cubicBezTo>
                  <a:cubicBezTo>
                    <a:pt x="24" y="229"/>
                    <a:pt x="24" y="229"/>
                    <a:pt x="24" y="229"/>
                  </a:cubicBezTo>
                  <a:cubicBezTo>
                    <a:pt x="25" y="229"/>
                    <a:pt x="25" y="229"/>
                    <a:pt x="25" y="229"/>
                  </a:cubicBezTo>
                  <a:close/>
                  <a:moveTo>
                    <a:pt x="14" y="237"/>
                  </a:moveTo>
                  <a:cubicBezTo>
                    <a:pt x="14" y="237"/>
                    <a:pt x="14" y="238"/>
                    <a:pt x="14" y="238"/>
                  </a:cubicBezTo>
                  <a:cubicBezTo>
                    <a:pt x="14" y="238"/>
                    <a:pt x="14" y="238"/>
                    <a:pt x="14" y="238"/>
                  </a:cubicBezTo>
                  <a:cubicBezTo>
                    <a:pt x="13" y="239"/>
                    <a:pt x="12" y="239"/>
                    <a:pt x="12" y="238"/>
                  </a:cubicBezTo>
                  <a:cubicBezTo>
                    <a:pt x="12" y="238"/>
                    <a:pt x="12" y="238"/>
                    <a:pt x="12" y="238"/>
                  </a:cubicBezTo>
                  <a:cubicBezTo>
                    <a:pt x="11" y="237"/>
                    <a:pt x="12" y="237"/>
                    <a:pt x="12" y="236"/>
                  </a:cubicBezTo>
                  <a:cubicBezTo>
                    <a:pt x="12" y="236"/>
                    <a:pt x="12" y="236"/>
                    <a:pt x="12" y="236"/>
                  </a:cubicBezTo>
                  <a:cubicBezTo>
                    <a:pt x="12" y="236"/>
                    <a:pt x="13" y="236"/>
                    <a:pt x="13" y="236"/>
                  </a:cubicBezTo>
                  <a:cubicBezTo>
                    <a:pt x="13" y="236"/>
                    <a:pt x="13" y="236"/>
                    <a:pt x="13" y="236"/>
                  </a:cubicBezTo>
                  <a:cubicBezTo>
                    <a:pt x="13" y="236"/>
                    <a:pt x="14" y="236"/>
                    <a:pt x="14" y="237"/>
                  </a:cubicBezTo>
                  <a:close/>
                  <a:moveTo>
                    <a:pt x="3" y="244"/>
                  </a:moveTo>
                  <a:cubicBezTo>
                    <a:pt x="3" y="245"/>
                    <a:pt x="3" y="245"/>
                    <a:pt x="2" y="246"/>
                  </a:cubicBezTo>
                  <a:cubicBezTo>
                    <a:pt x="2" y="246"/>
                    <a:pt x="2" y="246"/>
                    <a:pt x="2" y="246"/>
                  </a:cubicBezTo>
                  <a:cubicBezTo>
                    <a:pt x="2" y="246"/>
                    <a:pt x="1" y="246"/>
                    <a:pt x="0" y="245"/>
                  </a:cubicBezTo>
                  <a:cubicBezTo>
                    <a:pt x="0" y="245"/>
                    <a:pt x="0" y="245"/>
                    <a:pt x="0" y="245"/>
                  </a:cubicBezTo>
                  <a:cubicBezTo>
                    <a:pt x="0" y="245"/>
                    <a:pt x="0" y="244"/>
                    <a:pt x="1" y="244"/>
                  </a:cubicBezTo>
                  <a:cubicBezTo>
                    <a:pt x="1" y="244"/>
                    <a:pt x="1" y="244"/>
                    <a:pt x="1" y="244"/>
                  </a:cubicBezTo>
                  <a:cubicBezTo>
                    <a:pt x="1" y="243"/>
                    <a:pt x="1" y="243"/>
                    <a:pt x="2" y="243"/>
                  </a:cubicBezTo>
                  <a:cubicBezTo>
                    <a:pt x="2" y="243"/>
                    <a:pt x="2" y="243"/>
                    <a:pt x="2" y="243"/>
                  </a:cubicBezTo>
                  <a:cubicBezTo>
                    <a:pt x="2" y="243"/>
                    <a:pt x="2" y="244"/>
                    <a:pt x="3" y="24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2" name="Google Shape;1272;p23"/>
            <p:cNvSpPr/>
            <p:nvPr/>
          </p:nvSpPr>
          <p:spPr>
            <a:xfrm>
              <a:off x="14283794" y="-448701"/>
              <a:ext cx="11748" cy="19580"/>
            </a:xfrm>
            <a:custGeom>
              <a:avLst/>
              <a:gdLst/>
              <a:ahLst/>
              <a:cxnLst/>
              <a:rect l="l" t="t" r="r" b="b"/>
              <a:pathLst>
                <a:path w="2" h="3" extrusionOk="0">
                  <a:moveTo>
                    <a:pt x="1" y="0"/>
                  </a:moveTo>
                  <a:cubicBezTo>
                    <a:pt x="1" y="0"/>
                    <a:pt x="1" y="0"/>
                    <a:pt x="2" y="0"/>
                  </a:cubicBezTo>
                  <a:cubicBezTo>
                    <a:pt x="2" y="0"/>
                    <a:pt x="2" y="0"/>
                    <a:pt x="2" y="0"/>
                  </a:cubicBezTo>
                  <a:cubicBezTo>
                    <a:pt x="2" y="1"/>
                    <a:pt x="2" y="1"/>
                    <a:pt x="2" y="1"/>
                  </a:cubicBezTo>
                  <a:cubicBezTo>
                    <a:pt x="2" y="1"/>
                    <a:pt x="2" y="2"/>
                    <a:pt x="2" y="2"/>
                  </a:cubicBezTo>
                  <a:cubicBezTo>
                    <a:pt x="2" y="2"/>
                    <a:pt x="2" y="2"/>
                    <a:pt x="2" y="2"/>
                  </a:cubicBezTo>
                  <a:cubicBezTo>
                    <a:pt x="2" y="3"/>
                    <a:pt x="1" y="3"/>
                    <a:pt x="1" y="2"/>
                  </a:cubicBezTo>
                  <a:cubicBezTo>
                    <a:pt x="0" y="2"/>
                    <a:pt x="0" y="2"/>
                    <a:pt x="0" y="2"/>
                  </a:cubicBezTo>
                  <a:cubicBezTo>
                    <a:pt x="0" y="2"/>
                    <a:pt x="0" y="2"/>
                    <a:pt x="0" y="2"/>
                  </a:cubicBezTo>
                  <a:cubicBezTo>
                    <a:pt x="0" y="2"/>
                    <a:pt x="0" y="1"/>
                    <a:pt x="0" y="1"/>
                  </a:cubicBezTo>
                  <a:cubicBezTo>
                    <a:pt x="0" y="1"/>
                    <a:pt x="0" y="1"/>
                    <a:pt x="0" y="0"/>
                  </a:cubicBezTo>
                  <a:cubicBezTo>
                    <a:pt x="0" y="0"/>
                    <a:pt x="1" y="0"/>
                    <a:pt x="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273" name="Google Shape;1273;p23"/>
          <p:cNvGrpSpPr/>
          <p:nvPr/>
        </p:nvGrpSpPr>
        <p:grpSpPr>
          <a:xfrm>
            <a:off x="-984170" y="-3000359"/>
            <a:ext cx="11853883" cy="8118886"/>
            <a:chOff x="-984170" y="-3000359"/>
            <a:chExt cx="11853883" cy="8118886"/>
          </a:xfrm>
        </p:grpSpPr>
        <p:grpSp>
          <p:nvGrpSpPr>
            <p:cNvPr id="1274" name="Google Shape;1274;p23"/>
            <p:cNvGrpSpPr/>
            <p:nvPr/>
          </p:nvGrpSpPr>
          <p:grpSpPr>
            <a:xfrm>
              <a:off x="-984170" y="-3000359"/>
              <a:ext cx="3093729" cy="4362535"/>
              <a:chOff x="-984170" y="-3000359"/>
              <a:chExt cx="3093729" cy="4362535"/>
            </a:xfrm>
          </p:grpSpPr>
          <p:sp>
            <p:nvSpPr>
              <p:cNvPr id="1275" name="Google Shape;1275;p23"/>
              <p:cNvSpPr/>
              <p:nvPr/>
            </p:nvSpPr>
            <p:spPr>
              <a:xfrm>
                <a:off x="-917596" y="-2922037"/>
                <a:ext cx="3027155" cy="4284213"/>
              </a:xfrm>
              <a:custGeom>
                <a:avLst/>
                <a:gdLst/>
                <a:ahLst/>
                <a:cxnLst/>
                <a:rect l="l" t="t" r="r" b="b"/>
                <a:pathLst>
                  <a:path w="773" h="1094" extrusionOk="0">
                    <a:moveTo>
                      <a:pt x="146" y="409"/>
                    </a:moveTo>
                    <a:lnTo>
                      <a:pt x="773" y="0"/>
                    </a:lnTo>
                    <a:lnTo>
                      <a:pt x="627" y="686"/>
                    </a:lnTo>
                    <a:lnTo>
                      <a:pt x="0" y="1094"/>
                    </a:lnTo>
                    <a:lnTo>
                      <a:pt x="146" y="409"/>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6" name="Google Shape;1276;p23"/>
              <p:cNvSpPr/>
              <p:nvPr/>
            </p:nvSpPr>
            <p:spPr>
              <a:xfrm>
                <a:off x="-984170" y="-3000359"/>
                <a:ext cx="3031071" cy="4299878"/>
              </a:xfrm>
              <a:custGeom>
                <a:avLst/>
                <a:gdLst/>
                <a:ahLst/>
                <a:cxnLst/>
                <a:rect l="l" t="t" r="r" b="b"/>
                <a:pathLst>
                  <a:path w="774" h="1098" extrusionOk="0">
                    <a:moveTo>
                      <a:pt x="0" y="1098"/>
                    </a:moveTo>
                    <a:lnTo>
                      <a:pt x="0" y="1095"/>
                    </a:lnTo>
                    <a:lnTo>
                      <a:pt x="144" y="410"/>
                    </a:lnTo>
                    <a:lnTo>
                      <a:pt x="146" y="410"/>
                    </a:lnTo>
                    <a:lnTo>
                      <a:pt x="774" y="0"/>
                    </a:lnTo>
                    <a:lnTo>
                      <a:pt x="773" y="1"/>
                    </a:lnTo>
                    <a:lnTo>
                      <a:pt x="628" y="688"/>
                    </a:lnTo>
                    <a:lnTo>
                      <a:pt x="628" y="688"/>
                    </a:lnTo>
                    <a:lnTo>
                      <a:pt x="0" y="1098"/>
                    </a:lnTo>
                    <a:close/>
                    <a:moveTo>
                      <a:pt x="147" y="411"/>
                    </a:moveTo>
                    <a:lnTo>
                      <a:pt x="1" y="1093"/>
                    </a:lnTo>
                    <a:lnTo>
                      <a:pt x="627" y="687"/>
                    </a:lnTo>
                    <a:lnTo>
                      <a:pt x="771" y="5"/>
                    </a:lnTo>
                    <a:lnTo>
                      <a:pt x="147" y="41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77" name="Google Shape;1277;p23"/>
            <p:cNvSpPr/>
            <p:nvPr/>
          </p:nvSpPr>
          <p:spPr>
            <a:xfrm rot="10800000">
              <a:off x="8552701" y="1812924"/>
              <a:ext cx="2317013" cy="3283428"/>
            </a:xfrm>
            <a:custGeom>
              <a:avLst/>
              <a:gdLst/>
              <a:ahLst/>
              <a:cxnLst/>
              <a:rect l="l" t="t" r="r" b="b"/>
              <a:pathLst>
                <a:path w="772" h="1094" extrusionOk="0">
                  <a:moveTo>
                    <a:pt x="627" y="685"/>
                  </a:moveTo>
                  <a:lnTo>
                    <a:pt x="0" y="1094"/>
                  </a:lnTo>
                  <a:lnTo>
                    <a:pt x="145" y="407"/>
                  </a:lnTo>
                  <a:lnTo>
                    <a:pt x="772" y="0"/>
                  </a:lnTo>
                  <a:lnTo>
                    <a:pt x="627" y="68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8" name="Google Shape;1278;p23"/>
            <p:cNvSpPr/>
            <p:nvPr/>
          </p:nvSpPr>
          <p:spPr>
            <a:xfrm rot="10800000">
              <a:off x="8187198" y="3587861"/>
              <a:ext cx="1944851" cy="1530666"/>
            </a:xfrm>
            <a:custGeom>
              <a:avLst/>
              <a:gdLst/>
              <a:ahLst/>
              <a:cxnLst/>
              <a:rect l="l" t="t" r="r" b="b"/>
              <a:pathLst>
                <a:path w="648" h="510" extrusionOk="0">
                  <a:moveTo>
                    <a:pt x="627" y="103"/>
                  </a:moveTo>
                  <a:lnTo>
                    <a:pt x="0" y="510"/>
                  </a:lnTo>
                  <a:lnTo>
                    <a:pt x="21" y="408"/>
                  </a:lnTo>
                  <a:lnTo>
                    <a:pt x="648" y="0"/>
                  </a:lnTo>
                  <a:lnTo>
                    <a:pt x="627" y="10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Outfit"/>
              <a:buNone/>
              <a:defRPr sz="3000" b="1">
                <a:solidFill>
                  <a:schemeClr val="dk1"/>
                </a:solidFill>
                <a:latin typeface="Outfit"/>
                <a:ea typeface="Outfit"/>
                <a:cs typeface="Outfit"/>
                <a:sym typeface="Outfit"/>
              </a:defRPr>
            </a:lvl1pPr>
            <a:lvl2pPr lvl="1" rtl="0">
              <a:spcBef>
                <a:spcPts val="0"/>
              </a:spcBef>
              <a:spcAft>
                <a:spcPts val="0"/>
              </a:spcAft>
              <a:buClr>
                <a:schemeClr val="dk1"/>
              </a:buClr>
              <a:buSzPts val="3000"/>
              <a:buFont typeface="Outfit"/>
              <a:buNone/>
              <a:defRPr sz="3000" b="1">
                <a:solidFill>
                  <a:schemeClr val="dk1"/>
                </a:solidFill>
                <a:latin typeface="Outfit"/>
                <a:ea typeface="Outfit"/>
                <a:cs typeface="Outfit"/>
                <a:sym typeface="Outfit"/>
              </a:defRPr>
            </a:lvl2pPr>
            <a:lvl3pPr lvl="2" rtl="0">
              <a:spcBef>
                <a:spcPts val="0"/>
              </a:spcBef>
              <a:spcAft>
                <a:spcPts val="0"/>
              </a:spcAft>
              <a:buClr>
                <a:schemeClr val="dk1"/>
              </a:buClr>
              <a:buSzPts val="3000"/>
              <a:buFont typeface="Outfit"/>
              <a:buNone/>
              <a:defRPr sz="3000" b="1">
                <a:solidFill>
                  <a:schemeClr val="dk1"/>
                </a:solidFill>
                <a:latin typeface="Outfit"/>
                <a:ea typeface="Outfit"/>
                <a:cs typeface="Outfit"/>
                <a:sym typeface="Outfit"/>
              </a:defRPr>
            </a:lvl3pPr>
            <a:lvl4pPr lvl="3" rtl="0">
              <a:spcBef>
                <a:spcPts val="0"/>
              </a:spcBef>
              <a:spcAft>
                <a:spcPts val="0"/>
              </a:spcAft>
              <a:buClr>
                <a:schemeClr val="dk1"/>
              </a:buClr>
              <a:buSzPts val="3000"/>
              <a:buFont typeface="Outfit"/>
              <a:buNone/>
              <a:defRPr sz="3000" b="1">
                <a:solidFill>
                  <a:schemeClr val="dk1"/>
                </a:solidFill>
                <a:latin typeface="Outfit"/>
                <a:ea typeface="Outfit"/>
                <a:cs typeface="Outfit"/>
                <a:sym typeface="Outfit"/>
              </a:defRPr>
            </a:lvl4pPr>
            <a:lvl5pPr lvl="4" rtl="0">
              <a:spcBef>
                <a:spcPts val="0"/>
              </a:spcBef>
              <a:spcAft>
                <a:spcPts val="0"/>
              </a:spcAft>
              <a:buClr>
                <a:schemeClr val="dk1"/>
              </a:buClr>
              <a:buSzPts val="3000"/>
              <a:buFont typeface="Outfit"/>
              <a:buNone/>
              <a:defRPr sz="3000" b="1">
                <a:solidFill>
                  <a:schemeClr val="dk1"/>
                </a:solidFill>
                <a:latin typeface="Outfit"/>
                <a:ea typeface="Outfit"/>
                <a:cs typeface="Outfit"/>
                <a:sym typeface="Outfit"/>
              </a:defRPr>
            </a:lvl5pPr>
            <a:lvl6pPr lvl="5" rtl="0">
              <a:spcBef>
                <a:spcPts val="0"/>
              </a:spcBef>
              <a:spcAft>
                <a:spcPts val="0"/>
              </a:spcAft>
              <a:buClr>
                <a:schemeClr val="dk1"/>
              </a:buClr>
              <a:buSzPts val="3000"/>
              <a:buFont typeface="Outfit"/>
              <a:buNone/>
              <a:defRPr sz="3000" b="1">
                <a:solidFill>
                  <a:schemeClr val="dk1"/>
                </a:solidFill>
                <a:latin typeface="Outfit"/>
                <a:ea typeface="Outfit"/>
                <a:cs typeface="Outfit"/>
                <a:sym typeface="Outfit"/>
              </a:defRPr>
            </a:lvl6pPr>
            <a:lvl7pPr lvl="6" rtl="0">
              <a:spcBef>
                <a:spcPts val="0"/>
              </a:spcBef>
              <a:spcAft>
                <a:spcPts val="0"/>
              </a:spcAft>
              <a:buClr>
                <a:schemeClr val="dk1"/>
              </a:buClr>
              <a:buSzPts val="3000"/>
              <a:buFont typeface="Outfit"/>
              <a:buNone/>
              <a:defRPr sz="3000" b="1">
                <a:solidFill>
                  <a:schemeClr val="dk1"/>
                </a:solidFill>
                <a:latin typeface="Outfit"/>
                <a:ea typeface="Outfit"/>
                <a:cs typeface="Outfit"/>
                <a:sym typeface="Outfit"/>
              </a:defRPr>
            </a:lvl7pPr>
            <a:lvl8pPr lvl="7" rtl="0">
              <a:spcBef>
                <a:spcPts val="0"/>
              </a:spcBef>
              <a:spcAft>
                <a:spcPts val="0"/>
              </a:spcAft>
              <a:buClr>
                <a:schemeClr val="dk1"/>
              </a:buClr>
              <a:buSzPts val="3000"/>
              <a:buFont typeface="Outfit"/>
              <a:buNone/>
              <a:defRPr sz="3000" b="1">
                <a:solidFill>
                  <a:schemeClr val="dk1"/>
                </a:solidFill>
                <a:latin typeface="Outfit"/>
                <a:ea typeface="Outfit"/>
                <a:cs typeface="Outfit"/>
                <a:sym typeface="Outfit"/>
              </a:defRPr>
            </a:lvl8pPr>
            <a:lvl9pPr lvl="8" rtl="0">
              <a:spcBef>
                <a:spcPts val="0"/>
              </a:spcBef>
              <a:spcAft>
                <a:spcPts val="0"/>
              </a:spcAft>
              <a:buClr>
                <a:schemeClr val="dk1"/>
              </a:buClr>
              <a:buSzPts val="3000"/>
              <a:buFont typeface="Outfit"/>
              <a:buNone/>
              <a:defRPr sz="3000" b="1">
                <a:solidFill>
                  <a:schemeClr val="dk1"/>
                </a:solidFill>
                <a:latin typeface="Outfit"/>
                <a:ea typeface="Outfit"/>
                <a:cs typeface="Outfit"/>
                <a:sym typeface="Outfit"/>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1pPr>
            <a:lvl2pPr marL="914400" lvl="1"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2pPr>
            <a:lvl3pPr marL="1371600" lvl="2"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3pPr>
            <a:lvl4pPr marL="1828800" lvl="3"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4pPr>
            <a:lvl5pPr marL="2286000" lvl="4"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5pPr>
            <a:lvl6pPr marL="2743200" lvl="5"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6pPr>
            <a:lvl7pPr marL="3200400" lvl="6"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7pPr>
            <a:lvl8pPr marL="3657600" lvl="7"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8pPr>
            <a:lvl9pPr marL="4114800" lvl="8"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4" r:id="rId3"/>
    <p:sldLayoutId id="2147483655" r:id="rId4"/>
    <p:sldLayoutId id="2147483659" r:id="rId5"/>
    <p:sldLayoutId id="2147483668" r:id="rId6"/>
    <p:sldLayoutId id="2147483669"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6.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hyperlink" Target="https://kroki.io/plantuml/svg/eNrtW19z27gRfz59CoxfzlKi9DrT6YMnkzlZknOaypZHUpJeO32AKUhiTRIcAnSi3uS7dxcA_4EgRUfO1W6bB5shdhe7v10sFlj6ZyFpItMw6ElfBowsU_gxjXZ-xMiQjHkYB0wyMg6oEGTi011Cw15P3PtRTOGRBEAoDzEjMQ8O-J_SWMQ3TLCY_Omn0suERvf48s_llx6KH0mZ-HepZDOPRyv_X4z81AvYVhLJSeLv9pJs_IR50udRrxdT757uGDnzePgmPMDPmEaHN4Jv5WeaMKYsYIkf7eKE_xO4zshvvR6Bf2ouMopjeEHMv1fkN8BB-t5XElI_Ol9J5Pz7PwhNdqJfIlNowTBOLfBn3yVDMLnkXBoxZPslDFrpbkHjSCq8CrphQRdwurn66_W8IpBcEM2nOL5q434kw-GQXC8m0zm5HY3_Mno_xTdqLIfsGuYJzkrm5w9-JFmypR4jH_zpA8ie-0KyiCUlYm0DeGjPP99w6W99j6JPMuXka2Kewr6T6RNNIhiu0--PcU6ThCffwDdKNz6_DeiB5dzbgtJAV4oNFWNjDmB8kZblQ8K-MC9FAnCAFnaZ-sGGJRZdkEF3YYNp6UjjmEWbNZ_zHJOQCVEJLhN9TFqizm0_ZbParLs6a_-oZsA0zaxF7fq5yc3gLVnMIJUgPjZyPGJrP2Qg5I7zgNHIGhcBY_EtLFq-AZpJmqi4smGlolAKyObco8GESiXaoo3SsKTOBYa3ReGlCS6hVqpXxBcLrbpCwKW8wmpV6K8InRYoynnZCEXbbIZiuClbohjqWgLZ2DangVTYKlSmVxg7Yq8uHSRnENr0W56E1NbECh4rHcJeIFiJwyyGBDmL1y2hh3uXHXQRVRHnmHlIKCz0Bxy91C69TXjMEnmwyIB1t1MLea2fHGJU5OjEYY0m5dhymJGF2Egp0xJh4AFDY8aN_jby-m1mixLYZl_uKkBPnCsME_jR1V2Ky3gK93_lLHjpctOPsCet19PlDYie3byfT9eLG4cPTflhezKf2I_gKfKYmUmT26ijXkCwuBMseaB3AcMc9xbp331boh6WJjvvN4ECi3Bm1DvvNyv4ioz3zLsfBYEGsObDzQYHSu6wCGAHh7qsnQZ0MdK7AHHS9oIVSiUUtn7AbmDp1dIIfWBHCCsBg-XM1Wi8Xixn01VeyhTxYlbkFQQ9Tw61MiX3i5cwk90Mh055Kt3JfsPSrvFP6GGx_cTYfSYkf0E2jxNyDdXFPpOCafQx_LJqBL54BP8VIJ7xGyfEeQUVPUoMVul1UWiOcMlpqLQ6Og8LOFXJ5VP13Tm3xtlUqoZdBXxKfMkWEZpch6yzlDGPD0oE_iDiNVG_N13Zr_kDO4F9-gVq-4gGsAngIU5LKUP4gzvaVKIp5t065qv51Th-tjjqWrWJWCFk9ttHRFDXiTR1No_et9vt0RlotV6O1tP3vxb713o5e_9-uqxkpOL0ZNSuaeMLM8I2LRu93o-1kp1q7lJaIz6e2EPI2aJBC6hndBGeJ8D6tpHXuk00T2OIy0WG2rioIY1UzbezchcMNvSAFXrGWYcAhnQR30Dy_BAobyndIXCeIzLjXUehZ2W2ZI8yWLLyUctlt2TV49hzNr-0kXcxHyutWyr3TaehrBJr0hfwuTIimo0yRCinmejZoViqY54CSYGXlw1LqxOEqM_zXIBHN0ao1WeLm4Z9Ue-ztW1RX6mx8-rFm6d_104Qksfn_VO3zLyYNCqVvO5U8rjTvcCPYWwMv77F604MnsT2jr6u1UBVwMr1c2fMzD1mS6Rfa4qXi0vpaPBkoXQctk5Z5MVjmx2YOgMreJp4GbTIaVcATMimUZ14cwHKKjfRxEhpInnusGYHyUfC2gypH1Fzv9mG6hFEjZCXCqp1vO6MbazpW6PytqB5OfD8YGr0_P7gUemxEQt1E_GiYqTSmh0vbtbLxXw-XTb3Z1HxhAcBS440aU15VtDP8iG7xLrDHmV2z9J8xyfg7K8H4PBDz7MCWDpvZ-26rrMe5hqm8ebKdDp4pJQwUUJbOra_8JAVs9cCSj"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27"/>
          <p:cNvSpPr txBox="1">
            <a:spLocks noGrp="1"/>
          </p:cNvSpPr>
          <p:nvPr>
            <p:ph type="ctrTitle"/>
          </p:nvPr>
        </p:nvSpPr>
        <p:spPr>
          <a:xfrm>
            <a:off x="715100" y="1483087"/>
            <a:ext cx="4921800" cy="168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3600" dirty="0"/>
              <a:t>Third Sprint  </a:t>
            </a:r>
            <a:r>
              <a:rPr lang="it-IT" sz="3600" dirty="0" err="1"/>
              <a:t>presentation</a:t>
            </a:r>
            <a:br>
              <a:rPr lang="it-IT" sz="3600" dirty="0"/>
            </a:br>
            <a:r>
              <a:rPr lang="it-IT" sz="3600" dirty="0"/>
              <a:t>Group n. 04</a:t>
            </a:r>
            <a:br>
              <a:rPr lang="it-IT" sz="3600" dirty="0"/>
            </a:br>
            <a:endParaRPr sz="3600" dirty="0"/>
          </a:p>
        </p:txBody>
      </p:sp>
      <p:grpSp>
        <p:nvGrpSpPr>
          <p:cNvPr id="1292" name="Google Shape;1292;p27"/>
          <p:cNvGrpSpPr/>
          <p:nvPr/>
        </p:nvGrpSpPr>
        <p:grpSpPr>
          <a:xfrm>
            <a:off x="832425" y="3579813"/>
            <a:ext cx="4500600" cy="74450"/>
            <a:chOff x="832425" y="3620150"/>
            <a:chExt cx="4500600" cy="74450"/>
          </a:xfrm>
        </p:grpSpPr>
        <p:cxnSp>
          <p:nvCxnSpPr>
            <p:cNvPr id="1293" name="Google Shape;1293;p27"/>
            <p:cNvCxnSpPr/>
            <p:nvPr/>
          </p:nvCxnSpPr>
          <p:spPr>
            <a:xfrm>
              <a:off x="832425" y="3620150"/>
              <a:ext cx="4500600" cy="0"/>
            </a:xfrm>
            <a:prstGeom prst="straightConnector1">
              <a:avLst/>
            </a:prstGeom>
            <a:noFill/>
            <a:ln w="9525" cap="flat" cmpd="sng">
              <a:solidFill>
                <a:schemeClr val="lt2"/>
              </a:solidFill>
              <a:prstDash val="solid"/>
              <a:round/>
              <a:headEnd type="none" w="med" len="med"/>
              <a:tailEnd type="none" w="med" len="med"/>
            </a:ln>
          </p:spPr>
        </p:cxnSp>
        <p:cxnSp>
          <p:nvCxnSpPr>
            <p:cNvPr id="1294" name="Google Shape;1294;p27"/>
            <p:cNvCxnSpPr/>
            <p:nvPr/>
          </p:nvCxnSpPr>
          <p:spPr>
            <a:xfrm>
              <a:off x="832425" y="3694600"/>
              <a:ext cx="4500600" cy="0"/>
            </a:xfrm>
            <a:prstGeom prst="straightConnector1">
              <a:avLst/>
            </a:prstGeom>
            <a:noFill/>
            <a:ln w="9525" cap="flat" cmpd="sng">
              <a:solidFill>
                <a:schemeClr val="lt2"/>
              </a:solidFill>
              <a:prstDash val="solid"/>
              <a:round/>
              <a:headEnd type="none" w="med" len="med"/>
              <a:tailEnd type="none" w="med" len="med"/>
            </a:ln>
          </p:spPr>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B8BCE696-FBA2-82FD-FCA1-686A6D8632ED}"/>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088C4497-D9B8-F174-9A9B-E50AC76C0CE1}"/>
              </a:ext>
            </a:extLst>
          </p:cNvPr>
          <p:cNvSpPr txBox="1">
            <a:spLocks noGrp="1"/>
          </p:cNvSpPr>
          <p:nvPr>
            <p:ph type="title"/>
          </p:nvPr>
        </p:nvSpPr>
        <p:spPr>
          <a:xfrm>
            <a:off x="720000" y="30024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More triggers</a:t>
            </a:r>
            <a:endParaRPr dirty="0"/>
          </a:p>
        </p:txBody>
      </p:sp>
      <p:sp>
        <p:nvSpPr>
          <p:cNvPr id="11" name="Sottotitolo 8">
            <a:extLst>
              <a:ext uri="{FF2B5EF4-FFF2-40B4-BE49-F238E27FC236}">
                <a16:creationId xmlns:a16="http://schemas.microsoft.com/office/drawing/2014/main" id="{09A0AAC2-6A51-CE05-9E60-8B68699876D4}"/>
              </a:ext>
            </a:extLst>
          </p:cNvPr>
          <p:cNvSpPr txBox="1">
            <a:spLocks/>
          </p:cNvSpPr>
          <p:nvPr/>
        </p:nvSpPr>
        <p:spPr>
          <a:xfrm>
            <a:off x="598080" y="1223846"/>
            <a:ext cx="3973920" cy="319857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spcBef>
                <a:spcPts val="600"/>
              </a:spcBef>
            </a:pPr>
            <a:r>
              <a:rPr lang="it-IT" sz="1600" dirty="0"/>
              <a:t>User stories (10 story </a:t>
            </a:r>
            <a:r>
              <a:rPr lang="it-IT" sz="1600" dirty="0" err="1"/>
              <a:t>pts</a:t>
            </a:r>
            <a:r>
              <a:rPr lang="it-IT" sz="1600" dirty="0"/>
              <a:t>)</a:t>
            </a:r>
          </a:p>
          <a:p>
            <a:pPr algn="just">
              <a:spcBef>
                <a:spcPts val="600"/>
              </a:spcBef>
              <a:buFont typeface="Arial" panose="020B0604020202020204" pitchFamily="34" charset="0"/>
              <a:buChar char="•"/>
            </a:pPr>
            <a:r>
              <a:rPr lang="en-US" sz="1000" b="0" dirty="0"/>
              <a:t>As a User I want to be able to select a Trigger based on the day of week from a list of triggers to fire an Action at a specified day of the week. (2 SP)</a:t>
            </a:r>
          </a:p>
          <a:p>
            <a:pPr algn="just">
              <a:spcBef>
                <a:spcPts val="600"/>
              </a:spcBef>
              <a:buFont typeface="Arial" panose="020B0604020202020204" pitchFamily="34" charset="0"/>
              <a:buChar char="•"/>
            </a:pPr>
            <a:r>
              <a:rPr lang="en-US" sz="1000" b="0" dirty="0"/>
              <a:t>As a User I want to be able to select a Trigger based on the day of month from a list of triggers to fire an Action at a specified day of the month. (2 SP)</a:t>
            </a:r>
          </a:p>
          <a:p>
            <a:pPr algn="just">
              <a:spcBef>
                <a:spcPts val="600"/>
              </a:spcBef>
              <a:buFont typeface="Arial" panose="020B0604020202020204" pitchFamily="34" charset="0"/>
              <a:buChar char="•"/>
            </a:pPr>
            <a:r>
              <a:rPr lang="en-US" sz="1000" b="0" dirty="0"/>
              <a:t>As a User I want to be able to select a Trigger based on the date from a list of triggers to fire an Action at a specified date. (2 SP)</a:t>
            </a:r>
          </a:p>
          <a:p>
            <a:pPr algn="just">
              <a:spcBef>
                <a:spcPts val="600"/>
              </a:spcBef>
              <a:buFont typeface="Arial" panose="020B0604020202020204" pitchFamily="34" charset="0"/>
              <a:buChar char="•"/>
            </a:pPr>
            <a:r>
              <a:rPr lang="en-US" sz="1000" b="0" dirty="0"/>
              <a:t>As a User I want to be able to select a Trigger based on the name of a specified file in a specified directory from a list of triggers to fire an Action at a specified name. (2 SP) </a:t>
            </a:r>
          </a:p>
          <a:p>
            <a:pPr algn="just">
              <a:spcBef>
                <a:spcPts val="600"/>
              </a:spcBef>
              <a:buFont typeface="Arial" panose="020B0604020202020204" pitchFamily="34" charset="0"/>
              <a:buChar char="•"/>
            </a:pPr>
            <a:r>
              <a:rPr lang="en-US" sz="1000" b="0" dirty="0"/>
              <a:t>As a User I want to be able to select a Trigger based on the size of a file from a list of triggers to fire an Action when the size of the file is larger than a specified value. (2 SP) </a:t>
            </a:r>
          </a:p>
        </p:txBody>
      </p:sp>
      <p:pic>
        <p:nvPicPr>
          <p:cNvPr id="3" name="Immagine 2" descr="Immagine che contiene testo, schermata, Carattere, software&#10;&#10;Il contenuto generato dall'IA potrebbe non essere corretto.">
            <a:extLst>
              <a:ext uri="{FF2B5EF4-FFF2-40B4-BE49-F238E27FC236}">
                <a16:creationId xmlns:a16="http://schemas.microsoft.com/office/drawing/2014/main" id="{5CC7CC6A-48E2-87F1-41E3-EC5EDF79AEFE}"/>
              </a:ext>
            </a:extLst>
          </p:cNvPr>
          <p:cNvPicPr>
            <a:picLocks noChangeAspect="1"/>
          </p:cNvPicPr>
          <p:nvPr/>
        </p:nvPicPr>
        <p:blipFill>
          <a:blip r:embed="rId3"/>
          <a:stretch>
            <a:fillRect/>
          </a:stretch>
        </p:blipFill>
        <p:spPr>
          <a:xfrm>
            <a:off x="5138212" y="1523999"/>
            <a:ext cx="3285788" cy="2898421"/>
          </a:xfrm>
          <a:prstGeom prst="rect">
            <a:avLst/>
          </a:prstGeom>
          <a:ln>
            <a:solidFill>
              <a:schemeClr val="accent1">
                <a:alpha val="99000"/>
              </a:schemeClr>
            </a:solidFill>
          </a:ln>
        </p:spPr>
      </p:pic>
    </p:spTree>
    <p:extLst>
      <p:ext uri="{BB962C8B-B14F-4D97-AF65-F5344CB8AC3E}">
        <p14:creationId xmlns:p14="http://schemas.microsoft.com/office/powerpoint/2010/main" val="717475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2ED6114E-D58E-F9E6-1CAD-D052B3891D4F}"/>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36FABE45-0C34-C23E-CCC0-E4F419D36A20}"/>
              </a:ext>
            </a:extLst>
          </p:cNvPr>
          <p:cNvSpPr txBox="1">
            <a:spLocks noGrp="1"/>
          </p:cNvSpPr>
          <p:nvPr>
            <p:ph type="title"/>
          </p:nvPr>
        </p:nvSpPr>
        <p:spPr>
          <a:xfrm>
            <a:off x="720000" y="2545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Triggers </a:t>
            </a:r>
            <a:r>
              <a:rPr lang="it-IT" dirty="0" err="1"/>
              <a:t>related</a:t>
            </a:r>
            <a:r>
              <a:rPr lang="it-IT" dirty="0"/>
              <a:t> to </a:t>
            </a:r>
            <a:r>
              <a:rPr lang="it-IT" dirty="0" err="1"/>
              <a:t>dates</a:t>
            </a:r>
            <a:endParaRPr dirty="0"/>
          </a:p>
        </p:txBody>
      </p:sp>
      <p:sp>
        <p:nvSpPr>
          <p:cNvPr id="11" name="Sottotitolo 8">
            <a:extLst>
              <a:ext uri="{FF2B5EF4-FFF2-40B4-BE49-F238E27FC236}">
                <a16:creationId xmlns:a16="http://schemas.microsoft.com/office/drawing/2014/main" id="{EE912AE1-7315-E5A9-3252-B0106ECDBDF6}"/>
              </a:ext>
            </a:extLst>
          </p:cNvPr>
          <p:cNvSpPr txBox="1">
            <a:spLocks/>
          </p:cNvSpPr>
          <p:nvPr/>
        </p:nvSpPr>
        <p:spPr>
          <a:xfrm>
            <a:off x="365760" y="972463"/>
            <a:ext cx="5021580" cy="319857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spcBef>
                <a:spcPts val="600"/>
              </a:spcBef>
            </a:pPr>
            <a:r>
              <a:rPr lang="en-US" sz="1600" dirty="0"/>
              <a:t>TASKS</a:t>
            </a:r>
            <a:endParaRPr lang="en-US" sz="1200" b="0" dirty="0"/>
          </a:p>
          <a:p>
            <a:pPr algn="just">
              <a:spcBef>
                <a:spcPts val="600"/>
              </a:spcBef>
            </a:pPr>
            <a:r>
              <a:rPr lang="en-US" sz="1050" dirty="0"/>
              <a:t>US 1: Select </a:t>
            </a:r>
            <a:r>
              <a:rPr lang="en-US" sz="1050" dirty="0" err="1"/>
              <a:t>DayOfWeekTrigger</a:t>
            </a:r>
            <a:endParaRPr lang="en-US" sz="1050" b="0" dirty="0"/>
          </a:p>
          <a:p>
            <a:pPr algn="just" fontAlgn="base">
              <a:spcBef>
                <a:spcPts val="600"/>
              </a:spcBef>
              <a:buFont typeface="Arial" panose="020B0604020202020204" pitchFamily="34" charset="0"/>
              <a:buChar char="•"/>
            </a:pPr>
            <a:r>
              <a:rPr lang="en-US" sz="1050" b="0" dirty="0"/>
              <a:t>Create the </a:t>
            </a:r>
            <a:r>
              <a:rPr lang="en-US" sz="1050" b="0" dirty="0" err="1"/>
              <a:t>DayOfWeekTrigger</a:t>
            </a:r>
            <a:r>
              <a:rPr lang="en-US" sz="1050" b="0" dirty="0"/>
              <a:t> class implementing the Trigger interface.</a:t>
            </a:r>
          </a:p>
          <a:p>
            <a:pPr algn="just" fontAlgn="base">
              <a:spcBef>
                <a:spcPts val="600"/>
              </a:spcBef>
              <a:buFont typeface="Arial" panose="020B0604020202020204" pitchFamily="34" charset="0"/>
              <a:buChar char="•"/>
            </a:pPr>
            <a:r>
              <a:rPr lang="en-US" sz="1050" b="0" dirty="0"/>
              <a:t>Implement a logic that allows the user to insert the day of week in which he wants to fire the related action.</a:t>
            </a:r>
          </a:p>
          <a:p>
            <a:pPr algn="just" fontAlgn="base">
              <a:spcBef>
                <a:spcPts val="600"/>
              </a:spcBef>
              <a:buFont typeface="Arial" panose="020B0604020202020204" pitchFamily="34" charset="0"/>
              <a:buChar char="•"/>
            </a:pPr>
            <a:r>
              <a:rPr lang="en-US" sz="1050" b="0" dirty="0"/>
              <a:t>Create the corresponding method in the </a:t>
            </a:r>
            <a:r>
              <a:rPr lang="en-US" sz="1050" b="0" dirty="0" err="1"/>
              <a:t>TriggerFactory</a:t>
            </a:r>
            <a:r>
              <a:rPr lang="en-US" sz="1050" b="0" dirty="0"/>
              <a:t> to create the instance of the Trigger.</a:t>
            </a:r>
          </a:p>
          <a:p>
            <a:pPr algn="just" fontAlgn="base">
              <a:spcBef>
                <a:spcPts val="600"/>
              </a:spcBef>
              <a:buFont typeface="Arial" panose="020B0604020202020204" pitchFamily="34" charset="0"/>
              <a:buChar char="•"/>
            </a:pPr>
            <a:r>
              <a:rPr lang="en-US" sz="1050" b="0" dirty="0"/>
              <a:t>Create </a:t>
            </a:r>
            <a:r>
              <a:rPr lang="en-US" sz="1050" b="0" dirty="0" err="1"/>
              <a:t>DayOfWeekTriggerController</a:t>
            </a:r>
            <a:r>
              <a:rPr lang="en-US" sz="1050" b="0" dirty="0"/>
              <a:t> implementing the </a:t>
            </a:r>
            <a:r>
              <a:rPr lang="en-US" sz="1050" b="0" dirty="0" err="1"/>
              <a:t>TriggerControllerInterface</a:t>
            </a:r>
            <a:r>
              <a:rPr lang="en-US" sz="1050" b="0" dirty="0"/>
              <a:t> for the creation of the method useful for creating the Trigger and for the modify functionalities.</a:t>
            </a:r>
          </a:p>
          <a:p>
            <a:pPr algn="just" fontAlgn="base">
              <a:spcBef>
                <a:spcPts val="600"/>
              </a:spcBef>
              <a:buFont typeface="Arial" panose="020B0604020202020204" pitchFamily="34" charset="0"/>
              <a:buChar char="•"/>
            </a:pPr>
            <a:r>
              <a:rPr lang="en-US" sz="1050" b="0" dirty="0"/>
              <a:t>Create a new FXML file </a:t>
            </a:r>
            <a:r>
              <a:rPr lang="en-US" sz="1050" b="0" dirty="0" err="1"/>
              <a:t>DayOfWeekTrigger.fxml</a:t>
            </a:r>
            <a:r>
              <a:rPr lang="en-US" sz="1050" b="0" dirty="0"/>
              <a:t> containing the UI related to this section.</a:t>
            </a:r>
          </a:p>
          <a:p>
            <a:pPr algn="just" fontAlgn="base">
              <a:spcBef>
                <a:spcPts val="600"/>
              </a:spcBef>
              <a:buFont typeface="Arial" panose="020B0604020202020204" pitchFamily="34" charset="0"/>
              <a:buChar char="•"/>
            </a:pPr>
            <a:r>
              <a:rPr lang="en-US" sz="1050" b="0" dirty="0"/>
              <a:t>Define a consistent persistence format for saving and loading the </a:t>
            </a:r>
            <a:r>
              <a:rPr lang="en-US" sz="1050" b="0" dirty="0" err="1"/>
              <a:t>DayOfWeektrigger</a:t>
            </a:r>
            <a:r>
              <a:rPr lang="en-US" sz="1050" b="0" dirty="0"/>
              <a:t>.</a:t>
            </a:r>
          </a:p>
          <a:p>
            <a:pPr algn="just">
              <a:spcBef>
                <a:spcPts val="600"/>
              </a:spcBef>
            </a:pPr>
            <a:r>
              <a:rPr lang="it-IT" sz="1050" dirty="0"/>
              <a:t>US 2: Select </a:t>
            </a:r>
            <a:r>
              <a:rPr lang="it-IT" sz="1050" dirty="0" err="1"/>
              <a:t>DayOfMonthTrigger</a:t>
            </a:r>
            <a:endParaRPr lang="it-IT" sz="1050" dirty="0"/>
          </a:p>
          <a:p>
            <a:pPr algn="just">
              <a:spcBef>
                <a:spcPts val="600"/>
              </a:spcBef>
            </a:pPr>
            <a:r>
              <a:rPr lang="it-IT" sz="1050" dirty="0"/>
              <a:t>US 3: Select </a:t>
            </a:r>
            <a:r>
              <a:rPr lang="it-IT" sz="1050" dirty="0" err="1"/>
              <a:t>DateTrigger</a:t>
            </a:r>
            <a:endParaRPr lang="it-IT" sz="1050" dirty="0"/>
          </a:p>
          <a:p>
            <a:pPr algn="just">
              <a:spcBef>
                <a:spcPts val="600"/>
              </a:spcBef>
            </a:pPr>
            <a:r>
              <a:rPr lang="it-IT" sz="1050" b="0" dirty="0"/>
              <a:t>(US 2 and US 3 tasks are </a:t>
            </a:r>
            <a:r>
              <a:rPr lang="it-IT" sz="1050" b="0" dirty="0" err="1"/>
              <a:t>similar</a:t>
            </a:r>
            <a:r>
              <a:rPr lang="it-IT" sz="1050" b="0" dirty="0"/>
              <a:t> to the US 1 </a:t>
            </a:r>
            <a:r>
              <a:rPr lang="it-IT" sz="1050" b="0" dirty="0" err="1"/>
              <a:t>ones</a:t>
            </a:r>
            <a:r>
              <a:rPr lang="it-IT" sz="1050" b="0" dirty="0"/>
              <a:t>)</a:t>
            </a:r>
            <a:endParaRPr lang="en-US" sz="1050" b="0" dirty="0"/>
          </a:p>
        </p:txBody>
      </p:sp>
      <p:pic>
        <p:nvPicPr>
          <p:cNvPr id="4" name="Immagine 3" descr="Immagine che contiene testo, elettronica, schermata, numero&#10;&#10;Il contenuto generato dall'IA potrebbe non essere corretto.">
            <a:extLst>
              <a:ext uri="{FF2B5EF4-FFF2-40B4-BE49-F238E27FC236}">
                <a16:creationId xmlns:a16="http://schemas.microsoft.com/office/drawing/2014/main" id="{DE444E93-52D9-593C-3E81-4404AB5CA3B0}"/>
              </a:ext>
            </a:extLst>
          </p:cNvPr>
          <p:cNvPicPr>
            <a:picLocks noChangeAspect="1"/>
          </p:cNvPicPr>
          <p:nvPr/>
        </p:nvPicPr>
        <p:blipFill>
          <a:blip r:embed="rId3"/>
          <a:stretch>
            <a:fillRect/>
          </a:stretch>
        </p:blipFill>
        <p:spPr>
          <a:xfrm>
            <a:off x="5795748" y="1783080"/>
            <a:ext cx="2765411" cy="2319377"/>
          </a:xfrm>
          <a:prstGeom prst="rect">
            <a:avLst/>
          </a:prstGeom>
          <a:ln>
            <a:solidFill>
              <a:schemeClr val="accent1">
                <a:alpha val="99000"/>
              </a:schemeClr>
            </a:solidFill>
          </a:ln>
        </p:spPr>
      </p:pic>
    </p:spTree>
    <p:extLst>
      <p:ext uri="{BB962C8B-B14F-4D97-AF65-F5344CB8AC3E}">
        <p14:creationId xmlns:p14="http://schemas.microsoft.com/office/powerpoint/2010/main" val="1523824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61544C54-F461-C4F0-4526-1BF5BF2210C6}"/>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71DD4805-6F52-1EA0-8B4F-1C9E9AA33168}"/>
              </a:ext>
            </a:extLst>
          </p:cNvPr>
          <p:cNvSpPr txBox="1">
            <a:spLocks noGrp="1"/>
          </p:cNvSpPr>
          <p:nvPr>
            <p:ph type="title"/>
          </p:nvPr>
        </p:nvSpPr>
        <p:spPr>
          <a:xfrm>
            <a:off x="720000" y="2545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Triggers </a:t>
            </a:r>
            <a:r>
              <a:rPr lang="it-IT" dirty="0" err="1"/>
              <a:t>related</a:t>
            </a:r>
            <a:r>
              <a:rPr lang="it-IT" dirty="0"/>
              <a:t> to files</a:t>
            </a:r>
            <a:endParaRPr dirty="0"/>
          </a:p>
        </p:txBody>
      </p:sp>
      <p:sp>
        <p:nvSpPr>
          <p:cNvPr id="11" name="Sottotitolo 8">
            <a:extLst>
              <a:ext uri="{FF2B5EF4-FFF2-40B4-BE49-F238E27FC236}">
                <a16:creationId xmlns:a16="http://schemas.microsoft.com/office/drawing/2014/main" id="{60A9CE0F-FECB-0F21-30E1-6BC5476E741C}"/>
              </a:ext>
            </a:extLst>
          </p:cNvPr>
          <p:cNvSpPr txBox="1">
            <a:spLocks/>
          </p:cNvSpPr>
          <p:nvPr/>
        </p:nvSpPr>
        <p:spPr>
          <a:xfrm>
            <a:off x="365760" y="1102002"/>
            <a:ext cx="5242560" cy="337855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spcBef>
                <a:spcPts val="600"/>
              </a:spcBef>
            </a:pPr>
            <a:r>
              <a:rPr lang="en-US" sz="1600" dirty="0"/>
              <a:t>TASKS</a:t>
            </a:r>
            <a:endParaRPr lang="en-US" sz="1200" b="0" dirty="0"/>
          </a:p>
          <a:p>
            <a:pPr algn="just">
              <a:spcBef>
                <a:spcPts val="600"/>
              </a:spcBef>
            </a:pPr>
            <a:r>
              <a:rPr lang="en-US" sz="1050" dirty="0"/>
              <a:t>US 4: Select </a:t>
            </a:r>
            <a:r>
              <a:rPr lang="en-US" sz="1050" dirty="0" err="1"/>
              <a:t>FileTrigger</a:t>
            </a:r>
            <a:endParaRPr lang="en-US" b="0" dirty="0"/>
          </a:p>
          <a:p>
            <a:pPr algn="just" fontAlgn="base">
              <a:spcBef>
                <a:spcPts val="600"/>
              </a:spcBef>
              <a:buFont typeface="Arial" panose="020B0604020202020204" pitchFamily="34" charset="0"/>
              <a:buChar char="•"/>
            </a:pPr>
            <a:r>
              <a:rPr lang="en-US" sz="1050" b="0" dirty="0"/>
              <a:t>Create the </a:t>
            </a:r>
            <a:r>
              <a:rPr lang="en-US" sz="1050" b="0" dirty="0" err="1"/>
              <a:t>FileTrigger</a:t>
            </a:r>
            <a:r>
              <a:rPr lang="en-US" sz="1050" b="0" dirty="0"/>
              <a:t> class implementing the Trigger interface.</a:t>
            </a:r>
          </a:p>
          <a:p>
            <a:pPr algn="just" fontAlgn="base">
              <a:spcBef>
                <a:spcPts val="600"/>
              </a:spcBef>
              <a:buFont typeface="Arial" panose="020B0604020202020204" pitchFamily="34" charset="0"/>
              <a:buChar char="•"/>
            </a:pPr>
            <a:r>
              <a:rPr lang="en-US" sz="1050" b="0" dirty="0"/>
              <a:t>Implement a logic that allows the user to insert the name of a file to search in a directory and fire the related action if the file is found.</a:t>
            </a:r>
          </a:p>
          <a:p>
            <a:pPr algn="just" fontAlgn="base">
              <a:spcBef>
                <a:spcPts val="600"/>
              </a:spcBef>
              <a:buFont typeface="Arial" panose="020B0604020202020204" pitchFamily="34" charset="0"/>
              <a:buChar char="•"/>
            </a:pPr>
            <a:r>
              <a:rPr lang="en-US" sz="1050" b="0" dirty="0"/>
              <a:t>Create the corresponding method in the </a:t>
            </a:r>
            <a:r>
              <a:rPr lang="en-US" sz="1050" b="0" dirty="0" err="1"/>
              <a:t>TriggerFactory</a:t>
            </a:r>
            <a:r>
              <a:rPr lang="en-US" sz="1050" b="0" dirty="0"/>
              <a:t> to create the instance of the Trigger.</a:t>
            </a:r>
          </a:p>
          <a:p>
            <a:pPr algn="just" fontAlgn="base">
              <a:spcBef>
                <a:spcPts val="600"/>
              </a:spcBef>
              <a:buFont typeface="Arial" panose="020B0604020202020204" pitchFamily="34" charset="0"/>
              <a:buChar char="•"/>
            </a:pPr>
            <a:r>
              <a:rPr lang="en-US" sz="1050" b="0" dirty="0"/>
              <a:t>Create </a:t>
            </a:r>
            <a:r>
              <a:rPr lang="en-US" sz="1050" b="0" dirty="0" err="1"/>
              <a:t>FileTriggerController</a:t>
            </a:r>
            <a:r>
              <a:rPr lang="en-US" sz="1050" b="0" dirty="0"/>
              <a:t> implementing the </a:t>
            </a:r>
            <a:r>
              <a:rPr lang="en-US" sz="1050" b="0" dirty="0" err="1"/>
              <a:t>TriggerControllerInterface</a:t>
            </a:r>
            <a:r>
              <a:rPr lang="en-US" sz="1050" b="0" dirty="0"/>
              <a:t> for the creation of the method useful for creating the Trigger and for the modify functionalities.</a:t>
            </a:r>
          </a:p>
          <a:p>
            <a:pPr algn="just" fontAlgn="base">
              <a:spcBef>
                <a:spcPts val="600"/>
              </a:spcBef>
              <a:buFont typeface="Arial" panose="020B0604020202020204" pitchFamily="34" charset="0"/>
              <a:buChar char="•"/>
            </a:pPr>
            <a:r>
              <a:rPr lang="en-US" sz="1050" b="0" dirty="0"/>
              <a:t>Create a new FXML file </a:t>
            </a:r>
            <a:r>
              <a:rPr lang="en-US" sz="1050" b="0" dirty="0" err="1"/>
              <a:t>FileTrigger.fxml</a:t>
            </a:r>
            <a:r>
              <a:rPr lang="en-US" sz="1050" b="0" dirty="0"/>
              <a:t> containing the UI related to this section</a:t>
            </a:r>
          </a:p>
          <a:p>
            <a:pPr algn="just" fontAlgn="base">
              <a:spcBef>
                <a:spcPts val="600"/>
              </a:spcBef>
              <a:buFont typeface="Arial" panose="020B0604020202020204" pitchFamily="34" charset="0"/>
              <a:buChar char="•"/>
            </a:pPr>
            <a:r>
              <a:rPr lang="en-US" sz="1050" b="0" dirty="0"/>
              <a:t>Define a consistent persistence format for saving and loading the </a:t>
            </a:r>
            <a:r>
              <a:rPr lang="en-US" sz="1050" b="0" dirty="0" err="1"/>
              <a:t>Filetrigger</a:t>
            </a:r>
            <a:r>
              <a:rPr lang="en-US" sz="1050" b="0" dirty="0"/>
              <a:t>.</a:t>
            </a:r>
          </a:p>
          <a:p>
            <a:pPr algn="just">
              <a:spcBef>
                <a:spcPts val="600"/>
              </a:spcBef>
            </a:pPr>
            <a:r>
              <a:rPr lang="it-IT" sz="1050" dirty="0"/>
              <a:t>US 5: Select </a:t>
            </a:r>
            <a:r>
              <a:rPr lang="it-IT" sz="1050" dirty="0" err="1"/>
              <a:t>FileSizeTrigger</a:t>
            </a:r>
            <a:endParaRPr lang="it-IT" sz="1050" dirty="0"/>
          </a:p>
          <a:p>
            <a:pPr algn="just">
              <a:spcBef>
                <a:spcPts val="600"/>
              </a:spcBef>
            </a:pPr>
            <a:r>
              <a:rPr lang="en-US" sz="1050" b="0" dirty="0"/>
              <a:t>(US 5 tasks are similar to the US 4 ones)</a:t>
            </a:r>
          </a:p>
        </p:txBody>
      </p:sp>
      <p:pic>
        <p:nvPicPr>
          <p:cNvPr id="3" name="Immagine 2" descr="Immagine che contiene testo, schermata, Carattere, numero&#10;&#10;Il contenuto generato dall'IA potrebbe non essere corretto.">
            <a:extLst>
              <a:ext uri="{FF2B5EF4-FFF2-40B4-BE49-F238E27FC236}">
                <a16:creationId xmlns:a16="http://schemas.microsoft.com/office/drawing/2014/main" id="{9180B860-89F2-E0D9-D5C4-9FA35BC1A298}"/>
              </a:ext>
            </a:extLst>
          </p:cNvPr>
          <p:cNvPicPr>
            <a:picLocks noChangeAspect="1"/>
          </p:cNvPicPr>
          <p:nvPr/>
        </p:nvPicPr>
        <p:blipFill>
          <a:blip r:embed="rId3"/>
          <a:stretch>
            <a:fillRect/>
          </a:stretch>
        </p:blipFill>
        <p:spPr>
          <a:xfrm>
            <a:off x="5785077" y="1463040"/>
            <a:ext cx="2724175" cy="1470660"/>
          </a:xfrm>
          <a:prstGeom prst="rect">
            <a:avLst/>
          </a:prstGeom>
          <a:ln>
            <a:solidFill>
              <a:schemeClr val="accent1">
                <a:alpha val="99000"/>
              </a:schemeClr>
            </a:solidFill>
          </a:ln>
        </p:spPr>
      </p:pic>
      <p:pic>
        <p:nvPicPr>
          <p:cNvPr id="6" name="Immagine 5" descr="Immagine che contiene testo, schermata, Carattere, numero&#10;&#10;Il contenuto generato dall'IA potrebbe non essere corretto.">
            <a:extLst>
              <a:ext uri="{FF2B5EF4-FFF2-40B4-BE49-F238E27FC236}">
                <a16:creationId xmlns:a16="http://schemas.microsoft.com/office/drawing/2014/main" id="{4EB02863-583F-9F65-34FC-EC6E05DDBE19}"/>
              </a:ext>
            </a:extLst>
          </p:cNvPr>
          <p:cNvPicPr>
            <a:picLocks noChangeAspect="1"/>
          </p:cNvPicPr>
          <p:nvPr/>
        </p:nvPicPr>
        <p:blipFill>
          <a:blip r:embed="rId4"/>
          <a:stretch>
            <a:fillRect/>
          </a:stretch>
        </p:blipFill>
        <p:spPr>
          <a:xfrm>
            <a:off x="5785077" y="3115045"/>
            <a:ext cx="2724175" cy="1365514"/>
          </a:xfrm>
          <a:prstGeom prst="rect">
            <a:avLst/>
          </a:prstGeom>
          <a:ln>
            <a:solidFill>
              <a:schemeClr val="accent1">
                <a:alpha val="99000"/>
              </a:schemeClr>
            </a:solidFill>
          </a:ln>
        </p:spPr>
      </p:pic>
    </p:spTree>
    <p:extLst>
      <p:ext uri="{BB962C8B-B14F-4D97-AF65-F5344CB8AC3E}">
        <p14:creationId xmlns:p14="http://schemas.microsoft.com/office/powerpoint/2010/main" val="1657260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FBD92402-957D-B593-C93F-ED3AF3E7240D}"/>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1B2A7A01-1E9A-26B2-21F1-AEFBE4A9FFB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Strategy pattern</a:t>
            </a:r>
            <a:endParaRPr dirty="0"/>
          </a:p>
        </p:txBody>
      </p:sp>
      <p:pic>
        <p:nvPicPr>
          <p:cNvPr id="4" name="Immagine 3" descr="Immagine che contiene testo, diagramma, schermata, linea&#10;&#10;Il contenuto generato dall'IA potrebbe non essere corretto.">
            <a:extLst>
              <a:ext uri="{FF2B5EF4-FFF2-40B4-BE49-F238E27FC236}">
                <a16:creationId xmlns:a16="http://schemas.microsoft.com/office/drawing/2014/main" id="{2B9B7F1B-FA4A-5079-B255-BF4D63448E93}"/>
              </a:ext>
            </a:extLst>
          </p:cNvPr>
          <p:cNvPicPr>
            <a:picLocks noChangeAspect="1"/>
          </p:cNvPicPr>
          <p:nvPr/>
        </p:nvPicPr>
        <p:blipFill>
          <a:blip r:embed="rId3"/>
          <a:stretch>
            <a:fillRect/>
          </a:stretch>
        </p:blipFill>
        <p:spPr>
          <a:xfrm>
            <a:off x="5502760" y="1429748"/>
            <a:ext cx="2361079" cy="3196539"/>
          </a:xfrm>
          <a:prstGeom prst="rect">
            <a:avLst/>
          </a:prstGeom>
          <a:ln>
            <a:solidFill>
              <a:schemeClr val="accent1">
                <a:alpha val="99000"/>
              </a:schemeClr>
            </a:solidFill>
          </a:ln>
        </p:spPr>
      </p:pic>
      <p:grpSp>
        <p:nvGrpSpPr>
          <p:cNvPr id="11" name="Gruppo 10">
            <a:extLst>
              <a:ext uri="{FF2B5EF4-FFF2-40B4-BE49-F238E27FC236}">
                <a16:creationId xmlns:a16="http://schemas.microsoft.com/office/drawing/2014/main" id="{E5019EBF-3593-1C5E-4F4E-A49D265294DC}"/>
              </a:ext>
            </a:extLst>
          </p:cNvPr>
          <p:cNvGrpSpPr/>
          <p:nvPr/>
        </p:nvGrpSpPr>
        <p:grpSpPr>
          <a:xfrm>
            <a:off x="6407680" y="4043680"/>
            <a:ext cx="100080" cy="188280"/>
            <a:chOff x="6407680" y="4043680"/>
            <a:chExt cx="100080" cy="188280"/>
          </a:xfrm>
        </p:grpSpPr>
        <mc:AlternateContent xmlns:mc="http://schemas.openxmlformats.org/markup-compatibility/2006" xmlns:p14="http://schemas.microsoft.com/office/powerpoint/2010/main">
          <mc:Choice Requires="p14">
            <p:contentPart p14:bwMode="auto" r:id="rId4">
              <p14:nvContentPartPr>
                <p14:cNvPr id="9" name="Input penna 8">
                  <a:extLst>
                    <a:ext uri="{FF2B5EF4-FFF2-40B4-BE49-F238E27FC236}">
                      <a16:creationId xmlns:a16="http://schemas.microsoft.com/office/drawing/2014/main" id="{92F4FB0F-4F52-FDBA-9733-403172136DE7}"/>
                    </a:ext>
                  </a:extLst>
                </p14:cNvPr>
                <p14:cNvContentPartPr/>
                <p14:nvPr/>
              </p14:nvContentPartPr>
              <p14:xfrm>
                <a:off x="6407680" y="4081840"/>
                <a:ext cx="100080" cy="150120"/>
              </p14:xfrm>
            </p:contentPart>
          </mc:Choice>
          <mc:Fallback xmlns="">
            <p:pic>
              <p:nvPicPr>
                <p:cNvPr id="9" name="Input penna 8">
                  <a:extLst>
                    <a:ext uri="{FF2B5EF4-FFF2-40B4-BE49-F238E27FC236}">
                      <a16:creationId xmlns:a16="http://schemas.microsoft.com/office/drawing/2014/main" id="{92F4FB0F-4F52-FDBA-9733-403172136DE7}"/>
                    </a:ext>
                  </a:extLst>
                </p:cNvPr>
                <p:cNvPicPr/>
                <p:nvPr/>
              </p:nvPicPr>
              <p:blipFill>
                <a:blip r:embed="rId5"/>
                <a:stretch>
                  <a:fillRect/>
                </a:stretch>
              </p:blipFill>
              <p:spPr>
                <a:xfrm>
                  <a:off x="6344680" y="4018840"/>
                  <a:ext cx="22572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put penna 9">
                  <a:extLst>
                    <a:ext uri="{FF2B5EF4-FFF2-40B4-BE49-F238E27FC236}">
                      <a16:creationId xmlns:a16="http://schemas.microsoft.com/office/drawing/2014/main" id="{828B33BC-33BD-24C5-0451-B8127AD1005B}"/>
                    </a:ext>
                  </a:extLst>
                </p14:cNvPr>
                <p14:cNvContentPartPr/>
                <p14:nvPr/>
              </p14:nvContentPartPr>
              <p14:xfrm>
                <a:off x="6502360" y="4043680"/>
                <a:ext cx="360" cy="360"/>
              </p14:xfrm>
            </p:contentPart>
          </mc:Choice>
          <mc:Fallback xmlns="">
            <p:pic>
              <p:nvPicPr>
                <p:cNvPr id="10" name="Input penna 9">
                  <a:extLst>
                    <a:ext uri="{FF2B5EF4-FFF2-40B4-BE49-F238E27FC236}">
                      <a16:creationId xmlns:a16="http://schemas.microsoft.com/office/drawing/2014/main" id="{828B33BC-33BD-24C5-0451-B8127AD1005B}"/>
                    </a:ext>
                  </a:extLst>
                </p:cNvPr>
                <p:cNvPicPr/>
                <p:nvPr/>
              </p:nvPicPr>
              <p:blipFill>
                <a:blip r:embed="rId7"/>
                <a:stretch>
                  <a:fillRect/>
                </a:stretch>
              </p:blipFill>
              <p:spPr>
                <a:xfrm>
                  <a:off x="6439360" y="3980680"/>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2" name="Input penna 11">
                <a:extLst>
                  <a:ext uri="{FF2B5EF4-FFF2-40B4-BE49-F238E27FC236}">
                    <a16:creationId xmlns:a16="http://schemas.microsoft.com/office/drawing/2014/main" id="{20110161-53BE-D4D3-494F-B5BA0F5EEC0A}"/>
                  </a:ext>
                </a:extLst>
              </p14:cNvPr>
              <p14:cNvContentPartPr/>
              <p14:nvPr/>
            </p14:nvContentPartPr>
            <p14:xfrm>
              <a:off x="5682280" y="4099480"/>
              <a:ext cx="744480" cy="138960"/>
            </p14:xfrm>
          </p:contentPart>
        </mc:Choice>
        <mc:Fallback xmlns="">
          <p:pic>
            <p:nvPicPr>
              <p:cNvPr id="12" name="Input penna 11">
                <a:extLst>
                  <a:ext uri="{FF2B5EF4-FFF2-40B4-BE49-F238E27FC236}">
                    <a16:creationId xmlns:a16="http://schemas.microsoft.com/office/drawing/2014/main" id="{20110161-53BE-D4D3-494F-B5BA0F5EEC0A}"/>
                  </a:ext>
                </a:extLst>
              </p:cNvPr>
              <p:cNvPicPr/>
              <p:nvPr/>
            </p:nvPicPr>
            <p:blipFill>
              <a:blip r:embed="rId9"/>
              <a:stretch>
                <a:fillRect/>
              </a:stretch>
            </p:blipFill>
            <p:spPr>
              <a:xfrm>
                <a:off x="5619280" y="4036480"/>
                <a:ext cx="87012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put penna 15">
                <a:extLst>
                  <a:ext uri="{FF2B5EF4-FFF2-40B4-BE49-F238E27FC236}">
                    <a16:creationId xmlns:a16="http://schemas.microsoft.com/office/drawing/2014/main" id="{59FCAE21-D942-A14E-DD2B-C3DF4C16BC9F}"/>
                  </a:ext>
                </a:extLst>
              </p14:cNvPr>
              <p14:cNvContentPartPr/>
              <p14:nvPr/>
            </p14:nvContentPartPr>
            <p14:xfrm>
              <a:off x="6573280" y="4292440"/>
              <a:ext cx="360" cy="360"/>
            </p14:xfrm>
          </p:contentPart>
        </mc:Choice>
        <mc:Fallback xmlns="">
          <p:pic>
            <p:nvPicPr>
              <p:cNvPr id="16" name="Input penna 15">
                <a:extLst>
                  <a:ext uri="{FF2B5EF4-FFF2-40B4-BE49-F238E27FC236}">
                    <a16:creationId xmlns:a16="http://schemas.microsoft.com/office/drawing/2014/main" id="{59FCAE21-D942-A14E-DD2B-C3DF4C16BC9F}"/>
                  </a:ext>
                </a:extLst>
              </p:cNvPr>
              <p:cNvPicPr/>
              <p:nvPr/>
            </p:nvPicPr>
            <p:blipFill>
              <a:blip r:embed="rId7"/>
              <a:stretch>
                <a:fillRect/>
              </a:stretch>
            </p:blipFill>
            <p:spPr>
              <a:xfrm>
                <a:off x="6510640" y="4229440"/>
                <a:ext cx="126000" cy="126000"/>
              </a:xfrm>
              <a:prstGeom prst="rect">
                <a:avLst/>
              </a:prstGeom>
            </p:spPr>
          </p:pic>
        </mc:Fallback>
      </mc:AlternateContent>
      <p:sp>
        <p:nvSpPr>
          <p:cNvPr id="20" name="Rectangle 2">
            <a:extLst>
              <a:ext uri="{FF2B5EF4-FFF2-40B4-BE49-F238E27FC236}">
                <a16:creationId xmlns:a16="http://schemas.microsoft.com/office/drawing/2014/main" id="{E8EDE444-36CA-0E2E-0355-6D9A96164BEA}"/>
              </a:ext>
            </a:extLst>
          </p:cNvPr>
          <p:cNvSpPr>
            <a:spLocks noChangeArrowheads="1"/>
          </p:cNvSpPr>
          <p:nvPr/>
        </p:nvSpPr>
        <p:spPr bwMode="auto">
          <a:xfrm rot="10800000" flipV="1">
            <a:off x="876300" y="2297048"/>
            <a:ext cx="3695700" cy="1461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ts val="600"/>
              </a:spcBef>
              <a:spcAft>
                <a:spcPct val="0"/>
              </a:spcAft>
              <a:buClrTx/>
              <a:buSzTx/>
              <a:tabLst/>
            </a:pPr>
            <a:r>
              <a:rPr lang="it-IT" altLang="it-IT" sz="1200" b="1" dirty="0">
                <a:solidFill>
                  <a:schemeClr val="tx1"/>
                </a:solidFill>
                <a:latin typeface="Arial" panose="020B0604020202020204" pitchFamily="34" charset="0"/>
              </a:rPr>
              <a:t>Concept:</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Defines</a:t>
            </a:r>
            <a:r>
              <a:rPr lang="it-IT" altLang="it-IT" sz="1200" dirty="0">
                <a:solidFill>
                  <a:schemeClr val="tx1"/>
                </a:solidFill>
                <a:latin typeface="Arial" panose="020B0604020202020204" pitchFamily="34" charset="0"/>
              </a:rPr>
              <a:t> a family triggers (Time, File, Date) with </a:t>
            </a:r>
            <a:r>
              <a:rPr lang="it-IT" altLang="it-IT" sz="1200" dirty="0" err="1">
                <a:solidFill>
                  <a:schemeClr val="tx1"/>
                </a:solidFill>
                <a:latin typeface="Arial" panose="020B0604020202020204" pitchFamily="34" charset="0"/>
              </a:rPr>
              <a:t>different</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behaviour</a:t>
            </a:r>
            <a:r>
              <a:rPr lang="it-IT" altLang="it-IT" sz="1200" b="1" dirty="0">
                <a:solidFill>
                  <a:schemeClr val="tx1"/>
                </a:solidFill>
                <a:latin typeface="Arial" panose="020B0604020202020204" pitchFamily="34" charset="0"/>
              </a:rPr>
              <a:t>.</a:t>
            </a:r>
          </a:p>
          <a:p>
            <a:pPr marL="0" marR="0" lvl="0" indent="0" algn="just" defTabSz="914400" rtl="0" eaLnBrk="0" fontAlgn="base" latinLnBrk="0" hangingPunct="0">
              <a:lnSpc>
                <a:spcPct val="100000"/>
              </a:lnSpc>
              <a:spcBef>
                <a:spcPts val="600"/>
              </a:spcBef>
              <a:spcAft>
                <a:spcPct val="0"/>
              </a:spcAft>
              <a:buClrTx/>
              <a:buSzTx/>
              <a:tabLst/>
            </a:pPr>
            <a:r>
              <a:rPr lang="it-IT" altLang="it-IT" sz="1200" b="1" dirty="0">
                <a:solidFill>
                  <a:schemeClr val="tx1"/>
                </a:solidFill>
                <a:latin typeface="Arial" panose="020B0604020202020204" pitchFamily="34" charset="0"/>
              </a:rPr>
              <a:t>Benefit:</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It</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allows</a:t>
            </a:r>
            <a:r>
              <a:rPr lang="it-IT" altLang="it-IT" sz="1200" dirty="0">
                <a:solidFill>
                  <a:schemeClr val="tx1"/>
                </a:solidFill>
                <a:latin typeface="Arial" panose="020B0604020202020204" pitchFamily="34" charset="0"/>
              </a:rPr>
              <a:t> the Rule class to </a:t>
            </a:r>
            <a:r>
              <a:rPr lang="it-IT" altLang="it-IT" sz="1200" dirty="0" err="1">
                <a:solidFill>
                  <a:schemeClr val="tx1"/>
                </a:solidFill>
                <a:latin typeface="Arial" panose="020B0604020202020204" pitchFamily="34" charset="0"/>
              </a:rPr>
              <a:t>verify</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conditions</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without</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knowing</a:t>
            </a:r>
            <a:r>
              <a:rPr lang="it-IT" altLang="it-IT" sz="1200" dirty="0">
                <a:solidFill>
                  <a:schemeClr val="tx1"/>
                </a:solidFill>
                <a:latin typeface="Arial" panose="020B0604020202020204" pitchFamily="34" charset="0"/>
              </a:rPr>
              <a:t> the </a:t>
            </a:r>
            <a:r>
              <a:rPr lang="it-IT" altLang="it-IT" sz="1200" dirty="0" err="1">
                <a:solidFill>
                  <a:schemeClr val="tx1"/>
                </a:solidFill>
                <a:latin typeface="Arial" panose="020B0604020202020204" pitchFamily="34" charset="0"/>
              </a:rPr>
              <a:t>specific</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logic</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eliminating</a:t>
            </a:r>
            <a:r>
              <a:rPr lang="it-IT" altLang="it-IT" sz="1200" dirty="0">
                <a:solidFill>
                  <a:schemeClr val="tx1"/>
                </a:solidFill>
                <a:latin typeface="Arial" panose="020B0604020202020204" pitchFamily="34" charset="0"/>
              </a:rPr>
              <a:t> the </a:t>
            </a:r>
            <a:r>
              <a:rPr lang="it-IT" altLang="it-IT" sz="1200" dirty="0" err="1">
                <a:solidFill>
                  <a:schemeClr val="tx1"/>
                </a:solidFill>
                <a:latin typeface="Arial" panose="020B0604020202020204" pitchFamily="34" charset="0"/>
              </a:rPr>
              <a:t>need</a:t>
            </a:r>
            <a:r>
              <a:rPr lang="it-IT" altLang="it-IT" sz="1200" dirty="0">
                <a:solidFill>
                  <a:schemeClr val="tx1"/>
                </a:solidFill>
                <a:latin typeface="Arial" panose="020B0604020202020204" pitchFamily="34" charset="0"/>
              </a:rPr>
              <a:t> for </a:t>
            </a:r>
            <a:r>
              <a:rPr lang="it-IT" altLang="it-IT" sz="1200" dirty="0" err="1">
                <a:solidFill>
                  <a:schemeClr val="tx1"/>
                </a:solidFill>
                <a:latin typeface="Arial" panose="020B0604020202020204" pitchFamily="34" charset="0"/>
              </a:rPr>
              <a:t>complex</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conditional</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statements</a:t>
            </a:r>
            <a:r>
              <a:rPr lang="it-IT" altLang="it-IT" sz="1200" dirty="0">
                <a:solidFill>
                  <a:schemeClr val="tx1"/>
                </a:solidFill>
                <a:latin typeface="Arial" panose="020B0604020202020204" pitchFamily="34" charset="0"/>
              </a:rPr>
              <a:t> (large if-else </a:t>
            </a:r>
            <a:r>
              <a:rPr lang="it-IT" altLang="it-IT" sz="1200" dirty="0" err="1">
                <a:solidFill>
                  <a:schemeClr val="tx1"/>
                </a:solidFill>
                <a:latin typeface="Arial" panose="020B0604020202020204" pitchFamily="34" charset="0"/>
              </a:rPr>
              <a:t>blocks</a:t>
            </a:r>
            <a:r>
              <a:rPr lang="it-IT" altLang="it-IT" sz="1200" dirty="0">
                <a:solidFill>
                  <a:schemeClr val="tx1"/>
                </a:solidFill>
                <a:latin typeface="Arial" panose="020B0604020202020204" pitchFamily="34" charset="0"/>
              </a:rPr>
              <a:t>) and </a:t>
            </a:r>
            <a:r>
              <a:rPr lang="it-IT" altLang="it-IT" sz="1200" dirty="0" err="1">
                <a:solidFill>
                  <a:schemeClr val="tx1"/>
                </a:solidFill>
                <a:latin typeface="Arial" panose="020B0604020202020204" pitchFamily="34" charset="0"/>
              </a:rPr>
              <a:t>adhering</a:t>
            </a:r>
            <a:r>
              <a:rPr lang="it-IT" altLang="it-IT" sz="1200" dirty="0">
                <a:solidFill>
                  <a:schemeClr val="tx1"/>
                </a:solidFill>
                <a:latin typeface="Arial" panose="020B0604020202020204" pitchFamily="34" charset="0"/>
              </a:rPr>
              <a:t> to the Open/</a:t>
            </a:r>
            <a:r>
              <a:rPr lang="it-IT" altLang="it-IT" sz="1200" dirty="0" err="1">
                <a:solidFill>
                  <a:schemeClr val="tx1"/>
                </a:solidFill>
                <a:latin typeface="Arial" panose="020B0604020202020204" pitchFamily="34" charset="0"/>
              </a:rPr>
              <a:t>Closed</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Principle</a:t>
            </a:r>
            <a:r>
              <a:rPr lang="it-IT" altLang="it-IT" sz="1200" dirty="0">
                <a:solidFill>
                  <a:schemeClr val="tx1"/>
                </a:solidFill>
                <a:latin typeface="Arial" panose="020B0604020202020204" pitchFamily="34" charset="0"/>
              </a:rPr>
              <a:t>.</a:t>
            </a:r>
          </a:p>
        </p:txBody>
      </p:sp>
    </p:spTree>
    <p:extLst>
      <p:ext uri="{BB962C8B-B14F-4D97-AF65-F5344CB8AC3E}">
        <p14:creationId xmlns:p14="http://schemas.microsoft.com/office/powerpoint/2010/main" val="767665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E68BA38F-FDE6-2E39-371B-46B8D1966AB9}"/>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825EB5BF-1288-AC54-A68A-42BD770CE361}"/>
              </a:ext>
            </a:extLst>
          </p:cNvPr>
          <p:cNvSpPr txBox="1">
            <a:spLocks noGrp="1"/>
          </p:cNvSpPr>
          <p:nvPr>
            <p:ph type="title"/>
          </p:nvPr>
        </p:nvSpPr>
        <p:spPr>
          <a:xfrm>
            <a:off x="720000" y="30024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More Actions</a:t>
            </a:r>
            <a:endParaRPr dirty="0"/>
          </a:p>
        </p:txBody>
      </p:sp>
      <p:sp>
        <p:nvSpPr>
          <p:cNvPr id="11" name="Sottotitolo 8">
            <a:extLst>
              <a:ext uri="{FF2B5EF4-FFF2-40B4-BE49-F238E27FC236}">
                <a16:creationId xmlns:a16="http://schemas.microsoft.com/office/drawing/2014/main" id="{92B8182C-F71C-1E0A-B0A7-218A9F05D94C}"/>
              </a:ext>
            </a:extLst>
          </p:cNvPr>
          <p:cNvSpPr txBox="1">
            <a:spLocks/>
          </p:cNvSpPr>
          <p:nvPr/>
        </p:nvSpPr>
        <p:spPr>
          <a:xfrm>
            <a:off x="575220" y="1523997"/>
            <a:ext cx="4301582" cy="25937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lnSpc>
                <a:spcPct val="250000"/>
              </a:lnSpc>
              <a:spcBef>
                <a:spcPts val="600"/>
              </a:spcBef>
            </a:pPr>
            <a:r>
              <a:rPr lang="it-IT" sz="1600" dirty="0"/>
              <a:t>User stories (6 story </a:t>
            </a:r>
            <a:r>
              <a:rPr lang="it-IT" sz="1600" dirty="0" err="1"/>
              <a:t>pts</a:t>
            </a:r>
            <a:r>
              <a:rPr lang="it-IT" sz="1600" dirty="0"/>
              <a:t>)</a:t>
            </a:r>
          </a:p>
          <a:p>
            <a:pPr>
              <a:buFont typeface="Arial" panose="020B0604020202020204" pitchFamily="34" charset="0"/>
              <a:buChar char="•"/>
            </a:pPr>
            <a:r>
              <a:rPr lang="en-US" sz="1000" b="0" dirty="0"/>
              <a:t>As a User I want to be able to select an action to move a specified file from a specified source directory to a specified destination directory from a list of actions when the rule is triggered. (3 SP) </a:t>
            </a:r>
          </a:p>
          <a:p>
            <a:endParaRPr lang="en-US" sz="1000" b="0" dirty="0"/>
          </a:p>
          <a:p>
            <a:pPr>
              <a:buFont typeface="Arial" panose="020B0604020202020204" pitchFamily="34" charset="0"/>
              <a:buChar char="•"/>
            </a:pPr>
            <a:r>
              <a:rPr lang="en-US" sz="1000" b="0" dirty="0"/>
              <a:t>As a User I want to be able to select an action to delete a specified file from a specified directory from a list of actions when the rule is triggered. (3 SP) </a:t>
            </a:r>
          </a:p>
          <a:p>
            <a:br>
              <a:rPr lang="en-US" sz="1000" dirty="0"/>
            </a:br>
            <a:endParaRPr lang="en-US" sz="1000" b="0" dirty="0"/>
          </a:p>
        </p:txBody>
      </p:sp>
      <p:pic>
        <p:nvPicPr>
          <p:cNvPr id="4" name="Immagine 3" descr="Immagine che contiene testo, schermata, Carattere, design&#10;&#10;Il contenuto generato dall'IA potrebbe non essere corretto.">
            <a:extLst>
              <a:ext uri="{FF2B5EF4-FFF2-40B4-BE49-F238E27FC236}">
                <a16:creationId xmlns:a16="http://schemas.microsoft.com/office/drawing/2014/main" id="{B34FF9C5-FECC-FD45-F8FC-E019C161581A}"/>
              </a:ext>
            </a:extLst>
          </p:cNvPr>
          <p:cNvPicPr>
            <a:picLocks noChangeAspect="1"/>
          </p:cNvPicPr>
          <p:nvPr/>
        </p:nvPicPr>
        <p:blipFill>
          <a:blip r:embed="rId3"/>
          <a:stretch>
            <a:fillRect/>
          </a:stretch>
        </p:blipFill>
        <p:spPr>
          <a:xfrm>
            <a:off x="5021582" y="1199579"/>
            <a:ext cx="3204327" cy="3242610"/>
          </a:xfrm>
          <a:prstGeom prst="rect">
            <a:avLst/>
          </a:prstGeom>
          <a:ln>
            <a:solidFill>
              <a:schemeClr val="accent1">
                <a:alpha val="99000"/>
              </a:schemeClr>
            </a:solidFill>
          </a:ln>
        </p:spPr>
      </p:pic>
    </p:spTree>
    <p:extLst>
      <p:ext uri="{BB962C8B-B14F-4D97-AF65-F5344CB8AC3E}">
        <p14:creationId xmlns:p14="http://schemas.microsoft.com/office/powerpoint/2010/main" val="2223143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159F7604-17FC-7780-38E6-DF8A3B615BAB}"/>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1219EA61-5899-D78B-7F28-3FB8D57F9325}"/>
              </a:ext>
            </a:extLst>
          </p:cNvPr>
          <p:cNvSpPr txBox="1">
            <a:spLocks noGrp="1"/>
          </p:cNvSpPr>
          <p:nvPr>
            <p:ph type="title"/>
          </p:nvPr>
        </p:nvSpPr>
        <p:spPr>
          <a:xfrm>
            <a:off x="720000" y="254525"/>
            <a:ext cx="7704000" cy="572700"/>
          </a:xfrm>
          <a:prstGeom prst="rect">
            <a:avLst/>
          </a:prstGeom>
        </p:spPr>
        <p:txBody>
          <a:bodyPr spcFirstLastPara="1" wrap="square" lIns="91425" tIns="91425" rIns="91425" bIns="91425" anchor="t" anchorCtr="0">
            <a:noAutofit/>
          </a:bodyPr>
          <a:lstStyle/>
          <a:p>
            <a:pPr algn="ctr">
              <a:spcBef>
                <a:spcPts val="600"/>
              </a:spcBef>
            </a:pPr>
            <a:r>
              <a:rPr lang="en-US" sz="3200" dirty="0"/>
              <a:t>Delete Specified File</a:t>
            </a:r>
          </a:p>
        </p:txBody>
      </p:sp>
      <p:sp>
        <p:nvSpPr>
          <p:cNvPr id="11" name="Sottotitolo 8">
            <a:extLst>
              <a:ext uri="{FF2B5EF4-FFF2-40B4-BE49-F238E27FC236}">
                <a16:creationId xmlns:a16="http://schemas.microsoft.com/office/drawing/2014/main" id="{69CE0868-5EC4-D3C7-861B-166B152CFEBF}"/>
              </a:ext>
            </a:extLst>
          </p:cNvPr>
          <p:cNvSpPr txBox="1">
            <a:spLocks/>
          </p:cNvSpPr>
          <p:nvPr/>
        </p:nvSpPr>
        <p:spPr>
          <a:xfrm>
            <a:off x="720000" y="1565228"/>
            <a:ext cx="3624832" cy="20130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spcBef>
                <a:spcPts val="600"/>
              </a:spcBef>
            </a:pPr>
            <a:r>
              <a:rPr lang="en-US" sz="1600" dirty="0"/>
              <a:t>TASKS</a:t>
            </a:r>
            <a:endParaRPr lang="en-US" sz="1200" b="0" dirty="0"/>
          </a:p>
          <a:p>
            <a:pPr>
              <a:spcBef>
                <a:spcPts val="600"/>
              </a:spcBef>
            </a:pPr>
            <a:r>
              <a:rPr lang="en-US" sz="1000" dirty="0"/>
              <a:t>US 10: Delete Specified File</a:t>
            </a:r>
          </a:p>
          <a:p>
            <a:pPr algn="just" fontAlgn="base">
              <a:spcBef>
                <a:spcPts val="600"/>
              </a:spcBef>
              <a:buFont typeface="Arial" panose="020B0604020202020204" pitchFamily="34" charset="0"/>
              <a:buChar char="•"/>
            </a:pPr>
            <a:r>
              <a:rPr lang="en-US" sz="1000" b="0" dirty="0"/>
              <a:t>Implement the </a:t>
            </a:r>
            <a:r>
              <a:rPr lang="en-US" sz="1000" b="0" dirty="0" err="1"/>
              <a:t>DeleteFileAction</a:t>
            </a:r>
            <a:r>
              <a:rPr lang="en-US" sz="1000" b="0" dirty="0"/>
              <a:t> class by inheriting from the Action interface.</a:t>
            </a:r>
          </a:p>
          <a:p>
            <a:pPr algn="just" fontAlgn="base">
              <a:spcBef>
                <a:spcPts val="600"/>
              </a:spcBef>
              <a:buFont typeface="Arial" panose="020B0604020202020204" pitchFamily="34" charset="0"/>
              <a:buChar char="•"/>
            </a:pPr>
            <a:r>
              <a:rPr lang="en-US" sz="1000" b="0" dirty="0"/>
              <a:t>Implement a logic that allows the user to delete a file in a directory.</a:t>
            </a:r>
          </a:p>
          <a:p>
            <a:pPr algn="just" fontAlgn="base">
              <a:spcBef>
                <a:spcPts val="600"/>
              </a:spcBef>
              <a:buFont typeface="Arial" panose="020B0604020202020204" pitchFamily="34" charset="0"/>
              <a:buChar char="•"/>
            </a:pPr>
            <a:r>
              <a:rPr lang="en-US" sz="1000" b="0" dirty="0"/>
              <a:t>Define a consistent persistence format for saving and loading the move action data.</a:t>
            </a:r>
          </a:p>
        </p:txBody>
      </p:sp>
      <p:pic>
        <p:nvPicPr>
          <p:cNvPr id="3" name="Immagine 2" descr="Immagine che contiene testo, schermata, Carattere, numero&#10;&#10;Il contenuto generato dall'IA potrebbe non essere corretto.">
            <a:extLst>
              <a:ext uri="{FF2B5EF4-FFF2-40B4-BE49-F238E27FC236}">
                <a16:creationId xmlns:a16="http://schemas.microsoft.com/office/drawing/2014/main" id="{BB2D87FA-5178-D910-F45D-57C983CDD192}"/>
              </a:ext>
            </a:extLst>
          </p:cNvPr>
          <p:cNvPicPr>
            <a:picLocks noChangeAspect="1"/>
          </p:cNvPicPr>
          <p:nvPr/>
        </p:nvPicPr>
        <p:blipFill>
          <a:blip r:embed="rId3"/>
          <a:stretch>
            <a:fillRect/>
          </a:stretch>
        </p:blipFill>
        <p:spPr>
          <a:xfrm>
            <a:off x="4663440" y="1984937"/>
            <a:ext cx="3597014" cy="1314523"/>
          </a:xfrm>
          <a:prstGeom prst="rect">
            <a:avLst/>
          </a:prstGeom>
          <a:ln>
            <a:solidFill>
              <a:schemeClr val="accent1">
                <a:alpha val="99000"/>
              </a:schemeClr>
            </a:solidFill>
          </a:ln>
        </p:spPr>
      </p:pic>
    </p:spTree>
    <p:extLst>
      <p:ext uri="{BB962C8B-B14F-4D97-AF65-F5344CB8AC3E}">
        <p14:creationId xmlns:p14="http://schemas.microsoft.com/office/powerpoint/2010/main" val="111431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B6354B15-BE05-06D7-E6A0-3C41541DA1B2}"/>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76652B2A-953C-BC25-A90A-5E3267C12C4E}"/>
              </a:ext>
            </a:extLst>
          </p:cNvPr>
          <p:cNvSpPr txBox="1">
            <a:spLocks noGrp="1"/>
          </p:cNvSpPr>
          <p:nvPr>
            <p:ph type="title"/>
          </p:nvPr>
        </p:nvSpPr>
        <p:spPr>
          <a:xfrm>
            <a:off x="720000" y="254525"/>
            <a:ext cx="7704000" cy="572700"/>
          </a:xfrm>
          <a:prstGeom prst="rect">
            <a:avLst/>
          </a:prstGeom>
        </p:spPr>
        <p:txBody>
          <a:bodyPr spcFirstLastPara="1" wrap="square" lIns="91425" tIns="91425" rIns="91425" bIns="91425" anchor="t" anchorCtr="0">
            <a:noAutofit/>
          </a:bodyPr>
          <a:lstStyle/>
          <a:p>
            <a:pPr lvl="0" algn="ctr"/>
            <a:r>
              <a:rPr lang="en-US" sz="3200" dirty="0"/>
              <a:t>Move File Between Directories</a:t>
            </a:r>
            <a:endParaRPr dirty="0"/>
          </a:p>
        </p:txBody>
      </p:sp>
      <p:sp>
        <p:nvSpPr>
          <p:cNvPr id="11" name="Sottotitolo 8">
            <a:extLst>
              <a:ext uri="{FF2B5EF4-FFF2-40B4-BE49-F238E27FC236}">
                <a16:creationId xmlns:a16="http://schemas.microsoft.com/office/drawing/2014/main" id="{B4EA8DF3-AE49-BB06-4046-FFD8824FC5A6}"/>
              </a:ext>
            </a:extLst>
          </p:cNvPr>
          <p:cNvSpPr txBox="1">
            <a:spLocks/>
          </p:cNvSpPr>
          <p:nvPr/>
        </p:nvSpPr>
        <p:spPr>
          <a:xfrm>
            <a:off x="720000" y="1565228"/>
            <a:ext cx="3624832" cy="20130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spcBef>
                <a:spcPts val="600"/>
              </a:spcBef>
            </a:pPr>
            <a:r>
              <a:rPr lang="en-US" sz="1600" dirty="0"/>
              <a:t>TASKS</a:t>
            </a:r>
            <a:endParaRPr lang="en-US" sz="1200" b="0" dirty="0"/>
          </a:p>
          <a:p>
            <a:pPr algn="just">
              <a:spcBef>
                <a:spcPts val="600"/>
              </a:spcBef>
            </a:pPr>
            <a:r>
              <a:rPr lang="en-US" sz="1000" dirty="0"/>
              <a:t>US 9: Move File Between Directories</a:t>
            </a:r>
          </a:p>
          <a:p>
            <a:pPr algn="just" fontAlgn="base">
              <a:spcBef>
                <a:spcPts val="600"/>
              </a:spcBef>
              <a:buFont typeface="Arial" panose="020B0604020202020204" pitchFamily="34" charset="0"/>
              <a:buChar char="•"/>
            </a:pPr>
            <a:r>
              <a:rPr lang="en-US" sz="1000" b="0" dirty="0"/>
              <a:t>Implement the </a:t>
            </a:r>
            <a:r>
              <a:rPr lang="en-US" sz="1000" b="0" dirty="0" err="1"/>
              <a:t>MoveFileAction</a:t>
            </a:r>
            <a:r>
              <a:rPr lang="en-US" sz="1000" b="0" dirty="0"/>
              <a:t> class by inheriting from the Action interface.</a:t>
            </a:r>
          </a:p>
          <a:p>
            <a:pPr algn="just" fontAlgn="base">
              <a:spcBef>
                <a:spcPts val="600"/>
              </a:spcBef>
              <a:buFont typeface="Arial" panose="020B0604020202020204" pitchFamily="34" charset="0"/>
              <a:buChar char="•"/>
            </a:pPr>
            <a:r>
              <a:rPr lang="en-US" sz="1000" b="0" dirty="0"/>
              <a:t>Implement a logic that allows the user to select a source file and a destination directory.</a:t>
            </a:r>
          </a:p>
          <a:p>
            <a:pPr algn="just" fontAlgn="base">
              <a:spcBef>
                <a:spcPts val="600"/>
              </a:spcBef>
              <a:buFont typeface="Arial" panose="020B0604020202020204" pitchFamily="34" charset="0"/>
              <a:buChar char="•"/>
            </a:pPr>
            <a:r>
              <a:rPr lang="en-US" sz="1000" b="0" dirty="0"/>
              <a:t>Ensure the action moves the file to the target directory.</a:t>
            </a:r>
          </a:p>
          <a:p>
            <a:pPr algn="just" fontAlgn="base">
              <a:spcBef>
                <a:spcPts val="600"/>
              </a:spcBef>
              <a:buFont typeface="Arial" panose="020B0604020202020204" pitchFamily="34" charset="0"/>
              <a:buChar char="•"/>
            </a:pPr>
            <a:r>
              <a:rPr lang="en-US" sz="1000" b="0" dirty="0"/>
              <a:t>Define a consistent persistence format for saving and loading the move action data.</a:t>
            </a:r>
          </a:p>
        </p:txBody>
      </p:sp>
      <p:pic>
        <p:nvPicPr>
          <p:cNvPr id="3" name="Immagine 2" descr="Immagine che contiene testo, schermata, Carattere, numero&#10;&#10;Il contenuto generato dall'IA potrebbe non essere corretto.">
            <a:extLst>
              <a:ext uri="{FF2B5EF4-FFF2-40B4-BE49-F238E27FC236}">
                <a16:creationId xmlns:a16="http://schemas.microsoft.com/office/drawing/2014/main" id="{5576FE97-F4D0-1A90-976B-9BE88FA41B52}"/>
              </a:ext>
            </a:extLst>
          </p:cNvPr>
          <p:cNvPicPr>
            <a:picLocks noChangeAspect="1"/>
          </p:cNvPicPr>
          <p:nvPr/>
        </p:nvPicPr>
        <p:blipFill>
          <a:blip r:embed="rId3"/>
          <a:stretch>
            <a:fillRect/>
          </a:stretch>
        </p:blipFill>
        <p:spPr>
          <a:xfrm>
            <a:off x="5002725" y="1965860"/>
            <a:ext cx="3421275" cy="1719092"/>
          </a:xfrm>
          <a:prstGeom prst="rect">
            <a:avLst/>
          </a:prstGeom>
          <a:ln>
            <a:solidFill>
              <a:schemeClr val="accent1">
                <a:alpha val="99000"/>
              </a:schemeClr>
            </a:solidFill>
          </a:ln>
        </p:spPr>
      </p:pic>
    </p:spTree>
    <p:extLst>
      <p:ext uri="{BB962C8B-B14F-4D97-AF65-F5344CB8AC3E}">
        <p14:creationId xmlns:p14="http://schemas.microsoft.com/office/powerpoint/2010/main" val="1578826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AF77EBBA-2CAD-EA4D-609C-D9FF4E66A87B}"/>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5762AF13-D2EE-4C9A-885A-EE00DD83B3C0}"/>
              </a:ext>
            </a:extLst>
          </p:cNvPr>
          <p:cNvSpPr txBox="1">
            <a:spLocks noGrp="1"/>
          </p:cNvSpPr>
          <p:nvPr>
            <p:ph type="title"/>
          </p:nvPr>
        </p:nvSpPr>
        <p:spPr>
          <a:xfrm>
            <a:off x="720000" y="30024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More Actions</a:t>
            </a:r>
            <a:endParaRPr dirty="0"/>
          </a:p>
        </p:txBody>
      </p:sp>
      <p:sp>
        <p:nvSpPr>
          <p:cNvPr id="11" name="Sottotitolo 8">
            <a:extLst>
              <a:ext uri="{FF2B5EF4-FFF2-40B4-BE49-F238E27FC236}">
                <a16:creationId xmlns:a16="http://schemas.microsoft.com/office/drawing/2014/main" id="{B4A34FF5-1BBF-3F93-F65F-BE027C0D2139}"/>
              </a:ext>
            </a:extLst>
          </p:cNvPr>
          <p:cNvSpPr txBox="1">
            <a:spLocks/>
          </p:cNvSpPr>
          <p:nvPr/>
        </p:nvSpPr>
        <p:spPr>
          <a:xfrm>
            <a:off x="499020" y="1274863"/>
            <a:ext cx="4072980" cy="25937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lnSpc>
                <a:spcPct val="250000"/>
              </a:lnSpc>
              <a:spcBef>
                <a:spcPts val="600"/>
              </a:spcBef>
            </a:pPr>
            <a:r>
              <a:rPr lang="it-IT" sz="1600" dirty="0"/>
              <a:t>User stories (9 story </a:t>
            </a:r>
            <a:r>
              <a:rPr lang="it-IT" sz="1600" dirty="0" err="1"/>
              <a:t>pts</a:t>
            </a:r>
            <a:r>
              <a:rPr lang="it-IT" sz="1600" dirty="0"/>
              <a:t>)</a:t>
            </a:r>
          </a:p>
          <a:p>
            <a:pPr algn="just">
              <a:buFont typeface="Arial" panose="020B0604020202020204" pitchFamily="34" charset="0"/>
              <a:buChar char="•"/>
            </a:pPr>
            <a:r>
              <a:rPr lang="en-US" sz="1000" b="0" dirty="0"/>
              <a:t>As a User I want to be able to select an action to write a specified string at the end of a specified text file from a list of actions when the rule is triggered. (3 SP)</a:t>
            </a:r>
            <a:br>
              <a:rPr lang="en-US" sz="1000" b="0" dirty="0"/>
            </a:br>
            <a:endParaRPr lang="en-US" sz="1000" b="0" dirty="0"/>
          </a:p>
          <a:p>
            <a:pPr algn="just">
              <a:buFont typeface="Arial" panose="020B0604020202020204" pitchFamily="34" charset="0"/>
              <a:buChar char="•"/>
            </a:pPr>
            <a:r>
              <a:rPr lang="en-US" sz="1000" b="0" dirty="0"/>
              <a:t>As a User I want to be able to select an action to copy a specified file from a specified source directory to a specified destination directory from a list of actions when the rule is triggered. (3 SP)</a:t>
            </a:r>
            <a:br>
              <a:rPr lang="en-US" sz="1000" b="0" dirty="0"/>
            </a:br>
            <a:endParaRPr lang="en-US" sz="1000" b="0" dirty="0"/>
          </a:p>
          <a:p>
            <a:pPr algn="just">
              <a:buFont typeface="Arial" panose="020B0604020202020204" pitchFamily="34" charset="0"/>
              <a:buChar char="•"/>
            </a:pPr>
            <a:r>
              <a:rPr lang="en-US" sz="1000" b="0" dirty="0"/>
              <a:t>As a User I want to be able to select an action to execute a specified external program</a:t>
            </a:r>
          </a:p>
          <a:p>
            <a:pPr algn="just"/>
            <a:r>
              <a:rPr lang="en-US" sz="1000" b="0" dirty="0"/>
              <a:t>	from a list of actions when the rule is triggered. (3 SP)</a:t>
            </a:r>
          </a:p>
          <a:p>
            <a:pPr algn="just"/>
            <a:br>
              <a:rPr lang="en-US" sz="1000" b="0" dirty="0"/>
            </a:br>
            <a:r>
              <a:rPr lang="en-US" sz="1000" b="0" dirty="0"/>
              <a:t> </a:t>
            </a:r>
          </a:p>
          <a:p>
            <a:pPr algn="just"/>
            <a:br>
              <a:rPr lang="en-US" sz="1000" dirty="0"/>
            </a:br>
            <a:endParaRPr lang="en-US" sz="1000" b="0" dirty="0"/>
          </a:p>
        </p:txBody>
      </p:sp>
      <p:pic>
        <p:nvPicPr>
          <p:cNvPr id="4" name="Immagine 3" descr="Immagine che contiene testo, schermata, Carattere, design&#10;&#10;Il contenuto generato dall'IA potrebbe non essere corretto.">
            <a:extLst>
              <a:ext uri="{FF2B5EF4-FFF2-40B4-BE49-F238E27FC236}">
                <a16:creationId xmlns:a16="http://schemas.microsoft.com/office/drawing/2014/main" id="{E7EF3807-6A2A-AD3C-9DB2-677D08041CE5}"/>
              </a:ext>
            </a:extLst>
          </p:cNvPr>
          <p:cNvPicPr>
            <a:picLocks noChangeAspect="1"/>
          </p:cNvPicPr>
          <p:nvPr/>
        </p:nvPicPr>
        <p:blipFill>
          <a:blip r:embed="rId3"/>
          <a:stretch>
            <a:fillRect/>
          </a:stretch>
        </p:blipFill>
        <p:spPr>
          <a:xfrm>
            <a:off x="5021582" y="1199579"/>
            <a:ext cx="3204327" cy="3242610"/>
          </a:xfrm>
          <a:prstGeom prst="rect">
            <a:avLst/>
          </a:prstGeom>
          <a:ln>
            <a:solidFill>
              <a:schemeClr val="accent1">
                <a:alpha val="99000"/>
              </a:schemeClr>
            </a:solidFill>
          </a:ln>
        </p:spPr>
      </p:pic>
    </p:spTree>
    <p:extLst>
      <p:ext uri="{BB962C8B-B14F-4D97-AF65-F5344CB8AC3E}">
        <p14:creationId xmlns:p14="http://schemas.microsoft.com/office/powerpoint/2010/main" val="1727033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692637FE-0C63-77E1-26BE-C72C513B0A98}"/>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4A69273B-C519-77E1-7836-ECA68E8C3ED0}"/>
              </a:ext>
            </a:extLst>
          </p:cNvPr>
          <p:cNvSpPr txBox="1">
            <a:spLocks noGrp="1"/>
          </p:cNvSpPr>
          <p:nvPr>
            <p:ph type="title"/>
          </p:nvPr>
        </p:nvSpPr>
        <p:spPr>
          <a:xfrm>
            <a:off x="720000" y="254525"/>
            <a:ext cx="7704000" cy="572700"/>
          </a:xfrm>
          <a:prstGeom prst="rect">
            <a:avLst/>
          </a:prstGeom>
        </p:spPr>
        <p:txBody>
          <a:bodyPr spcFirstLastPara="1" wrap="square" lIns="91425" tIns="91425" rIns="91425" bIns="91425" anchor="t" anchorCtr="0">
            <a:noAutofit/>
          </a:bodyPr>
          <a:lstStyle/>
          <a:p>
            <a:pPr lvl="0" algn="ctr"/>
            <a:r>
              <a:rPr lang="en-US" sz="3200" dirty="0"/>
              <a:t>Append String to File</a:t>
            </a:r>
            <a:endParaRPr dirty="0"/>
          </a:p>
        </p:txBody>
      </p:sp>
      <p:sp>
        <p:nvSpPr>
          <p:cNvPr id="11" name="Sottotitolo 8">
            <a:extLst>
              <a:ext uri="{FF2B5EF4-FFF2-40B4-BE49-F238E27FC236}">
                <a16:creationId xmlns:a16="http://schemas.microsoft.com/office/drawing/2014/main" id="{3DAC43F0-CBDE-47D1-DEFD-42DAFE6646C3}"/>
              </a:ext>
            </a:extLst>
          </p:cNvPr>
          <p:cNvSpPr txBox="1">
            <a:spLocks/>
          </p:cNvSpPr>
          <p:nvPr/>
        </p:nvSpPr>
        <p:spPr>
          <a:xfrm>
            <a:off x="720000" y="1565228"/>
            <a:ext cx="3624832" cy="20130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spcBef>
                <a:spcPts val="600"/>
              </a:spcBef>
            </a:pPr>
            <a:r>
              <a:rPr lang="en-US" sz="1600" dirty="0"/>
              <a:t>TASKS</a:t>
            </a:r>
            <a:endParaRPr lang="en-US" sz="1200" b="0" dirty="0"/>
          </a:p>
          <a:p>
            <a:pPr>
              <a:spcBef>
                <a:spcPts val="600"/>
              </a:spcBef>
            </a:pPr>
            <a:r>
              <a:rPr lang="en-US" sz="1000" dirty="0"/>
              <a:t>US 6: Append String to File</a:t>
            </a:r>
            <a:endParaRPr lang="en-US" sz="1000" b="0" dirty="0"/>
          </a:p>
          <a:p>
            <a:pPr algn="just" fontAlgn="base">
              <a:spcBef>
                <a:spcPts val="600"/>
              </a:spcBef>
              <a:buFont typeface="Arial" panose="020B0604020202020204" pitchFamily="34" charset="0"/>
              <a:buChar char="•"/>
            </a:pPr>
            <a:r>
              <a:rPr lang="en-US" sz="1000" b="0" dirty="0"/>
              <a:t>Implement the </a:t>
            </a:r>
            <a:r>
              <a:rPr lang="en-US" sz="1000" b="0" dirty="0" err="1"/>
              <a:t>WriteOnFileAction</a:t>
            </a:r>
            <a:r>
              <a:rPr lang="en-US" sz="1000" b="0" dirty="0"/>
              <a:t> class by inheriting from the Action interface.</a:t>
            </a:r>
          </a:p>
          <a:p>
            <a:pPr algn="just" fontAlgn="base">
              <a:spcBef>
                <a:spcPts val="600"/>
              </a:spcBef>
              <a:buFont typeface="Arial" panose="020B0604020202020204" pitchFamily="34" charset="0"/>
              <a:buChar char="•"/>
            </a:pPr>
            <a:r>
              <a:rPr lang="en-US" sz="1000" b="0" dirty="0"/>
              <a:t>Implement a logic that allows the user to select a target file and input a specific string.</a:t>
            </a:r>
          </a:p>
          <a:p>
            <a:pPr algn="just" fontAlgn="base">
              <a:spcBef>
                <a:spcPts val="600"/>
              </a:spcBef>
              <a:buFont typeface="Arial" panose="020B0604020202020204" pitchFamily="34" charset="0"/>
              <a:buChar char="•"/>
            </a:pPr>
            <a:r>
              <a:rPr lang="en-US" sz="1000" b="0" dirty="0"/>
              <a:t>Ensure the action appends the string to the existing file content without overwriting it.</a:t>
            </a:r>
          </a:p>
          <a:p>
            <a:pPr algn="just" fontAlgn="base">
              <a:spcBef>
                <a:spcPts val="600"/>
              </a:spcBef>
              <a:buFont typeface="Arial" panose="020B0604020202020204" pitchFamily="34" charset="0"/>
              <a:buChar char="•"/>
            </a:pPr>
            <a:r>
              <a:rPr lang="en-US" sz="1000" b="0" dirty="0"/>
              <a:t>Define a consistent persistence format for saving and loading this action.</a:t>
            </a:r>
          </a:p>
        </p:txBody>
      </p:sp>
      <p:pic>
        <p:nvPicPr>
          <p:cNvPr id="4" name="Immagine 3" descr="Immagine che contiene testo, schermata, Carattere, numero&#10;&#10;Il contenuto generato dall'IA potrebbe non essere corretto.">
            <a:extLst>
              <a:ext uri="{FF2B5EF4-FFF2-40B4-BE49-F238E27FC236}">
                <a16:creationId xmlns:a16="http://schemas.microsoft.com/office/drawing/2014/main" id="{C572B060-81DA-BCC4-FBC7-6719B484E5E6}"/>
              </a:ext>
            </a:extLst>
          </p:cNvPr>
          <p:cNvPicPr>
            <a:picLocks noChangeAspect="1"/>
          </p:cNvPicPr>
          <p:nvPr/>
        </p:nvPicPr>
        <p:blipFill>
          <a:blip r:embed="rId3"/>
          <a:stretch>
            <a:fillRect/>
          </a:stretch>
        </p:blipFill>
        <p:spPr>
          <a:xfrm>
            <a:off x="5135689" y="1984960"/>
            <a:ext cx="3114237" cy="1626920"/>
          </a:xfrm>
          <a:prstGeom prst="rect">
            <a:avLst/>
          </a:prstGeom>
          <a:ln>
            <a:solidFill>
              <a:schemeClr val="accent1">
                <a:alpha val="99000"/>
              </a:schemeClr>
            </a:solidFill>
          </a:ln>
        </p:spPr>
      </p:pic>
    </p:spTree>
    <p:extLst>
      <p:ext uri="{BB962C8B-B14F-4D97-AF65-F5344CB8AC3E}">
        <p14:creationId xmlns:p14="http://schemas.microsoft.com/office/powerpoint/2010/main" val="307095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E105423C-AB4D-9935-255B-881CF162A53D}"/>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900BCB20-C0E8-4AD2-A362-69AAA297FE97}"/>
              </a:ext>
            </a:extLst>
          </p:cNvPr>
          <p:cNvSpPr txBox="1">
            <a:spLocks noGrp="1"/>
          </p:cNvSpPr>
          <p:nvPr>
            <p:ph type="title"/>
          </p:nvPr>
        </p:nvSpPr>
        <p:spPr>
          <a:xfrm>
            <a:off x="720000" y="254525"/>
            <a:ext cx="7704000" cy="572700"/>
          </a:xfrm>
          <a:prstGeom prst="rect">
            <a:avLst/>
          </a:prstGeom>
        </p:spPr>
        <p:txBody>
          <a:bodyPr spcFirstLastPara="1" wrap="square" lIns="91425" tIns="91425" rIns="91425" bIns="91425" anchor="t" anchorCtr="0">
            <a:noAutofit/>
          </a:bodyPr>
          <a:lstStyle/>
          <a:p>
            <a:pPr algn="ctr">
              <a:spcBef>
                <a:spcPts val="600"/>
              </a:spcBef>
            </a:pPr>
            <a:r>
              <a:rPr lang="en-US" sz="3200" dirty="0"/>
              <a:t>Copy File Between Directories</a:t>
            </a:r>
          </a:p>
        </p:txBody>
      </p:sp>
      <p:sp>
        <p:nvSpPr>
          <p:cNvPr id="11" name="Sottotitolo 8">
            <a:extLst>
              <a:ext uri="{FF2B5EF4-FFF2-40B4-BE49-F238E27FC236}">
                <a16:creationId xmlns:a16="http://schemas.microsoft.com/office/drawing/2014/main" id="{3EFB89E0-B86C-2E47-615A-99B8A3C4739C}"/>
              </a:ext>
            </a:extLst>
          </p:cNvPr>
          <p:cNvSpPr txBox="1">
            <a:spLocks/>
          </p:cNvSpPr>
          <p:nvPr/>
        </p:nvSpPr>
        <p:spPr>
          <a:xfrm>
            <a:off x="720000" y="1565228"/>
            <a:ext cx="3624832" cy="20130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spcBef>
                <a:spcPts val="600"/>
              </a:spcBef>
            </a:pPr>
            <a:r>
              <a:rPr lang="en-US" sz="1600" dirty="0"/>
              <a:t>TASKS</a:t>
            </a:r>
            <a:endParaRPr lang="en-US" sz="1200" b="0" dirty="0"/>
          </a:p>
          <a:p>
            <a:pPr>
              <a:spcBef>
                <a:spcPts val="600"/>
              </a:spcBef>
            </a:pPr>
            <a:r>
              <a:rPr lang="en-US" sz="1000" dirty="0"/>
              <a:t>US 7: Copy File Between Directories</a:t>
            </a:r>
          </a:p>
          <a:p>
            <a:pPr algn="just" fontAlgn="base">
              <a:spcBef>
                <a:spcPts val="600"/>
              </a:spcBef>
              <a:buFont typeface="Arial" panose="020B0604020202020204" pitchFamily="34" charset="0"/>
              <a:buChar char="•"/>
            </a:pPr>
            <a:r>
              <a:rPr lang="en-US" sz="1000" b="0" dirty="0"/>
              <a:t>Implement the </a:t>
            </a:r>
            <a:r>
              <a:rPr lang="en-US" sz="1000" b="0" dirty="0" err="1"/>
              <a:t>CopyFileAction</a:t>
            </a:r>
            <a:r>
              <a:rPr lang="en-US" sz="1000" b="0" dirty="0"/>
              <a:t> class by inheriting from the Action interface.</a:t>
            </a:r>
          </a:p>
          <a:p>
            <a:pPr algn="just" fontAlgn="base">
              <a:spcBef>
                <a:spcPts val="600"/>
              </a:spcBef>
              <a:buFont typeface="Arial" panose="020B0604020202020204" pitchFamily="34" charset="0"/>
              <a:buChar char="•"/>
            </a:pPr>
            <a:r>
              <a:rPr lang="en-US" sz="1000" b="0" dirty="0"/>
              <a:t>Implement a logic that allows the user to select a source file and a destination directory.</a:t>
            </a:r>
          </a:p>
          <a:p>
            <a:pPr algn="just" fontAlgn="base">
              <a:spcBef>
                <a:spcPts val="600"/>
              </a:spcBef>
              <a:buFont typeface="Arial" panose="020B0604020202020204" pitchFamily="34" charset="0"/>
              <a:buChar char="•"/>
            </a:pPr>
            <a:r>
              <a:rPr lang="en-US" sz="1000" b="0" dirty="0"/>
              <a:t>Ensure the action copies the file to the target directory, overwriting it if it already exists.</a:t>
            </a:r>
          </a:p>
          <a:p>
            <a:pPr algn="just" fontAlgn="base">
              <a:spcBef>
                <a:spcPts val="600"/>
              </a:spcBef>
              <a:buFont typeface="Arial" panose="020B0604020202020204" pitchFamily="34" charset="0"/>
              <a:buChar char="•"/>
            </a:pPr>
            <a:r>
              <a:rPr lang="en-US" sz="1000" b="0" dirty="0"/>
              <a:t>Define a consistent persistence format for saving and loading the copy action data</a:t>
            </a:r>
          </a:p>
        </p:txBody>
      </p:sp>
      <p:pic>
        <p:nvPicPr>
          <p:cNvPr id="3" name="Immagine 2" descr="Immagine che contiene testo, schermata, Carattere, numero&#10;&#10;Il contenuto generato dall'IA potrebbe non essere corretto.">
            <a:extLst>
              <a:ext uri="{FF2B5EF4-FFF2-40B4-BE49-F238E27FC236}">
                <a16:creationId xmlns:a16="http://schemas.microsoft.com/office/drawing/2014/main" id="{D62C1A74-CD20-8ADD-0FA9-B34EB4C5311A}"/>
              </a:ext>
            </a:extLst>
          </p:cNvPr>
          <p:cNvPicPr>
            <a:picLocks noChangeAspect="1"/>
          </p:cNvPicPr>
          <p:nvPr/>
        </p:nvPicPr>
        <p:blipFill>
          <a:blip r:embed="rId3"/>
          <a:stretch>
            <a:fillRect/>
          </a:stretch>
        </p:blipFill>
        <p:spPr>
          <a:xfrm>
            <a:off x="4799170" y="1969952"/>
            <a:ext cx="3486361" cy="1641928"/>
          </a:xfrm>
          <a:prstGeom prst="rect">
            <a:avLst/>
          </a:prstGeom>
          <a:ln>
            <a:solidFill>
              <a:schemeClr val="accent1">
                <a:alpha val="99000"/>
              </a:schemeClr>
            </a:solidFill>
          </a:ln>
        </p:spPr>
      </p:pic>
    </p:spTree>
    <p:extLst>
      <p:ext uri="{BB962C8B-B14F-4D97-AF65-F5344CB8AC3E}">
        <p14:creationId xmlns:p14="http://schemas.microsoft.com/office/powerpoint/2010/main" val="3605938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199A28A1-CA56-489D-A257-6DD5CBB0B0AD}"/>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411D9A49-5D06-2164-38D5-F854940AB052}"/>
              </a:ext>
            </a:extLst>
          </p:cNvPr>
          <p:cNvSpPr txBox="1">
            <a:spLocks noGrp="1"/>
          </p:cNvSpPr>
          <p:nvPr>
            <p:ph type="title"/>
          </p:nvPr>
        </p:nvSpPr>
        <p:spPr>
          <a:xfrm>
            <a:off x="720000" y="254525"/>
            <a:ext cx="7704000" cy="572700"/>
          </a:xfrm>
          <a:prstGeom prst="rect">
            <a:avLst/>
          </a:prstGeom>
        </p:spPr>
        <p:txBody>
          <a:bodyPr spcFirstLastPara="1" wrap="square" lIns="91425" tIns="91425" rIns="91425" bIns="91425" anchor="t" anchorCtr="0">
            <a:noAutofit/>
          </a:bodyPr>
          <a:lstStyle/>
          <a:p>
            <a:pPr algn="ctr">
              <a:spcBef>
                <a:spcPts val="600"/>
              </a:spcBef>
            </a:pPr>
            <a:r>
              <a:rPr lang="en-US" sz="3200" dirty="0"/>
              <a:t>Execution of an External Program</a:t>
            </a:r>
          </a:p>
        </p:txBody>
      </p:sp>
      <p:sp>
        <p:nvSpPr>
          <p:cNvPr id="11" name="Sottotitolo 8">
            <a:extLst>
              <a:ext uri="{FF2B5EF4-FFF2-40B4-BE49-F238E27FC236}">
                <a16:creationId xmlns:a16="http://schemas.microsoft.com/office/drawing/2014/main" id="{CEE0D2A1-8A38-567F-3CF2-380F6EFA35B9}"/>
              </a:ext>
            </a:extLst>
          </p:cNvPr>
          <p:cNvSpPr txBox="1">
            <a:spLocks/>
          </p:cNvSpPr>
          <p:nvPr/>
        </p:nvSpPr>
        <p:spPr>
          <a:xfrm>
            <a:off x="720000" y="1565228"/>
            <a:ext cx="3624832" cy="20130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spcBef>
                <a:spcPts val="600"/>
              </a:spcBef>
            </a:pPr>
            <a:r>
              <a:rPr lang="en-US" sz="1600" dirty="0"/>
              <a:t>TASKS</a:t>
            </a:r>
            <a:endParaRPr lang="en-US" sz="1200" b="0" dirty="0"/>
          </a:p>
          <a:p>
            <a:pPr>
              <a:spcBef>
                <a:spcPts val="600"/>
              </a:spcBef>
            </a:pPr>
            <a:r>
              <a:rPr lang="en-US" sz="1000" dirty="0"/>
              <a:t>US 8: Execution of an External Program</a:t>
            </a:r>
          </a:p>
          <a:p>
            <a:pPr algn="just" fontAlgn="base">
              <a:spcBef>
                <a:spcPts val="600"/>
              </a:spcBef>
              <a:buFont typeface="Arial" panose="020B0604020202020204" pitchFamily="34" charset="0"/>
              <a:buChar char="•"/>
            </a:pPr>
            <a:r>
              <a:rPr lang="en-US" sz="1000" b="0" dirty="0"/>
              <a:t>Implement the </a:t>
            </a:r>
            <a:r>
              <a:rPr lang="en-US" sz="1000" b="0" dirty="0" err="1"/>
              <a:t>ExternalProgramAction</a:t>
            </a:r>
            <a:r>
              <a:rPr lang="en-US" sz="1000" b="0" dirty="0"/>
              <a:t> class by inheriting from the Action interface.</a:t>
            </a:r>
          </a:p>
          <a:p>
            <a:pPr algn="just" fontAlgn="base">
              <a:spcBef>
                <a:spcPts val="600"/>
              </a:spcBef>
              <a:buFont typeface="Arial" panose="020B0604020202020204" pitchFamily="34" charset="0"/>
              <a:buChar char="•"/>
            </a:pPr>
            <a:r>
              <a:rPr lang="en-US" sz="1000" b="0" dirty="0"/>
              <a:t>Implement a logic that allows the user to select an executable file from the file system.</a:t>
            </a:r>
          </a:p>
          <a:p>
            <a:pPr algn="just" fontAlgn="base">
              <a:spcBef>
                <a:spcPts val="600"/>
              </a:spcBef>
              <a:buFont typeface="Arial" panose="020B0604020202020204" pitchFamily="34" charset="0"/>
              <a:buChar char="•"/>
            </a:pPr>
            <a:r>
              <a:rPr lang="en-US" sz="1000" b="0" dirty="0"/>
              <a:t>Ensure the action launches the external program using its path.</a:t>
            </a:r>
          </a:p>
          <a:p>
            <a:pPr algn="just" fontAlgn="base">
              <a:spcBef>
                <a:spcPts val="600"/>
              </a:spcBef>
              <a:buFont typeface="Arial" panose="020B0604020202020204" pitchFamily="34" charset="0"/>
              <a:buChar char="•"/>
            </a:pPr>
            <a:r>
              <a:rPr lang="en-US" sz="1000" b="0" dirty="0"/>
              <a:t>Define a consistent persistence format for saving and loading the external program action.</a:t>
            </a:r>
          </a:p>
        </p:txBody>
      </p:sp>
      <p:pic>
        <p:nvPicPr>
          <p:cNvPr id="4" name="Immagine 3" descr="Immagine che contiene testo, schermata, Carattere&#10;&#10;Il contenuto generato dall'IA potrebbe non essere corretto.">
            <a:extLst>
              <a:ext uri="{FF2B5EF4-FFF2-40B4-BE49-F238E27FC236}">
                <a16:creationId xmlns:a16="http://schemas.microsoft.com/office/drawing/2014/main" id="{649D00C1-6DFA-A0C5-6D32-AD3686E73A68}"/>
              </a:ext>
            </a:extLst>
          </p:cNvPr>
          <p:cNvPicPr>
            <a:picLocks noChangeAspect="1"/>
          </p:cNvPicPr>
          <p:nvPr/>
        </p:nvPicPr>
        <p:blipFill>
          <a:blip r:embed="rId3"/>
          <a:srcRect r="2796"/>
          <a:stretch>
            <a:fillRect/>
          </a:stretch>
        </p:blipFill>
        <p:spPr>
          <a:xfrm>
            <a:off x="4850475" y="2144962"/>
            <a:ext cx="3573525" cy="1207838"/>
          </a:xfrm>
          <a:prstGeom prst="rect">
            <a:avLst/>
          </a:prstGeom>
          <a:ln>
            <a:solidFill>
              <a:schemeClr val="accent1">
                <a:alpha val="99000"/>
              </a:schemeClr>
            </a:solidFill>
          </a:ln>
        </p:spPr>
      </p:pic>
    </p:spTree>
    <p:extLst>
      <p:ext uri="{BB962C8B-B14F-4D97-AF65-F5344CB8AC3E}">
        <p14:creationId xmlns:p14="http://schemas.microsoft.com/office/powerpoint/2010/main" val="62151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F7B1A432-C439-A00A-89D0-84BA274DA976}"/>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F17F16B6-00A8-F299-6CD9-664374DE5F9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err="1"/>
              <a:t>Command</a:t>
            </a:r>
            <a:r>
              <a:rPr lang="it-IT" dirty="0"/>
              <a:t> pattern</a:t>
            </a:r>
            <a:endParaRPr dirty="0"/>
          </a:p>
        </p:txBody>
      </p:sp>
      <p:pic>
        <p:nvPicPr>
          <p:cNvPr id="3" name="Immagine 2" descr="Immagine che contiene testo, schermata, diagramma, linea&#10;&#10;Il contenuto generato dall'IA potrebbe non essere corretto.">
            <a:extLst>
              <a:ext uri="{FF2B5EF4-FFF2-40B4-BE49-F238E27FC236}">
                <a16:creationId xmlns:a16="http://schemas.microsoft.com/office/drawing/2014/main" id="{7630DAD9-B0A2-D505-01F0-1931D6A8DE7B}"/>
              </a:ext>
            </a:extLst>
          </p:cNvPr>
          <p:cNvPicPr>
            <a:picLocks noChangeAspect="1"/>
          </p:cNvPicPr>
          <p:nvPr/>
        </p:nvPicPr>
        <p:blipFill>
          <a:blip r:embed="rId3"/>
          <a:stretch>
            <a:fillRect/>
          </a:stretch>
        </p:blipFill>
        <p:spPr>
          <a:xfrm>
            <a:off x="5934096" y="1158239"/>
            <a:ext cx="1876403" cy="3605915"/>
          </a:xfrm>
          <a:prstGeom prst="rect">
            <a:avLst/>
          </a:prstGeom>
          <a:ln>
            <a:solidFill>
              <a:schemeClr val="accent1">
                <a:alpha val="99000"/>
              </a:schemeClr>
            </a:solidFill>
          </a:ln>
        </p:spPr>
      </p:pic>
      <p:sp>
        <p:nvSpPr>
          <p:cNvPr id="13" name="Rectangle 4">
            <a:extLst>
              <a:ext uri="{FF2B5EF4-FFF2-40B4-BE49-F238E27FC236}">
                <a16:creationId xmlns:a16="http://schemas.microsoft.com/office/drawing/2014/main" id="{1ACC9611-BCD3-0617-9509-BC8B50326209}"/>
              </a:ext>
            </a:extLst>
          </p:cNvPr>
          <p:cNvSpPr>
            <a:spLocks noChangeArrowheads="1"/>
          </p:cNvSpPr>
          <p:nvPr/>
        </p:nvSpPr>
        <p:spPr bwMode="auto">
          <a:xfrm>
            <a:off x="967740" y="1974442"/>
            <a:ext cx="3962400" cy="1646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ts val="600"/>
              </a:spcBef>
              <a:spcAft>
                <a:spcPct val="0"/>
              </a:spcAft>
              <a:buClrTx/>
              <a:buSzTx/>
              <a:tabLst/>
            </a:pPr>
            <a:r>
              <a:rPr lang="it-IT" altLang="it-IT" sz="1200" b="1" dirty="0">
                <a:solidFill>
                  <a:schemeClr val="tx1"/>
                </a:solidFill>
                <a:latin typeface="Arial" panose="020B0604020202020204" pitchFamily="34" charset="0"/>
              </a:rPr>
              <a:t>Concept:</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Encapsulates</a:t>
            </a:r>
            <a:r>
              <a:rPr lang="it-IT" altLang="it-IT" sz="1200" dirty="0">
                <a:solidFill>
                  <a:schemeClr val="tx1"/>
                </a:solidFill>
                <a:latin typeface="Arial" panose="020B0604020202020204" pitchFamily="34" charset="0"/>
              </a:rPr>
              <a:t> a </a:t>
            </a:r>
            <a:r>
              <a:rPr lang="it-IT" altLang="it-IT" sz="1200" dirty="0" err="1">
                <a:solidFill>
                  <a:schemeClr val="tx1"/>
                </a:solidFill>
                <a:latin typeface="Arial" panose="020B0604020202020204" pitchFamily="34" charset="0"/>
              </a:rPr>
              <a:t>request</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as</a:t>
            </a:r>
            <a:r>
              <a:rPr lang="it-IT" altLang="it-IT" sz="1200" dirty="0">
                <a:solidFill>
                  <a:schemeClr val="tx1"/>
                </a:solidFill>
                <a:latin typeface="Arial" panose="020B0604020202020204" pitchFamily="34" charset="0"/>
              </a:rPr>
              <a:t> an </a:t>
            </a:r>
            <a:r>
              <a:rPr lang="it-IT" altLang="it-IT" sz="1200" dirty="0" err="1">
                <a:solidFill>
                  <a:schemeClr val="tx1"/>
                </a:solidFill>
                <a:latin typeface="Arial" panose="020B0604020202020204" pitchFamily="34" charset="0"/>
              </a:rPr>
              <a:t>object</a:t>
            </a:r>
            <a:r>
              <a:rPr lang="it-IT" altLang="it-IT" sz="1200" dirty="0">
                <a:solidFill>
                  <a:schemeClr val="tx1"/>
                </a:solidFill>
                <a:latin typeface="Arial" panose="020B0604020202020204" pitchFamily="34" charset="0"/>
              </a:rPr>
              <a:t> (Action), </a:t>
            </a:r>
            <a:r>
              <a:rPr lang="it-IT" altLang="it-IT" sz="1200" dirty="0" err="1">
                <a:solidFill>
                  <a:schemeClr val="tx1"/>
                </a:solidFill>
                <a:latin typeface="Arial" panose="020B0604020202020204" pitchFamily="34" charset="0"/>
              </a:rPr>
              <a:t>allowing</a:t>
            </a:r>
            <a:r>
              <a:rPr lang="it-IT" altLang="it-IT" sz="1200" dirty="0">
                <a:solidFill>
                  <a:schemeClr val="tx1"/>
                </a:solidFill>
                <a:latin typeface="Arial" panose="020B0604020202020204" pitchFamily="34" charset="0"/>
              </a:rPr>
              <a:t> the </a:t>
            </a:r>
            <a:r>
              <a:rPr lang="it-IT" altLang="it-IT" sz="1200" dirty="0" err="1">
                <a:solidFill>
                  <a:schemeClr val="tx1"/>
                </a:solidFill>
                <a:latin typeface="Arial" panose="020B0604020202020204" pitchFamily="34" charset="0"/>
              </a:rPr>
              <a:t>Invoker</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RuleEngine</a:t>
            </a:r>
            <a:r>
              <a:rPr lang="it-IT" altLang="it-IT" sz="1200" dirty="0">
                <a:solidFill>
                  <a:schemeClr val="tx1"/>
                </a:solidFill>
                <a:latin typeface="Arial" panose="020B0604020202020204" pitchFamily="34" charset="0"/>
              </a:rPr>
              <a:t>) to </a:t>
            </a:r>
            <a:r>
              <a:rPr lang="it-IT" altLang="it-IT" sz="1200" dirty="0" err="1">
                <a:solidFill>
                  <a:schemeClr val="tx1"/>
                </a:solidFill>
                <a:latin typeface="Arial" panose="020B0604020202020204" pitchFamily="34" charset="0"/>
              </a:rPr>
              <a:t>execute</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operations</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without</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knowing</a:t>
            </a:r>
            <a:r>
              <a:rPr lang="it-IT" altLang="it-IT" sz="1200" dirty="0">
                <a:solidFill>
                  <a:schemeClr val="tx1"/>
                </a:solidFill>
                <a:latin typeface="Arial" panose="020B0604020202020204" pitchFamily="34" charset="0"/>
              </a:rPr>
              <a:t> the </a:t>
            </a:r>
            <a:r>
              <a:rPr lang="it-IT" altLang="it-IT" sz="1200" dirty="0" err="1">
                <a:solidFill>
                  <a:schemeClr val="tx1"/>
                </a:solidFill>
                <a:latin typeface="Arial" panose="020B0604020202020204" pitchFamily="34" charset="0"/>
              </a:rPr>
              <a:t>details</a:t>
            </a:r>
            <a:r>
              <a:rPr lang="it-IT" altLang="it-IT" sz="1200" dirty="0">
                <a:solidFill>
                  <a:schemeClr val="tx1"/>
                </a:solidFill>
                <a:latin typeface="Arial" panose="020B0604020202020204" pitchFamily="34" charset="0"/>
              </a:rPr>
              <a:t> of the </a:t>
            </a:r>
            <a:r>
              <a:rPr lang="it-IT" altLang="it-IT" sz="1200" dirty="0" err="1">
                <a:solidFill>
                  <a:schemeClr val="tx1"/>
                </a:solidFill>
                <a:latin typeface="Arial" panose="020B0604020202020204" pitchFamily="34" charset="0"/>
              </a:rPr>
              <a:t>request</a:t>
            </a:r>
            <a:r>
              <a:rPr lang="it-IT" altLang="it-IT" sz="1200" dirty="0">
                <a:solidFill>
                  <a:schemeClr val="tx1"/>
                </a:solidFill>
                <a:latin typeface="Arial" panose="020B0604020202020204" pitchFamily="34" charset="0"/>
              </a:rPr>
              <a:t> or the </a:t>
            </a:r>
            <a:r>
              <a:rPr lang="it-IT" altLang="it-IT" sz="1200" dirty="0" err="1">
                <a:solidFill>
                  <a:schemeClr val="tx1"/>
                </a:solidFill>
                <a:latin typeface="Arial" panose="020B0604020202020204" pitchFamily="34" charset="0"/>
              </a:rPr>
              <a:t>receiver</a:t>
            </a:r>
            <a:r>
              <a:rPr lang="it-IT" altLang="it-IT" sz="1200" b="1" dirty="0">
                <a:solidFill>
                  <a:schemeClr val="tx1"/>
                </a:solidFill>
                <a:latin typeface="Arial" panose="020B0604020202020204" pitchFamily="34" charset="0"/>
              </a:rPr>
              <a:t>.</a:t>
            </a:r>
          </a:p>
          <a:p>
            <a:pPr marL="0" marR="0" lvl="0" indent="0" algn="just" defTabSz="914400" rtl="0" eaLnBrk="0" fontAlgn="base" latinLnBrk="0" hangingPunct="0">
              <a:lnSpc>
                <a:spcPct val="100000"/>
              </a:lnSpc>
              <a:spcBef>
                <a:spcPts val="600"/>
              </a:spcBef>
              <a:spcAft>
                <a:spcPct val="0"/>
              </a:spcAft>
              <a:buClrTx/>
              <a:buSzTx/>
              <a:tabLst/>
            </a:pPr>
            <a:r>
              <a:rPr lang="it-IT" altLang="it-IT" sz="1200" b="1" dirty="0">
                <a:solidFill>
                  <a:schemeClr val="tx1"/>
                </a:solidFill>
                <a:latin typeface="Arial" panose="020B0604020202020204" pitchFamily="34" charset="0"/>
              </a:rPr>
              <a:t>Benefit:</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It</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strictly</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decouples</a:t>
            </a:r>
            <a:r>
              <a:rPr lang="it-IT" altLang="it-IT" sz="1200" dirty="0">
                <a:solidFill>
                  <a:schemeClr val="tx1"/>
                </a:solidFill>
                <a:latin typeface="Arial" panose="020B0604020202020204" pitchFamily="34" charset="0"/>
              </a:rPr>
              <a:t> the </a:t>
            </a:r>
            <a:r>
              <a:rPr lang="it-IT" altLang="it-IT" sz="1200" dirty="0" err="1">
                <a:solidFill>
                  <a:schemeClr val="tx1"/>
                </a:solidFill>
                <a:latin typeface="Arial" panose="020B0604020202020204" pitchFamily="34" charset="0"/>
              </a:rPr>
              <a:t>execution</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logic</a:t>
            </a:r>
            <a:r>
              <a:rPr lang="it-IT" altLang="it-IT" sz="1200" dirty="0">
                <a:solidFill>
                  <a:schemeClr val="tx1"/>
                </a:solidFill>
                <a:latin typeface="Arial" panose="020B0604020202020204" pitchFamily="34" charset="0"/>
              </a:rPr>
              <a:t> from the business </a:t>
            </a:r>
            <a:r>
              <a:rPr lang="it-IT" altLang="it-IT" sz="1200" dirty="0" err="1">
                <a:solidFill>
                  <a:schemeClr val="tx1"/>
                </a:solidFill>
                <a:latin typeface="Arial" panose="020B0604020202020204" pitchFamily="34" charset="0"/>
              </a:rPr>
              <a:t>logic</a:t>
            </a:r>
            <a:r>
              <a:rPr lang="it-IT" altLang="it-IT" sz="1200" dirty="0">
                <a:solidFill>
                  <a:schemeClr val="tx1"/>
                </a:solidFill>
                <a:latin typeface="Arial" panose="020B0604020202020204" pitchFamily="34" charset="0"/>
              </a:rPr>
              <a:t>. The </a:t>
            </a:r>
            <a:r>
              <a:rPr lang="it-IT" altLang="it-IT" sz="1200" dirty="0" err="1">
                <a:solidFill>
                  <a:schemeClr val="tx1"/>
                </a:solidFill>
                <a:latin typeface="Arial" panose="020B0604020202020204" pitchFamily="34" charset="0"/>
              </a:rPr>
              <a:t>RuleEngine</a:t>
            </a:r>
            <a:r>
              <a:rPr lang="it-IT" altLang="it-IT" sz="1200" dirty="0">
                <a:solidFill>
                  <a:schemeClr val="tx1"/>
                </a:solidFill>
                <a:latin typeface="Arial" panose="020B0604020202020204" pitchFamily="34" charset="0"/>
              </a:rPr>
              <a:t> can </a:t>
            </a:r>
            <a:r>
              <a:rPr lang="it-IT" altLang="it-IT" sz="1200" dirty="0" err="1">
                <a:solidFill>
                  <a:schemeClr val="tx1"/>
                </a:solidFill>
                <a:latin typeface="Arial" panose="020B0604020202020204" pitchFamily="34" charset="0"/>
              </a:rPr>
              <a:t>simply</a:t>
            </a:r>
            <a:r>
              <a:rPr lang="it-IT" altLang="it-IT" sz="1200" dirty="0">
                <a:solidFill>
                  <a:schemeClr val="tx1"/>
                </a:solidFill>
                <a:latin typeface="Arial" panose="020B0604020202020204" pitchFamily="34" charset="0"/>
              </a:rPr>
              <a:t> call .</a:t>
            </a:r>
            <a:r>
              <a:rPr lang="it-IT" altLang="it-IT" sz="1200" dirty="0" err="1">
                <a:solidFill>
                  <a:schemeClr val="tx1"/>
                </a:solidFill>
                <a:latin typeface="Arial" panose="020B0604020202020204" pitchFamily="34" charset="0"/>
              </a:rPr>
              <a:t>execute</a:t>
            </a:r>
            <a:r>
              <a:rPr lang="it-IT" altLang="it-IT" sz="1200" dirty="0">
                <a:solidFill>
                  <a:schemeClr val="tx1"/>
                </a:solidFill>
                <a:latin typeface="Arial" panose="020B0604020202020204" pitchFamily="34" charset="0"/>
              </a:rPr>
              <a:t>() on </a:t>
            </a:r>
            <a:r>
              <a:rPr lang="it-IT" altLang="it-IT" sz="1200" dirty="0" err="1">
                <a:solidFill>
                  <a:schemeClr val="tx1"/>
                </a:solidFill>
                <a:latin typeface="Arial" panose="020B0604020202020204" pitchFamily="34" charset="0"/>
              </a:rPr>
              <a:t>any</a:t>
            </a:r>
            <a:r>
              <a:rPr lang="it-IT" altLang="it-IT" sz="1200" dirty="0">
                <a:solidFill>
                  <a:schemeClr val="tx1"/>
                </a:solidFill>
                <a:latin typeface="Arial" panose="020B0604020202020204" pitchFamily="34" charset="0"/>
              </a:rPr>
              <a:t> action, </a:t>
            </a:r>
            <a:r>
              <a:rPr lang="it-IT" altLang="it-IT" sz="1200" dirty="0" err="1">
                <a:solidFill>
                  <a:schemeClr val="tx1"/>
                </a:solidFill>
                <a:latin typeface="Arial" panose="020B0604020202020204" pitchFamily="34" charset="0"/>
              </a:rPr>
              <a:t>treating</a:t>
            </a:r>
            <a:r>
              <a:rPr lang="it-IT" altLang="it-IT" sz="1200" dirty="0">
                <a:solidFill>
                  <a:schemeClr val="tx1"/>
                </a:solidFill>
                <a:latin typeface="Arial" panose="020B0604020202020204" pitchFamily="34" charset="0"/>
              </a:rPr>
              <a:t> file </a:t>
            </a:r>
            <a:r>
              <a:rPr lang="it-IT" altLang="it-IT" sz="1200" dirty="0" err="1">
                <a:solidFill>
                  <a:schemeClr val="tx1"/>
                </a:solidFill>
                <a:latin typeface="Arial" panose="020B0604020202020204" pitchFamily="34" charset="0"/>
              </a:rPr>
              <a:t>operations</a:t>
            </a:r>
            <a:r>
              <a:rPr lang="it-IT" altLang="it-IT" sz="1200" dirty="0">
                <a:solidFill>
                  <a:schemeClr val="tx1"/>
                </a:solidFill>
                <a:latin typeface="Arial" panose="020B0604020202020204" pitchFamily="34" charset="0"/>
              </a:rPr>
              <a:t>, audio, and </a:t>
            </a:r>
            <a:r>
              <a:rPr lang="it-IT" altLang="it-IT" sz="1200" dirty="0" err="1">
                <a:solidFill>
                  <a:schemeClr val="tx1"/>
                </a:solidFill>
                <a:latin typeface="Arial" panose="020B0604020202020204" pitchFamily="34" charset="0"/>
              </a:rPr>
              <a:t>notifications</a:t>
            </a:r>
            <a:r>
              <a:rPr lang="it-IT" altLang="it-IT" sz="1200" dirty="0">
                <a:solidFill>
                  <a:schemeClr val="tx1"/>
                </a:solidFill>
                <a:latin typeface="Arial" panose="020B0604020202020204" pitchFamily="34" charset="0"/>
              </a:rPr>
              <a:t> </a:t>
            </a:r>
            <a:r>
              <a:rPr lang="it-IT" altLang="it-IT" sz="1200" dirty="0" err="1">
                <a:solidFill>
                  <a:schemeClr val="tx1"/>
                </a:solidFill>
                <a:latin typeface="Arial" panose="020B0604020202020204" pitchFamily="34" charset="0"/>
              </a:rPr>
              <a:t>uniformly</a:t>
            </a:r>
            <a:r>
              <a:rPr lang="it-IT" altLang="it-IT" sz="1200" dirty="0">
                <a:solidFill>
                  <a:schemeClr val="tx1"/>
                </a:solidFill>
                <a:latin typeface="Arial" panose="020B0604020202020204" pitchFamily="34" charset="0"/>
              </a:rPr>
              <a:t>.</a:t>
            </a:r>
          </a:p>
        </p:txBody>
      </p:sp>
    </p:spTree>
    <p:extLst>
      <p:ext uri="{BB962C8B-B14F-4D97-AF65-F5344CB8AC3E}">
        <p14:creationId xmlns:p14="http://schemas.microsoft.com/office/powerpoint/2010/main" val="2261929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E4FE4C08-034C-0A47-08B0-89034DD0BE1C}"/>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A74AC3FE-7521-560B-4621-CB7E26DA3A3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err="1"/>
              <a:t>Factory</a:t>
            </a:r>
            <a:r>
              <a:rPr lang="it-IT" dirty="0"/>
              <a:t> pattern</a:t>
            </a:r>
            <a:endParaRPr dirty="0"/>
          </a:p>
        </p:txBody>
      </p:sp>
      <p:sp>
        <p:nvSpPr>
          <p:cNvPr id="13" name="Rectangle 4">
            <a:extLst>
              <a:ext uri="{FF2B5EF4-FFF2-40B4-BE49-F238E27FC236}">
                <a16:creationId xmlns:a16="http://schemas.microsoft.com/office/drawing/2014/main" id="{48A16B24-C90B-4C2C-7A16-A4E61A24AC8A}"/>
              </a:ext>
            </a:extLst>
          </p:cNvPr>
          <p:cNvSpPr>
            <a:spLocks noChangeArrowheads="1"/>
          </p:cNvSpPr>
          <p:nvPr/>
        </p:nvSpPr>
        <p:spPr bwMode="auto">
          <a:xfrm>
            <a:off x="967740" y="2066776"/>
            <a:ext cx="3962400" cy="1461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Bef>
                <a:spcPts val="600"/>
              </a:spcBef>
            </a:pPr>
            <a:r>
              <a:rPr lang="en-US" sz="1200" b="1" dirty="0"/>
              <a:t>Concept:</a:t>
            </a:r>
            <a:r>
              <a:rPr lang="en-US" sz="1200" dirty="0"/>
              <a:t> Centralizes the object creation logic, providing a strict interface (</a:t>
            </a:r>
            <a:r>
              <a:rPr lang="en-US" sz="1200" dirty="0" err="1"/>
              <a:t>ActionFactory</a:t>
            </a:r>
            <a:r>
              <a:rPr lang="en-US" sz="1200" dirty="0"/>
              <a:t>, </a:t>
            </a:r>
            <a:r>
              <a:rPr lang="en-US" sz="1200" dirty="0" err="1"/>
              <a:t>TriggerFactory</a:t>
            </a:r>
            <a:r>
              <a:rPr lang="en-US" sz="1200" dirty="0"/>
              <a:t>) for instantiating complex objects.</a:t>
            </a:r>
          </a:p>
          <a:p>
            <a:pPr>
              <a:spcBef>
                <a:spcPts val="600"/>
              </a:spcBef>
            </a:pPr>
            <a:r>
              <a:rPr lang="en-US" sz="1200" b="1" dirty="0"/>
              <a:t>Benefit:</a:t>
            </a:r>
            <a:r>
              <a:rPr lang="en-US" sz="1200" dirty="0"/>
              <a:t> It hides the instantiation complexity (like parsing strings in </a:t>
            </a:r>
            <a:r>
              <a:rPr lang="en-US" sz="1200" dirty="0" err="1"/>
              <a:t>IOFactory</a:t>
            </a:r>
            <a:r>
              <a:rPr lang="en-US" sz="1200" dirty="0"/>
              <a:t>) from the client. This ensures the client code remains clean and independent of specific concrete classes constructors.</a:t>
            </a:r>
          </a:p>
        </p:txBody>
      </p:sp>
      <p:pic>
        <p:nvPicPr>
          <p:cNvPr id="6" name="Immagine 5" descr="Immagine che contiene testo, schermata, Carattere, linea&#10;&#10;Il contenuto generato dall'IA potrebbe non essere corretto.">
            <a:extLst>
              <a:ext uri="{FF2B5EF4-FFF2-40B4-BE49-F238E27FC236}">
                <a16:creationId xmlns:a16="http://schemas.microsoft.com/office/drawing/2014/main" id="{44C1C9D3-2D30-11DB-403D-B043555E227B}"/>
              </a:ext>
            </a:extLst>
          </p:cNvPr>
          <p:cNvPicPr>
            <a:picLocks noChangeAspect="1"/>
          </p:cNvPicPr>
          <p:nvPr/>
        </p:nvPicPr>
        <p:blipFill>
          <a:blip r:embed="rId3"/>
          <a:stretch>
            <a:fillRect/>
          </a:stretch>
        </p:blipFill>
        <p:spPr>
          <a:xfrm>
            <a:off x="5619594" y="1645920"/>
            <a:ext cx="2737508" cy="2233992"/>
          </a:xfrm>
          <a:prstGeom prst="rect">
            <a:avLst/>
          </a:prstGeom>
          <a:ln>
            <a:solidFill>
              <a:schemeClr val="accent1">
                <a:alpha val="99000"/>
              </a:schemeClr>
            </a:solidFill>
          </a:ln>
        </p:spPr>
      </p:pic>
    </p:spTree>
    <p:extLst>
      <p:ext uri="{BB962C8B-B14F-4D97-AF65-F5344CB8AC3E}">
        <p14:creationId xmlns:p14="http://schemas.microsoft.com/office/powerpoint/2010/main" val="1321976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353FFFD0-FDDF-3779-AFAF-3909F341D020}"/>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9B31B028-F39D-B50B-6C18-09716BB034C7}"/>
              </a:ext>
            </a:extLst>
          </p:cNvPr>
          <p:cNvSpPr txBox="1">
            <a:spLocks noGrp="1"/>
          </p:cNvSpPr>
          <p:nvPr>
            <p:ph type="title"/>
          </p:nvPr>
        </p:nvSpPr>
        <p:spPr>
          <a:xfrm>
            <a:off x="720000" y="30024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err="1"/>
              <a:t>Details</a:t>
            </a:r>
            <a:r>
              <a:rPr lang="it-IT" dirty="0"/>
              <a:t> </a:t>
            </a:r>
            <a:r>
              <a:rPr lang="it-IT" dirty="0" err="1"/>
              <a:t>section</a:t>
            </a:r>
            <a:r>
              <a:rPr lang="it-IT" dirty="0"/>
              <a:t> and </a:t>
            </a:r>
            <a:r>
              <a:rPr lang="it-IT" dirty="0" err="1"/>
              <a:t>Modify</a:t>
            </a:r>
            <a:r>
              <a:rPr lang="it-IT" dirty="0"/>
              <a:t> Rule</a:t>
            </a:r>
            <a:endParaRPr dirty="0"/>
          </a:p>
        </p:txBody>
      </p:sp>
      <p:sp>
        <p:nvSpPr>
          <p:cNvPr id="11" name="Sottotitolo 8">
            <a:extLst>
              <a:ext uri="{FF2B5EF4-FFF2-40B4-BE49-F238E27FC236}">
                <a16:creationId xmlns:a16="http://schemas.microsoft.com/office/drawing/2014/main" id="{1C9F1F0B-79A6-6513-8837-CBEB4535D273}"/>
              </a:ext>
            </a:extLst>
          </p:cNvPr>
          <p:cNvSpPr txBox="1">
            <a:spLocks/>
          </p:cNvSpPr>
          <p:nvPr/>
        </p:nvSpPr>
        <p:spPr>
          <a:xfrm>
            <a:off x="590460" y="1696611"/>
            <a:ext cx="3981540" cy="17502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lnSpc>
                <a:spcPct val="250000"/>
              </a:lnSpc>
              <a:spcBef>
                <a:spcPts val="600"/>
              </a:spcBef>
            </a:pPr>
            <a:r>
              <a:rPr lang="it-IT" sz="1600" dirty="0"/>
              <a:t>User stories (8 story </a:t>
            </a:r>
            <a:r>
              <a:rPr lang="it-IT" sz="1600" dirty="0" err="1"/>
              <a:t>pts</a:t>
            </a:r>
            <a:r>
              <a:rPr lang="it-IT" sz="1600" dirty="0"/>
              <a:t>)</a:t>
            </a:r>
          </a:p>
          <a:p>
            <a:pPr algn="just">
              <a:spcBef>
                <a:spcPts val="600"/>
              </a:spcBef>
              <a:buFont typeface="Arial" panose="020B0604020202020204" pitchFamily="34" charset="0"/>
              <a:buChar char="•"/>
            </a:pPr>
            <a:r>
              <a:rPr lang="en-US" sz="1000" b="0" dirty="0"/>
              <a:t>As a User I want to be able to see details of a selected rule. (3 SP) </a:t>
            </a:r>
          </a:p>
          <a:p>
            <a:pPr algn="just">
              <a:spcBef>
                <a:spcPts val="600"/>
              </a:spcBef>
              <a:buFont typeface="Arial" panose="020B0604020202020204" pitchFamily="34" charset="0"/>
              <a:buChar char="•"/>
            </a:pPr>
            <a:r>
              <a:rPr lang="en-US" sz="1000" b="0" dirty="0"/>
              <a:t>As a User I want to be able to modify a Rule already created. (5 SP) </a:t>
            </a:r>
          </a:p>
          <a:p>
            <a:pPr algn="just">
              <a:spcBef>
                <a:spcPts val="600"/>
              </a:spcBef>
            </a:pPr>
            <a:endParaRPr lang="en-US" sz="1000" b="0" dirty="0"/>
          </a:p>
        </p:txBody>
      </p:sp>
      <p:pic>
        <p:nvPicPr>
          <p:cNvPr id="3" name="Immagine 2" descr="Immagine che contiene testo, schermata, Carattere, numero&#10;&#10;Il contenuto generato dall'IA potrebbe non essere corretto.">
            <a:extLst>
              <a:ext uri="{FF2B5EF4-FFF2-40B4-BE49-F238E27FC236}">
                <a16:creationId xmlns:a16="http://schemas.microsoft.com/office/drawing/2014/main" id="{9E157C53-65B9-6856-7A5C-BA31692D6ACB}"/>
              </a:ext>
            </a:extLst>
          </p:cNvPr>
          <p:cNvPicPr>
            <a:picLocks noChangeAspect="1"/>
          </p:cNvPicPr>
          <p:nvPr/>
        </p:nvPicPr>
        <p:blipFill>
          <a:blip r:embed="rId3"/>
          <a:stretch>
            <a:fillRect/>
          </a:stretch>
        </p:blipFill>
        <p:spPr>
          <a:xfrm>
            <a:off x="4632676" y="1696611"/>
            <a:ext cx="4003294" cy="1750277"/>
          </a:xfrm>
          <a:prstGeom prst="rect">
            <a:avLst/>
          </a:prstGeom>
        </p:spPr>
      </p:pic>
      <p:sp>
        <p:nvSpPr>
          <p:cNvPr id="5" name="Freccia a sinistra 4">
            <a:extLst>
              <a:ext uri="{FF2B5EF4-FFF2-40B4-BE49-F238E27FC236}">
                <a16:creationId xmlns:a16="http://schemas.microsoft.com/office/drawing/2014/main" id="{2CB97836-23AF-0EA5-C09F-D4986A0285CB}"/>
              </a:ext>
            </a:extLst>
          </p:cNvPr>
          <p:cNvSpPr/>
          <p:nvPr/>
        </p:nvSpPr>
        <p:spPr>
          <a:xfrm rot="2566603">
            <a:off x="5634683" y="3177833"/>
            <a:ext cx="196253" cy="184249"/>
          </a:xfrm>
          <a:prstGeom prst="leftArrow">
            <a:avLst>
              <a:gd name="adj1" fmla="val 46724"/>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156397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81423B5A-F624-7B3F-AD18-B39399E49C68}"/>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F148388E-6662-EE0E-AF3C-889F8251AD10}"/>
              </a:ext>
            </a:extLst>
          </p:cNvPr>
          <p:cNvSpPr txBox="1">
            <a:spLocks noGrp="1"/>
          </p:cNvSpPr>
          <p:nvPr>
            <p:ph type="title"/>
          </p:nvPr>
        </p:nvSpPr>
        <p:spPr>
          <a:xfrm>
            <a:off x="720000" y="254525"/>
            <a:ext cx="7704000" cy="572700"/>
          </a:xfrm>
          <a:prstGeom prst="rect">
            <a:avLst/>
          </a:prstGeom>
        </p:spPr>
        <p:txBody>
          <a:bodyPr spcFirstLastPara="1" wrap="square" lIns="91425" tIns="91425" rIns="91425" bIns="91425" anchor="t" anchorCtr="0">
            <a:noAutofit/>
          </a:bodyPr>
          <a:lstStyle/>
          <a:p>
            <a:pPr algn="ctr">
              <a:spcBef>
                <a:spcPts val="600"/>
              </a:spcBef>
            </a:pPr>
            <a:r>
              <a:rPr lang="en-US" sz="3200" dirty="0"/>
              <a:t>Details section</a:t>
            </a:r>
          </a:p>
        </p:txBody>
      </p:sp>
      <p:sp>
        <p:nvSpPr>
          <p:cNvPr id="11" name="Sottotitolo 8">
            <a:extLst>
              <a:ext uri="{FF2B5EF4-FFF2-40B4-BE49-F238E27FC236}">
                <a16:creationId xmlns:a16="http://schemas.microsoft.com/office/drawing/2014/main" id="{30A0BE22-5ED6-274E-E4F0-19F8C1780730}"/>
              </a:ext>
            </a:extLst>
          </p:cNvPr>
          <p:cNvSpPr txBox="1">
            <a:spLocks/>
          </p:cNvSpPr>
          <p:nvPr/>
        </p:nvSpPr>
        <p:spPr>
          <a:xfrm>
            <a:off x="720000" y="1382348"/>
            <a:ext cx="3624832" cy="20130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spcBef>
                <a:spcPts val="600"/>
              </a:spcBef>
            </a:pPr>
            <a:r>
              <a:rPr lang="en-US" sz="1600" dirty="0"/>
              <a:t>TASKS</a:t>
            </a:r>
            <a:endParaRPr lang="en-US" sz="1200" b="0" dirty="0"/>
          </a:p>
          <a:p>
            <a:pPr>
              <a:spcBef>
                <a:spcPts val="600"/>
              </a:spcBef>
            </a:pPr>
            <a:r>
              <a:rPr lang="en-US" sz="1000" dirty="0"/>
              <a:t>US 11: Details Section</a:t>
            </a:r>
          </a:p>
          <a:p>
            <a:pPr algn="just" fontAlgn="base">
              <a:spcBef>
                <a:spcPts val="600"/>
              </a:spcBef>
              <a:buFont typeface="Arial" panose="020B0604020202020204" pitchFamily="34" charset="0"/>
              <a:buChar char="•"/>
            </a:pPr>
            <a:r>
              <a:rPr lang="en-US" sz="1000" b="0" dirty="0"/>
              <a:t>Create the </a:t>
            </a:r>
            <a:r>
              <a:rPr lang="en-US" sz="1000" b="0" dirty="0" err="1"/>
              <a:t>RuleDetailsController</a:t>
            </a:r>
            <a:r>
              <a:rPr lang="en-US" sz="1000" b="0" dirty="0"/>
              <a:t> class to manage the logic for displaying the specific information of a selected rule.</a:t>
            </a:r>
          </a:p>
          <a:p>
            <a:pPr algn="just" fontAlgn="base">
              <a:spcBef>
                <a:spcPts val="600"/>
              </a:spcBef>
              <a:buFont typeface="Arial" panose="020B0604020202020204" pitchFamily="34" charset="0"/>
              <a:buChar char="•"/>
            </a:pPr>
            <a:r>
              <a:rPr lang="en-US" sz="1000" b="0" dirty="0"/>
              <a:t>Create the </a:t>
            </a:r>
            <a:r>
              <a:rPr lang="en-US" sz="1000" b="0" dirty="0" err="1"/>
              <a:t>RuleDetails.fxml</a:t>
            </a:r>
            <a:r>
              <a:rPr lang="en-US" sz="1000" b="0" dirty="0"/>
              <a:t> (embedded in the Home view) containing the UI elements for Name, Trigger description, Action description, and Status.</a:t>
            </a:r>
          </a:p>
          <a:p>
            <a:pPr algn="just" fontAlgn="base">
              <a:spcBef>
                <a:spcPts val="600"/>
              </a:spcBef>
              <a:buFont typeface="Arial" panose="020B0604020202020204" pitchFamily="34" charset="0"/>
              <a:buChar char="•"/>
            </a:pPr>
            <a:r>
              <a:rPr lang="en-US" sz="1000" b="0" dirty="0"/>
              <a:t>Implement a </a:t>
            </a:r>
            <a:r>
              <a:rPr lang="en-US" sz="1000" b="0" dirty="0" err="1"/>
              <a:t>setRule</a:t>
            </a:r>
            <a:r>
              <a:rPr lang="en-US" sz="1000" b="0" dirty="0"/>
              <a:t>(Rule rule) method in the controller to bind the UI labels to the data of the selected Rule object.</a:t>
            </a:r>
          </a:p>
          <a:p>
            <a:pPr algn="just" fontAlgn="base">
              <a:spcBef>
                <a:spcPts val="600"/>
              </a:spcBef>
              <a:buFont typeface="Arial" panose="020B0604020202020204" pitchFamily="34" charset="0"/>
              <a:buChar char="•"/>
            </a:pPr>
            <a:r>
              <a:rPr lang="en-US" sz="1000" b="0" dirty="0"/>
              <a:t>Implement a listener in the main list view (Home) to invoke the details view when a rule is selected.</a:t>
            </a:r>
          </a:p>
        </p:txBody>
      </p:sp>
      <p:pic>
        <p:nvPicPr>
          <p:cNvPr id="4" name="Immagine 3" descr="Immagine che contiene testo, schermata, software, Icona del computer&#10;&#10;Il contenuto generato dall'IA potrebbe non essere corretto.">
            <a:extLst>
              <a:ext uri="{FF2B5EF4-FFF2-40B4-BE49-F238E27FC236}">
                <a16:creationId xmlns:a16="http://schemas.microsoft.com/office/drawing/2014/main" id="{737DF5BA-47F4-1659-1276-718B273BB1F8}"/>
              </a:ext>
            </a:extLst>
          </p:cNvPr>
          <p:cNvPicPr>
            <a:picLocks noChangeAspect="1"/>
          </p:cNvPicPr>
          <p:nvPr/>
        </p:nvPicPr>
        <p:blipFill>
          <a:blip r:embed="rId3"/>
          <a:stretch>
            <a:fillRect/>
          </a:stretch>
        </p:blipFill>
        <p:spPr>
          <a:xfrm>
            <a:off x="4753354" y="1603328"/>
            <a:ext cx="3670646" cy="2327910"/>
          </a:xfrm>
          <a:prstGeom prst="rect">
            <a:avLst/>
          </a:prstGeom>
          <a:ln>
            <a:solidFill>
              <a:schemeClr val="accent1">
                <a:alpha val="99000"/>
              </a:schemeClr>
            </a:solidFill>
          </a:ln>
        </p:spPr>
      </p:pic>
    </p:spTree>
    <p:extLst>
      <p:ext uri="{BB962C8B-B14F-4D97-AF65-F5344CB8AC3E}">
        <p14:creationId xmlns:p14="http://schemas.microsoft.com/office/powerpoint/2010/main" val="3369338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45A31ABB-A84B-F41D-CA6C-29285150F573}"/>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DC5E26DE-20E7-B6FE-658B-26B6A2F735B3}"/>
              </a:ext>
            </a:extLst>
          </p:cNvPr>
          <p:cNvSpPr txBox="1">
            <a:spLocks noGrp="1"/>
          </p:cNvSpPr>
          <p:nvPr>
            <p:ph type="title"/>
          </p:nvPr>
        </p:nvSpPr>
        <p:spPr>
          <a:xfrm>
            <a:off x="720000" y="254525"/>
            <a:ext cx="7704000" cy="572700"/>
          </a:xfrm>
          <a:prstGeom prst="rect">
            <a:avLst/>
          </a:prstGeom>
        </p:spPr>
        <p:txBody>
          <a:bodyPr spcFirstLastPara="1" wrap="square" lIns="91425" tIns="91425" rIns="91425" bIns="91425" anchor="t" anchorCtr="0">
            <a:noAutofit/>
          </a:bodyPr>
          <a:lstStyle/>
          <a:p>
            <a:pPr algn="ctr">
              <a:spcBef>
                <a:spcPts val="600"/>
              </a:spcBef>
            </a:pPr>
            <a:r>
              <a:rPr lang="en-US" sz="3200" dirty="0"/>
              <a:t>Modify Rule</a:t>
            </a:r>
          </a:p>
        </p:txBody>
      </p:sp>
      <p:sp>
        <p:nvSpPr>
          <p:cNvPr id="11" name="Sottotitolo 8">
            <a:extLst>
              <a:ext uri="{FF2B5EF4-FFF2-40B4-BE49-F238E27FC236}">
                <a16:creationId xmlns:a16="http://schemas.microsoft.com/office/drawing/2014/main" id="{104FADFE-0244-8718-2AB3-781EBB8FEC4C}"/>
              </a:ext>
            </a:extLst>
          </p:cNvPr>
          <p:cNvSpPr txBox="1">
            <a:spLocks/>
          </p:cNvSpPr>
          <p:nvPr/>
        </p:nvSpPr>
        <p:spPr>
          <a:xfrm>
            <a:off x="552360" y="963248"/>
            <a:ext cx="4911180" cy="357827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spcBef>
                <a:spcPts val="600"/>
              </a:spcBef>
            </a:pPr>
            <a:r>
              <a:rPr lang="en-US" sz="1600" dirty="0"/>
              <a:t>TASKS</a:t>
            </a:r>
            <a:endParaRPr lang="en-US" sz="1200" b="0" dirty="0"/>
          </a:p>
          <a:p>
            <a:pPr>
              <a:spcBef>
                <a:spcPts val="600"/>
              </a:spcBef>
            </a:pPr>
            <a:r>
              <a:rPr lang="en-US" sz="1000" dirty="0"/>
              <a:t>US 12: Modify Rule</a:t>
            </a:r>
          </a:p>
          <a:p>
            <a:pPr algn="just" fontAlgn="base">
              <a:spcBef>
                <a:spcPts val="600"/>
              </a:spcBef>
              <a:buFont typeface="Arial" panose="020B0604020202020204" pitchFamily="34" charset="0"/>
              <a:buChar char="•"/>
            </a:pPr>
            <a:r>
              <a:rPr lang="en-US" sz="1000" b="0" dirty="0"/>
              <a:t>Refactor the creation logic into </a:t>
            </a:r>
            <a:r>
              <a:rPr lang="en-US" sz="1000" b="0" dirty="0" err="1"/>
              <a:t>CreateOrModifyRuleController</a:t>
            </a:r>
            <a:r>
              <a:rPr lang="en-US" sz="1000" b="0" dirty="0"/>
              <a:t> to handle both "Creation" and "Modification" states.</a:t>
            </a:r>
          </a:p>
          <a:p>
            <a:pPr algn="just" fontAlgn="base">
              <a:spcBef>
                <a:spcPts val="600"/>
              </a:spcBef>
              <a:buFont typeface="Arial" panose="020B0604020202020204" pitchFamily="34" charset="0"/>
              <a:buChar char="•"/>
            </a:pPr>
            <a:r>
              <a:rPr lang="en-US" sz="1000" b="0" dirty="0"/>
              <a:t>Implement an </a:t>
            </a:r>
            <a:r>
              <a:rPr lang="en-US" sz="1000" b="0" dirty="0" err="1"/>
              <a:t>initData</a:t>
            </a:r>
            <a:r>
              <a:rPr lang="en-US" sz="1000" b="0" dirty="0"/>
              <a:t>(Rule rule) method in </a:t>
            </a:r>
            <a:r>
              <a:rPr lang="en-US" sz="1000" b="0" dirty="0" err="1"/>
              <a:t>CreateOrModifyRuleController</a:t>
            </a:r>
            <a:r>
              <a:rPr lang="en-US" sz="1000" b="0" dirty="0"/>
              <a:t> to receive the rule to edit and pre-fill the Name field.</a:t>
            </a:r>
          </a:p>
          <a:p>
            <a:pPr algn="just" fontAlgn="base">
              <a:spcBef>
                <a:spcPts val="600"/>
              </a:spcBef>
              <a:buFont typeface="Arial" panose="020B0604020202020204" pitchFamily="34" charset="0"/>
              <a:buChar char="•"/>
            </a:pPr>
            <a:r>
              <a:rPr lang="en-US" sz="1000" b="0" dirty="0"/>
              <a:t>Update </a:t>
            </a:r>
            <a:r>
              <a:rPr lang="en-US" sz="1000" b="0" dirty="0" err="1"/>
              <a:t>TriggerControllerInterface</a:t>
            </a:r>
            <a:r>
              <a:rPr lang="en-US" sz="1000" b="0" dirty="0"/>
              <a:t> and </a:t>
            </a:r>
            <a:r>
              <a:rPr lang="en-US" sz="1000" b="0" dirty="0" err="1"/>
              <a:t>ActionControllerInterface</a:t>
            </a:r>
            <a:r>
              <a:rPr lang="en-US" sz="1000" b="0" dirty="0"/>
              <a:t> by adding a method (</a:t>
            </a:r>
            <a:r>
              <a:rPr lang="en-US" sz="1000" b="0" dirty="0" err="1"/>
              <a:t>setTriggerData</a:t>
            </a:r>
            <a:r>
              <a:rPr lang="en-US" sz="1000" b="0" dirty="0"/>
              <a:t>, </a:t>
            </a:r>
            <a:r>
              <a:rPr lang="en-US" sz="1000" b="0" dirty="0" err="1"/>
              <a:t>setActionData</a:t>
            </a:r>
            <a:r>
              <a:rPr lang="en-US" sz="1000" b="0" dirty="0"/>
              <a:t>) to allow populating UI fields from an existing model object.</a:t>
            </a:r>
          </a:p>
          <a:p>
            <a:pPr algn="just" fontAlgn="base">
              <a:spcBef>
                <a:spcPts val="600"/>
              </a:spcBef>
              <a:buFont typeface="Arial" panose="020B0604020202020204" pitchFamily="34" charset="0"/>
              <a:buChar char="•"/>
            </a:pPr>
            <a:r>
              <a:rPr lang="en-US" sz="1000" b="0" dirty="0"/>
              <a:t>Implement the </a:t>
            </a:r>
            <a:r>
              <a:rPr lang="en-US" sz="1000" b="0" dirty="0" err="1"/>
              <a:t>setTriggerData</a:t>
            </a:r>
            <a:r>
              <a:rPr lang="en-US" sz="1000" b="0" dirty="0"/>
              <a:t> and </a:t>
            </a:r>
            <a:r>
              <a:rPr lang="en-US" sz="1000" b="0" dirty="0" err="1"/>
              <a:t>setActionData</a:t>
            </a:r>
            <a:r>
              <a:rPr lang="en-US" sz="1000" b="0" dirty="0"/>
              <a:t> methods in all specific sub-controllers (all triggers and action controllers) to map model data back to UI components.</a:t>
            </a:r>
          </a:p>
          <a:p>
            <a:pPr algn="just" fontAlgn="base">
              <a:spcBef>
                <a:spcPts val="600"/>
              </a:spcBef>
              <a:buFont typeface="Arial" panose="020B0604020202020204" pitchFamily="34" charset="0"/>
              <a:buChar char="•"/>
            </a:pPr>
            <a:r>
              <a:rPr lang="en-US" sz="1000" b="0" dirty="0"/>
              <a:t>Implement logic in the parent </a:t>
            </a:r>
            <a:r>
              <a:rPr lang="en-US" sz="1000" b="0" dirty="0" err="1"/>
              <a:t>TriggerController</a:t>
            </a:r>
            <a:r>
              <a:rPr lang="en-US" sz="1000" b="0" dirty="0"/>
              <a:t> and </a:t>
            </a:r>
            <a:r>
              <a:rPr lang="en-US" sz="1000" b="0" dirty="0" err="1"/>
              <a:t>ActionController</a:t>
            </a:r>
            <a:r>
              <a:rPr lang="en-US" sz="1000" b="0" dirty="0"/>
              <a:t> to dynamically load the correct FXML based on the existing rule's type and delegate data population to the specific sub-controller.</a:t>
            </a:r>
          </a:p>
          <a:p>
            <a:pPr algn="just" fontAlgn="base">
              <a:spcBef>
                <a:spcPts val="600"/>
              </a:spcBef>
              <a:buFont typeface="Arial" panose="020B0604020202020204" pitchFamily="34" charset="0"/>
              <a:buChar char="•"/>
            </a:pPr>
            <a:r>
              <a:rPr lang="en-US" sz="1000" b="0" dirty="0"/>
              <a:t>Implement the </a:t>
            </a:r>
            <a:r>
              <a:rPr lang="en-US" sz="1000" b="0" dirty="0" err="1"/>
              <a:t>setRepetition</a:t>
            </a:r>
            <a:r>
              <a:rPr lang="en-US" sz="1000" b="0" dirty="0"/>
              <a:t> method in </a:t>
            </a:r>
            <a:r>
              <a:rPr lang="en-US" sz="1000" b="0" dirty="0" err="1"/>
              <a:t>RepetitionController</a:t>
            </a:r>
            <a:r>
              <a:rPr lang="en-US" sz="1000" b="0" dirty="0"/>
              <a:t> to restore the state of </a:t>
            </a:r>
            <a:r>
              <a:rPr lang="en-US" sz="1000" b="0" dirty="0" err="1"/>
              <a:t>RadioButtons</a:t>
            </a:r>
            <a:r>
              <a:rPr lang="en-US" sz="1000" b="0" dirty="0"/>
              <a:t> and Spinners based on the existing Repetition object.</a:t>
            </a:r>
          </a:p>
          <a:p>
            <a:pPr algn="just" fontAlgn="base">
              <a:spcBef>
                <a:spcPts val="600"/>
              </a:spcBef>
              <a:buFont typeface="Arial" panose="020B0604020202020204" pitchFamily="34" charset="0"/>
              <a:buChar char="•"/>
            </a:pPr>
            <a:r>
              <a:rPr lang="en-US" sz="1000" b="0" dirty="0"/>
              <a:t>Implement the "Save" logic for modification: ensure the rule instance is updated with new ones.</a:t>
            </a:r>
          </a:p>
        </p:txBody>
      </p:sp>
      <p:pic>
        <p:nvPicPr>
          <p:cNvPr id="6" name="Immagine 5" descr="Immagine che contiene testo, schermata, Carattere, numero&#10;&#10;Il contenuto generato dall'IA potrebbe non essere corretto.">
            <a:extLst>
              <a:ext uri="{FF2B5EF4-FFF2-40B4-BE49-F238E27FC236}">
                <a16:creationId xmlns:a16="http://schemas.microsoft.com/office/drawing/2014/main" id="{BBB3A2B0-688C-A5A6-89BA-A50A813E8C0B}"/>
              </a:ext>
            </a:extLst>
          </p:cNvPr>
          <p:cNvPicPr>
            <a:picLocks noChangeAspect="1"/>
          </p:cNvPicPr>
          <p:nvPr/>
        </p:nvPicPr>
        <p:blipFill>
          <a:blip r:embed="rId3"/>
          <a:stretch>
            <a:fillRect/>
          </a:stretch>
        </p:blipFill>
        <p:spPr>
          <a:xfrm>
            <a:off x="5923210" y="1234449"/>
            <a:ext cx="2668430" cy="3249230"/>
          </a:xfrm>
          <a:prstGeom prst="rect">
            <a:avLst/>
          </a:prstGeom>
          <a:ln>
            <a:solidFill>
              <a:schemeClr val="accent1">
                <a:alpha val="99000"/>
              </a:schemeClr>
            </a:solidFill>
          </a:ln>
        </p:spPr>
      </p:pic>
    </p:spTree>
    <p:extLst>
      <p:ext uri="{BB962C8B-B14F-4D97-AF65-F5344CB8AC3E}">
        <p14:creationId xmlns:p14="http://schemas.microsoft.com/office/powerpoint/2010/main" val="620827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E0B6013F-9C62-1E0A-58DE-940C9663BAAC}"/>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1053C281-72EC-9901-5591-18520DBDCA90}"/>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Singleton pattern</a:t>
            </a:r>
            <a:endParaRPr dirty="0"/>
          </a:p>
        </p:txBody>
      </p:sp>
      <p:sp>
        <p:nvSpPr>
          <p:cNvPr id="13" name="Rectangle 4">
            <a:extLst>
              <a:ext uri="{FF2B5EF4-FFF2-40B4-BE49-F238E27FC236}">
                <a16:creationId xmlns:a16="http://schemas.microsoft.com/office/drawing/2014/main" id="{889A85B0-CA5A-375F-0E48-442043D24A9B}"/>
              </a:ext>
            </a:extLst>
          </p:cNvPr>
          <p:cNvSpPr>
            <a:spLocks noChangeArrowheads="1"/>
          </p:cNvSpPr>
          <p:nvPr/>
        </p:nvSpPr>
        <p:spPr bwMode="auto">
          <a:xfrm>
            <a:off x="967740" y="2066776"/>
            <a:ext cx="3962400" cy="1461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Bef>
                <a:spcPts val="600"/>
              </a:spcBef>
            </a:pPr>
            <a:r>
              <a:rPr lang="en-US" sz="1200" b="1" dirty="0"/>
              <a:t>Concept:</a:t>
            </a:r>
            <a:r>
              <a:rPr lang="en-US" sz="1200" dirty="0"/>
              <a:t> Ensures that the </a:t>
            </a:r>
            <a:r>
              <a:rPr lang="en-US" sz="1200" dirty="0" err="1"/>
              <a:t>RuleEngine</a:t>
            </a:r>
            <a:r>
              <a:rPr lang="en-US" sz="1200" dirty="0"/>
              <a:t> class has exactly one instance throughout the application lifecycle and provides a global access point (</a:t>
            </a:r>
            <a:r>
              <a:rPr lang="en-US" sz="1200" dirty="0" err="1"/>
              <a:t>getInstance</a:t>
            </a:r>
            <a:r>
              <a:rPr lang="en-US" sz="1200" dirty="0"/>
              <a:t>()) to it.</a:t>
            </a:r>
          </a:p>
          <a:p>
            <a:pPr>
              <a:spcBef>
                <a:spcPts val="600"/>
              </a:spcBef>
            </a:pPr>
            <a:r>
              <a:rPr lang="en-US" sz="1200" b="1" dirty="0"/>
              <a:t>Benefit:</a:t>
            </a:r>
            <a:r>
              <a:rPr lang="en-US" sz="1200" dirty="0"/>
              <a:t> It guarantees centralized control over the entire system state. This prevents data inconsistencies and provides a shared access point for Controllers to manage rules.</a:t>
            </a:r>
          </a:p>
        </p:txBody>
      </p:sp>
      <p:pic>
        <p:nvPicPr>
          <p:cNvPr id="3" name="Immagine 2" descr="Immagine che contiene testo, schermata, Carattere, numero&#10;&#10;Il contenuto generato dall'IA potrebbe non essere corretto.">
            <a:extLst>
              <a:ext uri="{FF2B5EF4-FFF2-40B4-BE49-F238E27FC236}">
                <a16:creationId xmlns:a16="http://schemas.microsoft.com/office/drawing/2014/main" id="{9CB25722-4E3A-455A-21D9-2EFB1505F74B}"/>
              </a:ext>
            </a:extLst>
          </p:cNvPr>
          <p:cNvPicPr>
            <a:picLocks noChangeAspect="1"/>
          </p:cNvPicPr>
          <p:nvPr/>
        </p:nvPicPr>
        <p:blipFill>
          <a:blip r:embed="rId3"/>
          <a:stretch>
            <a:fillRect/>
          </a:stretch>
        </p:blipFill>
        <p:spPr>
          <a:xfrm>
            <a:off x="5692041" y="1974443"/>
            <a:ext cx="2209899" cy="1598493"/>
          </a:xfrm>
          <a:prstGeom prst="rect">
            <a:avLst/>
          </a:prstGeom>
          <a:ln>
            <a:solidFill>
              <a:schemeClr val="accent1">
                <a:alpha val="99000"/>
              </a:schemeClr>
            </a:solidFill>
          </a:ln>
        </p:spPr>
      </p:pic>
    </p:spTree>
    <p:extLst>
      <p:ext uri="{BB962C8B-B14F-4D97-AF65-F5344CB8AC3E}">
        <p14:creationId xmlns:p14="http://schemas.microsoft.com/office/powerpoint/2010/main" val="156464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95E56690-4746-4A42-33A3-F06B842D9B93}"/>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1A4CD9F8-83F1-1F1B-A37B-0A412AB9048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Observer pattern</a:t>
            </a:r>
            <a:endParaRPr dirty="0"/>
          </a:p>
        </p:txBody>
      </p:sp>
      <p:sp>
        <p:nvSpPr>
          <p:cNvPr id="13" name="Rectangle 4">
            <a:extLst>
              <a:ext uri="{FF2B5EF4-FFF2-40B4-BE49-F238E27FC236}">
                <a16:creationId xmlns:a16="http://schemas.microsoft.com/office/drawing/2014/main" id="{F03AA90B-3736-5F47-3DCF-9DDE4548D2F5}"/>
              </a:ext>
            </a:extLst>
          </p:cNvPr>
          <p:cNvSpPr>
            <a:spLocks noChangeArrowheads="1"/>
          </p:cNvSpPr>
          <p:nvPr/>
        </p:nvSpPr>
        <p:spPr bwMode="auto">
          <a:xfrm>
            <a:off x="967740" y="1643584"/>
            <a:ext cx="39624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spcBef>
                <a:spcPts val="600"/>
              </a:spcBef>
            </a:pPr>
            <a:r>
              <a:rPr lang="en-US" sz="1200" b="1" dirty="0"/>
              <a:t>Concept:</a:t>
            </a:r>
            <a:r>
              <a:rPr lang="en-US" sz="1200" dirty="0"/>
              <a:t> Defines a subscription mechanism where the Model (</a:t>
            </a:r>
            <a:r>
              <a:rPr lang="en-US" sz="1200" dirty="0" err="1"/>
              <a:t>RuleEngine</a:t>
            </a:r>
            <a:r>
              <a:rPr lang="en-US" sz="1200" dirty="0"/>
              <a:t>) notifies attached Observers about state changes. This is implemented via the custom </a:t>
            </a:r>
            <a:r>
              <a:rPr lang="en-US" sz="1200" dirty="0" err="1"/>
              <a:t>UiEventListener</a:t>
            </a:r>
            <a:r>
              <a:rPr lang="en-US" sz="1200" dirty="0"/>
              <a:t> interface for execution logs and natively via JavaFX </a:t>
            </a:r>
            <a:r>
              <a:rPr lang="en-US" sz="1200" dirty="0" err="1"/>
              <a:t>ObservableList</a:t>
            </a:r>
            <a:r>
              <a:rPr lang="en-US" sz="1200" dirty="0"/>
              <a:t> for the rule list.</a:t>
            </a:r>
          </a:p>
          <a:p>
            <a:pPr algn="just">
              <a:spcBef>
                <a:spcPts val="600"/>
              </a:spcBef>
            </a:pPr>
            <a:r>
              <a:rPr lang="en-US" sz="1200" b="1" dirty="0"/>
              <a:t>Benefit:</a:t>
            </a:r>
            <a:r>
              <a:rPr lang="en-US" sz="1200" dirty="0"/>
              <a:t> It ensures a reactive User Interface that automatically synchronizes with the underlying data. The Model does not need to know the details of the View, resulting in loose coupling between the application logic and the JavaFX components.</a:t>
            </a:r>
          </a:p>
          <a:p>
            <a:pPr algn="just">
              <a:spcBef>
                <a:spcPts val="600"/>
              </a:spcBef>
            </a:pPr>
            <a:endParaRPr lang="en-US" sz="1200" dirty="0"/>
          </a:p>
        </p:txBody>
      </p:sp>
      <p:pic>
        <p:nvPicPr>
          <p:cNvPr id="7" name="Immagine 6" descr="Immagine che contiene testo, schermata, Carattere, linea&#10;&#10;Il contenuto generato dall'IA potrebbe non essere corretto.">
            <a:extLst>
              <a:ext uri="{FF2B5EF4-FFF2-40B4-BE49-F238E27FC236}">
                <a16:creationId xmlns:a16="http://schemas.microsoft.com/office/drawing/2014/main" id="{493C5F12-A470-7C9F-8619-4D8D2FE0B4F7}"/>
              </a:ext>
            </a:extLst>
          </p:cNvPr>
          <p:cNvPicPr>
            <a:picLocks noChangeAspect="1"/>
          </p:cNvPicPr>
          <p:nvPr/>
        </p:nvPicPr>
        <p:blipFill>
          <a:blip r:embed="rId3"/>
          <a:stretch>
            <a:fillRect/>
          </a:stretch>
        </p:blipFill>
        <p:spPr>
          <a:xfrm>
            <a:off x="5920740" y="1512874"/>
            <a:ext cx="2133600" cy="815788"/>
          </a:xfrm>
          <a:prstGeom prst="rect">
            <a:avLst/>
          </a:prstGeom>
          <a:ln>
            <a:solidFill>
              <a:schemeClr val="accent1">
                <a:alpha val="99000"/>
              </a:schemeClr>
            </a:solidFill>
          </a:ln>
        </p:spPr>
      </p:pic>
      <p:pic>
        <p:nvPicPr>
          <p:cNvPr id="9" name="Immagine 8" descr="Immagine che contiene testo, schermata, Carattere, numero&#10;&#10;Il contenuto generato dall'IA potrebbe non essere corretto.">
            <a:extLst>
              <a:ext uri="{FF2B5EF4-FFF2-40B4-BE49-F238E27FC236}">
                <a16:creationId xmlns:a16="http://schemas.microsoft.com/office/drawing/2014/main" id="{7282D039-FEB6-1661-C621-F542BEA72059}"/>
              </a:ext>
            </a:extLst>
          </p:cNvPr>
          <p:cNvPicPr>
            <a:picLocks noChangeAspect="1"/>
          </p:cNvPicPr>
          <p:nvPr/>
        </p:nvPicPr>
        <p:blipFill>
          <a:blip r:embed="rId4"/>
          <a:stretch>
            <a:fillRect/>
          </a:stretch>
        </p:blipFill>
        <p:spPr>
          <a:xfrm>
            <a:off x="5916850" y="2587340"/>
            <a:ext cx="2091765" cy="1513043"/>
          </a:xfrm>
          <a:prstGeom prst="rect">
            <a:avLst/>
          </a:prstGeom>
          <a:ln>
            <a:solidFill>
              <a:schemeClr val="accent1">
                <a:alpha val="99000"/>
              </a:schemeClr>
            </a:solidFill>
          </a:ln>
        </p:spPr>
      </p:pic>
    </p:spTree>
    <p:extLst>
      <p:ext uri="{BB962C8B-B14F-4D97-AF65-F5344CB8AC3E}">
        <p14:creationId xmlns:p14="http://schemas.microsoft.com/office/powerpoint/2010/main" val="1819733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29"/>
        <p:cNvGrpSpPr/>
        <p:nvPr/>
      </p:nvGrpSpPr>
      <p:grpSpPr>
        <a:xfrm>
          <a:off x="0" y="0"/>
          <a:ext cx="0" cy="0"/>
          <a:chOff x="0" y="0"/>
          <a:chExt cx="0" cy="0"/>
        </a:xfrm>
      </p:grpSpPr>
      <p:sp>
        <p:nvSpPr>
          <p:cNvPr id="1430" name="Google Shape;1430;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Sprint </a:t>
            </a:r>
            <a:r>
              <a:rPr lang="it-IT" dirty="0" err="1"/>
              <a:t>Burndown</a:t>
            </a:r>
            <a:r>
              <a:rPr lang="it-IT" dirty="0"/>
              <a:t> Chart</a:t>
            </a:r>
            <a:endParaRPr dirty="0"/>
          </a:p>
        </p:txBody>
      </p:sp>
      <p:pic>
        <p:nvPicPr>
          <p:cNvPr id="1026" name="Picture 2">
            <a:extLst>
              <a:ext uri="{FF2B5EF4-FFF2-40B4-BE49-F238E27FC236}">
                <a16:creationId xmlns:a16="http://schemas.microsoft.com/office/drawing/2014/main" id="{F7CE5461-D568-D906-1851-2C42B75A43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6650" y="1312136"/>
            <a:ext cx="5510700" cy="32936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183C5-A791-87D9-B36F-EC81F92D7AD2}"/>
            </a:ext>
          </a:extLst>
        </p:cNvPr>
        <p:cNvGrpSpPr/>
        <p:nvPr/>
      </p:nvGrpSpPr>
      <p:grpSpPr>
        <a:xfrm>
          <a:off x="0" y="0"/>
          <a:ext cx="0" cy="0"/>
          <a:chOff x="0" y="0"/>
          <a:chExt cx="0" cy="0"/>
        </a:xfrm>
      </p:grpSpPr>
      <p:sp>
        <p:nvSpPr>
          <p:cNvPr id="7" name="Google Shape;1430;p40">
            <a:extLst>
              <a:ext uri="{FF2B5EF4-FFF2-40B4-BE49-F238E27FC236}">
                <a16:creationId xmlns:a16="http://schemas.microsoft.com/office/drawing/2014/main" id="{347E9AB8-E51B-35EB-8B63-36805386E27D}"/>
              </a:ext>
            </a:extLst>
          </p:cNvPr>
          <p:cNvSpPr txBox="1">
            <a:spLocks noGrp="1"/>
          </p:cNvSpPr>
          <p:nvPr>
            <p:ph type="title"/>
          </p:nvPr>
        </p:nvSpPr>
        <p:spPr>
          <a:xfrm>
            <a:off x="720000" y="46788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Sprint review report</a:t>
            </a:r>
            <a:endParaRPr dirty="0"/>
          </a:p>
        </p:txBody>
      </p:sp>
      <p:sp>
        <p:nvSpPr>
          <p:cNvPr id="9" name="CasellaDiTesto 8">
            <a:extLst>
              <a:ext uri="{FF2B5EF4-FFF2-40B4-BE49-F238E27FC236}">
                <a16:creationId xmlns:a16="http://schemas.microsoft.com/office/drawing/2014/main" id="{85E29B52-CD6B-8F75-2B84-B6B05C1EE209}"/>
              </a:ext>
            </a:extLst>
          </p:cNvPr>
          <p:cNvSpPr txBox="1"/>
          <p:nvPr/>
        </p:nvSpPr>
        <p:spPr>
          <a:xfrm>
            <a:off x="6234808" y="2724861"/>
            <a:ext cx="2182616" cy="889154"/>
          </a:xfrm>
          <a:prstGeom prst="rect">
            <a:avLst/>
          </a:prstGeom>
          <a:noFill/>
        </p:spPr>
        <p:txBody>
          <a:bodyPr wrap="square">
            <a:spAutoFit/>
          </a:bodyPr>
          <a:lstStyle/>
          <a:p>
            <a:pPr algn="ctr">
              <a:lnSpc>
                <a:spcPct val="150000"/>
              </a:lnSpc>
            </a:pPr>
            <a:r>
              <a:rPr lang="en-US" sz="1200" dirty="0"/>
              <a:t>Project Velocity measured and respected: </a:t>
            </a:r>
          </a:p>
          <a:p>
            <a:pPr algn="ctr">
              <a:lnSpc>
                <a:spcPct val="150000"/>
              </a:lnSpc>
            </a:pPr>
            <a:r>
              <a:rPr lang="en-US" sz="1200" dirty="0"/>
              <a:t>33</a:t>
            </a:r>
          </a:p>
        </p:txBody>
      </p:sp>
      <p:pic>
        <p:nvPicPr>
          <p:cNvPr id="5" name="Immagine 4" descr="Immagine che contiene logo, simbolo, schermata, Elementi grafici&#10;&#10;Il contenuto generato dall'IA potrebbe non essere corretto.">
            <a:extLst>
              <a:ext uri="{FF2B5EF4-FFF2-40B4-BE49-F238E27FC236}">
                <a16:creationId xmlns:a16="http://schemas.microsoft.com/office/drawing/2014/main" id="{A228FF89-C594-F3D2-CF55-BCEF0171DA82}"/>
              </a:ext>
            </a:extLst>
          </p:cNvPr>
          <p:cNvPicPr>
            <a:picLocks noChangeAspect="1"/>
          </p:cNvPicPr>
          <p:nvPr/>
        </p:nvPicPr>
        <p:blipFill>
          <a:blip r:embed="rId2"/>
          <a:stretch>
            <a:fillRect/>
          </a:stretch>
        </p:blipFill>
        <p:spPr>
          <a:xfrm>
            <a:off x="4279896" y="1932361"/>
            <a:ext cx="742874" cy="742874"/>
          </a:xfrm>
          <a:prstGeom prst="rect">
            <a:avLst/>
          </a:prstGeom>
        </p:spPr>
      </p:pic>
      <p:pic>
        <p:nvPicPr>
          <p:cNvPr id="8" name="Immagine 7" descr="Immagine che contiene Policromia, verde, linea, lampada&#10;&#10;Il contenuto generato dall'IA potrebbe non essere corretto.">
            <a:extLst>
              <a:ext uri="{FF2B5EF4-FFF2-40B4-BE49-F238E27FC236}">
                <a16:creationId xmlns:a16="http://schemas.microsoft.com/office/drawing/2014/main" id="{BD8DBFD0-DDB5-3D8D-4EA7-79214DE2CD93}"/>
              </a:ext>
            </a:extLst>
          </p:cNvPr>
          <p:cNvPicPr>
            <a:picLocks noChangeAspect="1"/>
          </p:cNvPicPr>
          <p:nvPr/>
        </p:nvPicPr>
        <p:blipFill>
          <a:blip r:embed="rId3"/>
          <a:stretch>
            <a:fillRect/>
          </a:stretch>
        </p:blipFill>
        <p:spPr>
          <a:xfrm>
            <a:off x="1446447" y="1873863"/>
            <a:ext cx="742874" cy="742874"/>
          </a:xfrm>
          <a:prstGeom prst="rect">
            <a:avLst/>
          </a:prstGeom>
        </p:spPr>
      </p:pic>
      <p:pic>
        <p:nvPicPr>
          <p:cNvPr id="11" name="Immagine 10" descr="Immagine che contiene cerchio, orologio, simbolo&#10;&#10;Il contenuto generato dall'IA potrebbe non essere corretto.">
            <a:extLst>
              <a:ext uri="{FF2B5EF4-FFF2-40B4-BE49-F238E27FC236}">
                <a16:creationId xmlns:a16="http://schemas.microsoft.com/office/drawing/2014/main" id="{A1DCD9D3-FA4B-DEB9-F3D3-B9ABC9D3FA22}"/>
              </a:ext>
            </a:extLst>
          </p:cNvPr>
          <p:cNvPicPr>
            <a:picLocks noChangeAspect="1"/>
          </p:cNvPicPr>
          <p:nvPr/>
        </p:nvPicPr>
        <p:blipFill>
          <a:blip r:embed="rId4"/>
          <a:stretch>
            <a:fillRect/>
          </a:stretch>
        </p:blipFill>
        <p:spPr>
          <a:xfrm>
            <a:off x="6954679" y="1881483"/>
            <a:ext cx="742874" cy="742874"/>
          </a:xfrm>
          <a:prstGeom prst="rect">
            <a:avLst/>
          </a:prstGeom>
        </p:spPr>
      </p:pic>
      <p:sp>
        <p:nvSpPr>
          <p:cNvPr id="13" name="CasellaDiTesto 12">
            <a:extLst>
              <a:ext uri="{FF2B5EF4-FFF2-40B4-BE49-F238E27FC236}">
                <a16:creationId xmlns:a16="http://schemas.microsoft.com/office/drawing/2014/main" id="{9A0CCEF1-2B1E-D6C0-D4FC-DC8878055B70}"/>
              </a:ext>
            </a:extLst>
          </p:cNvPr>
          <p:cNvSpPr txBox="1"/>
          <p:nvPr/>
        </p:nvSpPr>
        <p:spPr>
          <a:xfrm>
            <a:off x="628581" y="2713335"/>
            <a:ext cx="2182616" cy="733342"/>
          </a:xfrm>
          <a:prstGeom prst="rect">
            <a:avLst/>
          </a:prstGeom>
          <a:noFill/>
        </p:spPr>
        <p:txBody>
          <a:bodyPr wrap="square">
            <a:spAutoFit/>
          </a:bodyPr>
          <a:lstStyle/>
          <a:p>
            <a:pPr algn="ctr" rtl="0">
              <a:lnSpc>
                <a:spcPts val="2700"/>
              </a:lnSpc>
              <a:buNone/>
            </a:pPr>
            <a:r>
              <a:rPr lang="en-US" sz="1200" dirty="0"/>
              <a:t>All tasks completed successfully </a:t>
            </a:r>
          </a:p>
        </p:txBody>
      </p:sp>
      <p:sp>
        <p:nvSpPr>
          <p:cNvPr id="15" name="CasellaDiTesto 14">
            <a:extLst>
              <a:ext uri="{FF2B5EF4-FFF2-40B4-BE49-F238E27FC236}">
                <a16:creationId xmlns:a16="http://schemas.microsoft.com/office/drawing/2014/main" id="{85460BBD-2FC5-9593-EFAD-F7067CD2844C}"/>
              </a:ext>
            </a:extLst>
          </p:cNvPr>
          <p:cNvSpPr txBox="1"/>
          <p:nvPr/>
        </p:nvSpPr>
        <p:spPr>
          <a:xfrm>
            <a:off x="3437702" y="2724861"/>
            <a:ext cx="2427262" cy="889154"/>
          </a:xfrm>
          <a:prstGeom prst="rect">
            <a:avLst/>
          </a:prstGeom>
          <a:noFill/>
        </p:spPr>
        <p:txBody>
          <a:bodyPr wrap="square">
            <a:spAutoFit/>
          </a:bodyPr>
          <a:lstStyle/>
          <a:p>
            <a:pPr algn="ctr">
              <a:lnSpc>
                <a:spcPct val="150000"/>
              </a:lnSpc>
            </a:pPr>
            <a:r>
              <a:rPr lang="en-US" sz="1200" dirty="0"/>
              <a:t>Any user stories rejected by the Product Owner: </a:t>
            </a:r>
          </a:p>
          <a:p>
            <a:pPr algn="ctr">
              <a:lnSpc>
                <a:spcPct val="150000"/>
              </a:lnSpc>
            </a:pPr>
            <a:r>
              <a:rPr lang="en-US" sz="1200" dirty="0"/>
              <a:t>None</a:t>
            </a:r>
          </a:p>
        </p:txBody>
      </p:sp>
    </p:spTree>
    <p:extLst>
      <p:ext uri="{BB962C8B-B14F-4D97-AF65-F5344CB8AC3E}">
        <p14:creationId xmlns:p14="http://schemas.microsoft.com/office/powerpoint/2010/main" val="26233366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97510-6F00-1CD7-889B-5CEFBCC61AD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E4F9D9E-98F4-2600-F989-C658AA9A992F}"/>
              </a:ext>
            </a:extLst>
          </p:cNvPr>
          <p:cNvSpPr>
            <a:spLocks noGrp="1"/>
          </p:cNvSpPr>
          <p:nvPr>
            <p:ph type="title"/>
          </p:nvPr>
        </p:nvSpPr>
        <p:spPr>
          <a:xfrm>
            <a:off x="720000" y="158675"/>
            <a:ext cx="7704000" cy="572700"/>
          </a:xfrm>
        </p:spPr>
        <p:txBody>
          <a:bodyPr/>
          <a:lstStyle/>
          <a:p>
            <a:pPr algn="ctr"/>
            <a:r>
              <a:rPr lang="it-IT" dirty="0"/>
              <a:t>Third sprint </a:t>
            </a:r>
            <a:r>
              <a:rPr lang="it-IT" dirty="0" err="1"/>
              <a:t>retrospective</a:t>
            </a:r>
            <a:br>
              <a:rPr lang="it-IT" dirty="0"/>
            </a:br>
            <a:r>
              <a:rPr lang="it-IT" sz="2000" dirty="0" err="1"/>
              <a:t>Advices</a:t>
            </a:r>
            <a:r>
              <a:rPr lang="it-IT" sz="2000" dirty="0"/>
              <a:t> for future projects</a:t>
            </a:r>
          </a:p>
        </p:txBody>
      </p:sp>
      <p:sp>
        <p:nvSpPr>
          <p:cNvPr id="11" name="Sottotitolo 8">
            <a:extLst>
              <a:ext uri="{FF2B5EF4-FFF2-40B4-BE49-F238E27FC236}">
                <a16:creationId xmlns:a16="http://schemas.microsoft.com/office/drawing/2014/main" id="{36DC74AF-22F8-F194-2C9B-6EDC950C13CD}"/>
              </a:ext>
            </a:extLst>
          </p:cNvPr>
          <p:cNvSpPr txBox="1">
            <a:spLocks/>
          </p:cNvSpPr>
          <p:nvPr/>
        </p:nvSpPr>
        <p:spPr>
          <a:xfrm>
            <a:off x="426537" y="1152998"/>
            <a:ext cx="2607057" cy="12957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spcBef>
                <a:spcPts val="600"/>
              </a:spcBef>
            </a:pPr>
            <a:r>
              <a:rPr lang="en-US" sz="1600" dirty="0"/>
              <a:t>Stop </a:t>
            </a:r>
          </a:p>
          <a:p>
            <a:pPr algn="ctr">
              <a:spcBef>
                <a:spcPts val="600"/>
              </a:spcBef>
            </a:pPr>
            <a:r>
              <a:rPr lang="en-US" sz="1600" dirty="0"/>
              <a:t>(things to stop doing)</a:t>
            </a:r>
            <a:endParaRPr lang="it-IT" sz="1400" dirty="0"/>
          </a:p>
          <a:p>
            <a:pPr algn="ctr">
              <a:spcBef>
                <a:spcPts val="600"/>
              </a:spcBef>
              <a:buFont typeface="Arial" panose="020B0604020202020204" pitchFamily="34" charset="0"/>
              <a:buChar char="•"/>
            </a:pPr>
            <a:r>
              <a:rPr lang="en-US" sz="1050" b="0" dirty="0"/>
              <a:t>Overestimate the work of a single member, everyone during the work surely will find bugs and problems that will slow them down.</a:t>
            </a:r>
            <a:br>
              <a:rPr lang="en-US" sz="1050" b="0" dirty="0"/>
            </a:br>
            <a:endParaRPr lang="en-US" sz="1050" b="0" dirty="0"/>
          </a:p>
          <a:p>
            <a:pPr algn="ctr">
              <a:spcBef>
                <a:spcPts val="600"/>
              </a:spcBef>
            </a:pPr>
            <a:endParaRPr lang="it-IT" sz="1400" b="0" dirty="0"/>
          </a:p>
        </p:txBody>
      </p:sp>
      <p:sp>
        <p:nvSpPr>
          <p:cNvPr id="12" name="Sottotitolo 8">
            <a:extLst>
              <a:ext uri="{FF2B5EF4-FFF2-40B4-BE49-F238E27FC236}">
                <a16:creationId xmlns:a16="http://schemas.microsoft.com/office/drawing/2014/main" id="{7FF093D1-0779-671C-C9F0-E52A5EEFA2C8}"/>
              </a:ext>
            </a:extLst>
          </p:cNvPr>
          <p:cNvSpPr txBox="1">
            <a:spLocks/>
          </p:cNvSpPr>
          <p:nvPr/>
        </p:nvSpPr>
        <p:spPr>
          <a:xfrm>
            <a:off x="3764933" y="1259892"/>
            <a:ext cx="1926118" cy="13118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spcBef>
                <a:spcPts val="600"/>
              </a:spcBef>
            </a:pPr>
            <a:r>
              <a:rPr lang="it-IT" sz="1600" dirty="0"/>
              <a:t>Less of</a:t>
            </a:r>
          </a:p>
          <a:p>
            <a:pPr algn="ctr">
              <a:spcBef>
                <a:spcPts val="600"/>
              </a:spcBef>
              <a:buFont typeface="Arial" panose="020B0604020202020204" pitchFamily="34" charset="0"/>
              <a:buChar char="•"/>
            </a:pPr>
            <a:r>
              <a:rPr lang="en-US" sz="1050" b="0" dirty="0"/>
              <a:t>None.</a:t>
            </a:r>
            <a:endParaRPr lang="it-IT" sz="1050" b="0" dirty="0"/>
          </a:p>
        </p:txBody>
      </p:sp>
      <p:sp>
        <p:nvSpPr>
          <p:cNvPr id="13" name="Sottotitolo 8">
            <a:extLst>
              <a:ext uri="{FF2B5EF4-FFF2-40B4-BE49-F238E27FC236}">
                <a16:creationId xmlns:a16="http://schemas.microsoft.com/office/drawing/2014/main" id="{C7394569-8867-C993-2F08-C1F06E3D7306}"/>
              </a:ext>
            </a:extLst>
          </p:cNvPr>
          <p:cNvSpPr txBox="1">
            <a:spLocks/>
          </p:cNvSpPr>
          <p:nvPr/>
        </p:nvSpPr>
        <p:spPr>
          <a:xfrm>
            <a:off x="6110406" y="1091865"/>
            <a:ext cx="2607057" cy="17193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spcBef>
                <a:spcPts val="600"/>
              </a:spcBef>
            </a:pPr>
            <a:r>
              <a:rPr lang="it-IT" sz="1600" dirty="0"/>
              <a:t>Keep </a:t>
            </a:r>
            <a:r>
              <a:rPr lang="it-IT" sz="1600" dirty="0" err="1"/>
              <a:t>doing</a:t>
            </a:r>
            <a:endParaRPr lang="it-IT" sz="1600" dirty="0"/>
          </a:p>
          <a:p>
            <a:pPr algn="ctr" fontAlgn="base">
              <a:spcBef>
                <a:spcPts val="600"/>
              </a:spcBef>
              <a:buFont typeface="Arial" panose="020B0604020202020204" pitchFamily="34" charset="0"/>
              <a:buChar char="•"/>
            </a:pPr>
            <a:r>
              <a:rPr lang="en-US" sz="1050" b="0" dirty="0"/>
              <a:t>Many test methods on the newly implemented code. Doing a lot of tests can require a lot of time, but in the end there won’t be any bugs and not working functionalities.</a:t>
            </a:r>
          </a:p>
          <a:p>
            <a:pPr algn="ctr" fontAlgn="base">
              <a:spcBef>
                <a:spcPts val="600"/>
              </a:spcBef>
              <a:buFont typeface="Arial" panose="020B0604020202020204" pitchFamily="34" charset="0"/>
              <a:buChar char="•"/>
            </a:pPr>
            <a:r>
              <a:rPr lang="en-US" sz="1050" b="0" dirty="0"/>
              <a:t>Write always acceptance criteria and reasonable tasks, in this way the person that is working on these user stories knows what to do and the time that requires to do it.</a:t>
            </a:r>
          </a:p>
          <a:p>
            <a:pPr algn="ctr">
              <a:spcBef>
                <a:spcPts val="600"/>
              </a:spcBef>
              <a:buFont typeface="Arial" panose="020B0604020202020204" pitchFamily="34" charset="0"/>
              <a:buChar char="•"/>
            </a:pPr>
            <a:endParaRPr lang="it-IT" sz="1400" dirty="0"/>
          </a:p>
        </p:txBody>
      </p:sp>
      <p:sp>
        <p:nvSpPr>
          <p:cNvPr id="14" name="Sottotitolo 8">
            <a:extLst>
              <a:ext uri="{FF2B5EF4-FFF2-40B4-BE49-F238E27FC236}">
                <a16:creationId xmlns:a16="http://schemas.microsoft.com/office/drawing/2014/main" id="{BCF00A5A-B4E7-18F5-EF1D-CCA2A2478F20}"/>
              </a:ext>
            </a:extLst>
          </p:cNvPr>
          <p:cNvSpPr txBox="1">
            <a:spLocks/>
          </p:cNvSpPr>
          <p:nvPr/>
        </p:nvSpPr>
        <p:spPr>
          <a:xfrm>
            <a:off x="2037370" y="3227113"/>
            <a:ext cx="2534630" cy="15267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spcBef>
                <a:spcPts val="600"/>
              </a:spcBef>
            </a:pPr>
            <a:r>
              <a:rPr lang="it-IT" sz="1600" dirty="0"/>
              <a:t>More of </a:t>
            </a:r>
          </a:p>
          <a:p>
            <a:pPr algn="ctr">
              <a:spcBef>
                <a:spcPts val="600"/>
              </a:spcBef>
            </a:pPr>
            <a:r>
              <a:rPr lang="it-IT" sz="1600" dirty="0"/>
              <a:t>(more </a:t>
            </a:r>
            <a:r>
              <a:rPr lang="it-IT" sz="1600" dirty="0" err="1"/>
              <a:t>things</a:t>
            </a:r>
            <a:r>
              <a:rPr lang="it-IT" sz="1600" dirty="0"/>
              <a:t> to do)</a:t>
            </a:r>
          </a:p>
          <a:p>
            <a:pPr algn="ctr">
              <a:spcBef>
                <a:spcPts val="600"/>
              </a:spcBef>
              <a:buFont typeface="Arial" panose="020B0604020202020204" pitchFamily="34" charset="0"/>
              <a:buChar char="•"/>
            </a:pPr>
            <a:r>
              <a:rPr lang="en-US" sz="1050" b="0" dirty="0"/>
              <a:t>None.</a:t>
            </a:r>
          </a:p>
          <a:p>
            <a:pPr algn="ctr" fontAlgn="base">
              <a:spcBef>
                <a:spcPts val="600"/>
              </a:spcBef>
              <a:buFont typeface="Arial" panose="020B0604020202020204" pitchFamily="34" charset="0"/>
              <a:buChar char="•"/>
            </a:pPr>
            <a:endParaRPr lang="en-US" sz="1050" b="0" dirty="0"/>
          </a:p>
          <a:p>
            <a:pPr algn="ctr">
              <a:spcBef>
                <a:spcPts val="600"/>
              </a:spcBef>
            </a:pPr>
            <a:endParaRPr lang="it-IT" sz="1050" dirty="0"/>
          </a:p>
        </p:txBody>
      </p:sp>
      <p:sp>
        <p:nvSpPr>
          <p:cNvPr id="3" name="Sottotitolo 8">
            <a:extLst>
              <a:ext uri="{FF2B5EF4-FFF2-40B4-BE49-F238E27FC236}">
                <a16:creationId xmlns:a16="http://schemas.microsoft.com/office/drawing/2014/main" id="{CC6A8B66-5BDE-48E9-C06F-90053CDF3A25}"/>
              </a:ext>
            </a:extLst>
          </p:cNvPr>
          <p:cNvSpPr txBox="1">
            <a:spLocks/>
          </p:cNvSpPr>
          <p:nvPr/>
        </p:nvSpPr>
        <p:spPr>
          <a:xfrm>
            <a:off x="4572000" y="3227114"/>
            <a:ext cx="2534630" cy="15267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Outfit"/>
                <a:ea typeface="Outfit"/>
                <a:cs typeface="Outfit"/>
                <a:sym typeface="Outfit"/>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algn="ctr">
              <a:spcBef>
                <a:spcPts val="600"/>
              </a:spcBef>
            </a:pPr>
            <a:r>
              <a:rPr lang="en-US" sz="1600" dirty="0"/>
              <a:t>Start </a:t>
            </a:r>
          </a:p>
          <a:p>
            <a:pPr algn="ctr">
              <a:spcBef>
                <a:spcPts val="600"/>
              </a:spcBef>
            </a:pPr>
            <a:r>
              <a:rPr lang="en-US" sz="1600" dirty="0"/>
              <a:t>(things to start doing)</a:t>
            </a:r>
          </a:p>
          <a:p>
            <a:pPr algn="ctr">
              <a:spcBef>
                <a:spcPts val="600"/>
              </a:spcBef>
              <a:buFont typeface="Arial" panose="020B0604020202020204" pitchFamily="34" charset="0"/>
              <a:buChar char="•"/>
            </a:pPr>
            <a:r>
              <a:rPr lang="en-US" sz="1050" b="0" dirty="0"/>
              <a:t>None.</a:t>
            </a:r>
          </a:p>
        </p:txBody>
      </p:sp>
    </p:spTree>
    <p:extLst>
      <p:ext uri="{BB962C8B-B14F-4D97-AF65-F5344CB8AC3E}">
        <p14:creationId xmlns:p14="http://schemas.microsoft.com/office/powerpoint/2010/main" val="85768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B8627A43-0F17-8F33-E21B-1D6E90DA8D5D}"/>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8196261C-C046-762A-346D-DBB5FB5B904D}"/>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Project recap</a:t>
            </a:r>
            <a:endParaRPr dirty="0"/>
          </a:p>
        </p:txBody>
      </p:sp>
      <p:sp>
        <p:nvSpPr>
          <p:cNvPr id="3" name="CasellaDiTesto 2">
            <a:extLst>
              <a:ext uri="{FF2B5EF4-FFF2-40B4-BE49-F238E27FC236}">
                <a16:creationId xmlns:a16="http://schemas.microsoft.com/office/drawing/2014/main" id="{D3D43D8E-3309-6F84-045E-ADDD92967A86}"/>
              </a:ext>
            </a:extLst>
          </p:cNvPr>
          <p:cNvSpPr txBox="1"/>
          <p:nvPr/>
        </p:nvSpPr>
        <p:spPr>
          <a:xfrm>
            <a:off x="1342980" y="1932667"/>
            <a:ext cx="819240" cy="338554"/>
          </a:xfrm>
          <a:prstGeom prst="rect">
            <a:avLst/>
          </a:prstGeom>
          <a:noFill/>
        </p:spPr>
        <p:txBody>
          <a:bodyPr wrap="square" rtlCol="0">
            <a:spAutoFit/>
          </a:bodyPr>
          <a:lstStyle/>
          <a:p>
            <a:pPr algn="just">
              <a:spcBef>
                <a:spcPts val="600"/>
              </a:spcBef>
            </a:pPr>
            <a:r>
              <a:rPr lang="en-US" sz="1600" b="1" dirty="0">
                <a:latin typeface="Outfit" panose="020B0604020202020204" charset="0"/>
              </a:rPr>
              <a:t>MVC</a:t>
            </a:r>
          </a:p>
        </p:txBody>
      </p:sp>
      <p:sp>
        <p:nvSpPr>
          <p:cNvPr id="2" name="CasellaDiTesto 1">
            <a:extLst>
              <a:ext uri="{FF2B5EF4-FFF2-40B4-BE49-F238E27FC236}">
                <a16:creationId xmlns:a16="http://schemas.microsoft.com/office/drawing/2014/main" id="{42240076-1080-7B82-4A5D-47CB13626ADB}"/>
              </a:ext>
            </a:extLst>
          </p:cNvPr>
          <p:cNvSpPr txBox="1"/>
          <p:nvPr/>
        </p:nvSpPr>
        <p:spPr>
          <a:xfrm>
            <a:off x="3844290" y="1821162"/>
            <a:ext cx="1264920" cy="661720"/>
          </a:xfrm>
          <a:prstGeom prst="rect">
            <a:avLst/>
          </a:prstGeom>
          <a:noFill/>
        </p:spPr>
        <p:txBody>
          <a:bodyPr wrap="square" rtlCol="0">
            <a:spAutoFit/>
          </a:bodyPr>
          <a:lstStyle/>
          <a:p>
            <a:pPr algn="ctr">
              <a:spcBef>
                <a:spcPts val="600"/>
              </a:spcBef>
            </a:pPr>
            <a:r>
              <a:rPr lang="en-US" sz="1600" b="1" dirty="0">
                <a:latin typeface="Outfit" panose="020B0604020202020204" charset="0"/>
              </a:rPr>
              <a:t>Singleton</a:t>
            </a:r>
          </a:p>
          <a:p>
            <a:pPr algn="ctr">
              <a:spcBef>
                <a:spcPts val="600"/>
              </a:spcBef>
            </a:pPr>
            <a:r>
              <a:rPr lang="en-US" sz="1600" dirty="0" err="1">
                <a:latin typeface="Outfit" panose="020B0604020202020204" charset="0"/>
              </a:rPr>
              <a:t>RuleEngine</a:t>
            </a:r>
            <a:endParaRPr lang="en-US" sz="1600" b="1" dirty="0">
              <a:latin typeface="Outfit" panose="020B0604020202020204" charset="0"/>
            </a:endParaRPr>
          </a:p>
        </p:txBody>
      </p:sp>
      <p:sp>
        <p:nvSpPr>
          <p:cNvPr id="7" name="CasellaDiTesto 6">
            <a:extLst>
              <a:ext uri="{FF2B5EF4-FFF2-40B4-BE49-F238E27FC236}">
                <a16:creationId xmlns:a16="http://schemas.microsoft.com/office/drawing/2014/main" id="{AAB84459-9329-5CEB-E658-AD9F1CB196F9}"/>
              </a:ext>
            </a:extLst>
          </p:cNvPr>
          <p:cNvSpPr txBox="1"/>
          <p:nvPr/>
        </p:nvSpPr>
        <p:spPr>
          <a:xfrm>
            <a:off x="3699510" y="1054622"/>
            <a:ext cx="1744980" cy="369332"/>
          </a:xfrm>
          <a:prstGeom prst="rect">
            <a:avLst/>
          </a:prstGeom>
          <a:noFill/>
        </p:spPr>
        <p:txBody>
          <a:bodyPr wrap="square">
            <a:spAutoFit/>
          </a:bodyPr>
          <a:lstStyle/>
          <a:p>
            <a:pPr algn="ctr">
              <a:spcBef>
                <a:spcPts val="600"/>
              </a:spcBef>
            </a:pPr>
            <a:r>
              <a:rPr lang="en-US" sz="1800" b="1" dirty="0">
                <a:latin typeface="Outfit" panose="020B0604020202020204" charset="0"/>
              </a:rPr>
              <a:t>Patterns used </a:t>
            </a:r>
          </a:p>
        </p:txBody>
      </p:sp>
      <p:sp>
        <p:nvSpPr>
          <p:cNvPr id="9" name="CasellaDiTesto 8">
            <a:extLst>
              <a:ext uri="{FF2B5EF4-FFF2-40B4-BE49-F238E27FC236}">
                <a16:creationId xmlns:a16="http://schemas.microsoft.com/office/drawing/2014/main" id="{0960E74E-C77E-A74E-476D-D54DAD5A611C}"/>
              </a:ext>
            </a:extLst>
          </p:cNvPr>
          <p:cNvSpPr txBox="1"/>
          <p:nvPr/>
        </p:nvSpPr>
        <p:spPr>
          <a:xfrm>
            <a:off x="6233160" y="1778778"/>
            <a:ext cx="1813560" cy="984885"/>
          </a:xfrm>
          <a:prstGeom prst="rect">
            <a:avLst/>
          </a:prstGeom>
          <a:noFill/>
        </p:spPr>
        <p:txBody>
          <a:bodyPr wrap="square">
            <a:spAutoFit/>
          </a:bodyPr>
          <a:lstStyle/>
          <a:p>
            <a:pPr algn="ctr">
              <a:spcBef>
                <a:spcPts val="600"/>
              </a:spcBef>
            </a:pPr>
            <a:r>
              <a:rPr lang="en-US" sz="1600" b="1" dirty="0" err="1">
                <a:latin typeface="Outfit" panose="020B0604020202020204" charset="0"/>
              </a:rPr>
              <a:t>SimpleFactory</a:t>
            </a:r>
            <a:endParaRPr lang="en-US" sz="1600" b="1" dirty="0">
              <a:latin typeface="Outfit" panose="020B0604020202020204" charset="0"/>
            </a:endParaRPr>
          </a:p>
          <a:p>
            <a:pPr algn="ctr">
              <a:spcBef>
                <a:spcPts val="600"/>
              </a:spcBef>
            </a:pPr>
            <a:r>
              <a:rPr lang="en-US" sz="1600" dirty="0" err="1">
                <a:latin typeface="Outfit" panose="020B0604020202020204" charset="0"/>
              </a:rPr>
              <a:t>TriggerFactory</a:t>
            </a:r>
            <a:endParaRPr lang="en-US" sz="1600" dirty="0">
              <a:latin typeface="Outfit" panose="020B0604020202020204" charset="0"/>
            </a:endParaRPr>
          </a:p>
          <a:p>
            <a:pPr algn="ctr">
              <a:spcBef>
                <a:spcPts val="600"/>
              </a:spcBef>
            </a:pPr>
            <a:r>
              <a:rPr lang="en-US" sz="1600" dirty="0" err="1">
                <a:latin typeface="Outfit" panose="020B0604020202020204" charset="0"/>
              </a:rPr>
              <a:t>ActionFactory</a:t>
            </a:r>
            <a:endParaRPr lang="en-US" sz="1600" dirty="0">
              <a:latin typeface="Outfit" panose="020B0604020202020204" charset="0"/>
            </a:endParaRPr>
          </a:p>
        </p:txBody>
      </p:sp>
      <p:sp>
        <p:nvSpPr>
          <p:cNvPr id="11" name="CasellaDiTesto 10">
            <a:extLst>
              <a:ext uri="{FF2B5EF4-FFF2-40B4-BE49-F238E27FC236}">
                <a16:creationId xmlns:a16="http://schemas.microsoft.com/office/drawing/2014/main" id="{1556819F-1A18-3353-7E94-0EC57EA70EC0}"/>
              </a:ext>
            </a:extLst>
          </p:cNvPr>
          <p:cNvSpPr txBox="1"/>
          <p:nvPr/>
        </p:nvSpPr>
        <p:spPr>
          <a:xfrm>
            <a:off x="3878580" y="3186163"/>
            <a:ext cx="1386840" cy="661720"/>
          </a:xfrm>
          <a:prstGeom prst="rect">
            <a:avLst/>
          </a:prstGeom>
          <a:noFill/>
        </p:spPr>
        <p:txBody>
          <a:bodyPr wrap="square">
            <a:spAutoFit/>
          </a:bodyPr>
          <a:lstStyle/>
          <a:p>
            <a:pPr algn="ctr">
              <a:spcBef>
                <a:spcPts val="600"/>
              </a:spcBef>
            </a:pPr>
            <a:r>
              <a:rPr lang="en-US" sz="1600" b="1" dirty="0">
                <a:latin typeface="Outfit" panose="020B0604020202020204" charset="0"/>
              </a:rPr>
              <a:t>Command</a:t>
            </a:r>
          </a:p>
          <a:p>
            <a:pPr algn="ctr">
              <a:spcBef>
                <a:spcPts val="600"/>
              </a:spcBef>
            </a:pPr>
            <a:r>
              <a:rPr lang="en-US" sz="1600" dirty="0">
                <a:latin typeface="Outfit" panose="020B0604020202020204" charset="0"/>
              </a:rPr>
              <a:t>Action</a:t>
            </a:r>
            <a:endParaRPr lang="en-US" sz="1600" b="1" dirty="0">
              <a:latin typeface="Outfit" panose="020B0604020202020204" charset="0"/>
            </a:endParaRPr>
          </a:p>
        </p:txBody>
      </p:sp>
      <p:sp>
        <p:nvSpPr>
          <p:cNvPr id="13" name="CasellaDiTesto 12">
            <a:extLst>
              <a:ext uri="{FF2B5EF4-FFF2-40B4-BE49-F238E27FC236}">
                <a16:creationId xmlns:a16="http://schemas.microsoft.com/office/drawing/2014/main" id="{08C0D460-E19D-FA18-A950-725E34DD5046}"/>
              </a:ext>
            </a:extLst>
          </p:cNvPr>
          <p:cNvSpPr txBox="1"/>
          <p:nvPr/>
        </p:nvSpPr>
        <p:spPr>
          <a:xfrm>
            <a:off x="1169670" y="3186163"/>
            <a:ext cx="1165860" cy="661720"/>
          </a:xfrm>
          <a:prstGeom prst="rect">
            <a:avLst/>
          </a:prstGeom>
          <a:noFill/>
        </p:spPr>
        <p:txBody>
          <a:bodyPr wrap="square">
            <a:spAutoFit/>
          </a:bodyPr>
          <a:lstStyle/>
          <a:p>
            <a:pPr algn="ctr">
              <a:spcBef>
                <a:spcPts val="600"/>
              </a:spcBef>
            </a:pPr>
            <a:r>
              <a:rPr lang="en-US" sz="1600" b="1" dirty="0">
                <a:latin typeface="Outfit" panose="020B0604020202020204" charset="0"/>
              </a:rPr>
              <a:t>Strategy</a:t>
            </a:r>
          </a:p>
          <a:p>
            <a:pPr algn="ctr">
              <a:spcBef>
                <a:spcPts val="600"/>
              </a:spcBef>
            </a:pPr>
            <a:r>
              <a:rPr lang="en-US" sz="1600" dirty="0">
                <a:latin typeface="Outfit" panose="020B0604020202020204" charset="0"/>
              </a:rPr>
              <a:t>Trigger</a:t>
            </a:r>
            <a:endParaRPr lang="en-US" sz="1600" b="1" dirty="0">
              <a:latin typeface="Outfit" panose="020B0604020202020204" charset="0"/>
            </a:endParaRPr>
          </a:p>
        </p:txBody>
      </p:sp>
      <p:sp>
        <p:nvSpPr>
          <p:cNvPr id="15" name="CasellaDiTesto 14">
            <a:extLst>
              <a:ext uri="{FF2B5EF4-FFF2-40B4-BE49-F238E27FC236}">
                <a16:creationId xmlns:a16="http://schemas.microsoft.com/office/drawing/2014/main" id="{1006FAE5-14C7-C864-E346-25E86763EEC8}"/>
              </a:ext>
            </a:extLst>
          </p:cNvPr>
          <p:cNvSpPr txBox="1"/>
          <p:nvPr/>
        </p:nvSpPr>
        <p:spPr>
          <a:xfrm>
            <a:off x="5981700" y="3186163"/>
            <a:ext cx="2316480" cy="661720"/>
          </a:xfrm>
          <a:prstGeom prst="rect">
            <a:avLst/>
          </a:prstGeom>
          <a:noFill/>
        </p:spPr>
        <p:txBody>
          <a:bodyPr wrap="square">
            <a:spAutoFit/>
          </a:bodyPr>
          <a:lstStyle/>
          <a:p>
            <a:pPr algn="ctr">
              <a:spcBef>
                <a:spcPts val="600"/>
              </a:spcBef>
            </a:pPr>
            <a:r>
              <a:rPr lang="en-US" sz="1600" b="1" dirty="0">
                <a:latin typeface="Outfit" panose="020B0604020202020204" charset="0"/>
              </a:rPr>
              <a:t>Observer</a:t>
            </a:r>
          </a:p>
          <a:p>
            <a:pPr algn="ctr">
              <a:spcBef>
                <a:spcPts val="600"/>
              </a:spcBef>
            </a:pPr>
            <a:r>
              <a:rPr lang="en-US" sz="1600" dirty="0" err="1">
                <a:latin typeface="Outfit" panose="020B0604020202020204" charset="0"/>
              </a:rPr>
              <a:t>UIEventListener</a:t>
            </a:r>
            <a:endParaRPr lang="en-US" sz="1600" dirty="0">
              <a:latin typeface="Outfit" panose="020B0604020202020204" charset="0"/>
            </a:endParaRPr>
          </a:p>
        </p:txBody>
      </p:sp>
    </p:spTree>
    <p:extLst>
      <p:ext uri="{BB962C8B-B14F-4D97-AF65-F5344CB8AC3E}">
        <p14:creationId xmlns:p14="http://schemas.microsoft.com/office/powerpoint/2010/main" val="13760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B45CEF5B-4F31-A338-96DC-2D52B9DD8576}"/>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6E6243A9-1D50-7F50-1DD9-12362E8C547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Project recap</a:t>
            </a:r>
            <a:endParaRPr dirty="0"/>
          </a:p>
        </p:txBody>
      </p:sp>
      <p:pic>
        <p:nvPicPr>
          <p:cNvPr id="5" name="Immagine 4" descr="Immagine che contiene testo, schermata, schermo, software&#10;&#10;Il contenuto generato dall'IA potrebbe non essere corretto.">
            <a:extLst>
              <a:ext uri="{FF2B5EF4-FFF2-40B4-BE49-F238E27FC236}">
                <a16:creationId xmlns:a16="http://schemas.microsoft.com/office/drawing/2014/main" id="{DE072362-9621-FC1D-04FA-FE3E1F676F55}"/>
              </a:ext>
            </a:extLst>
          </p:cNvPr>
          <p:cNvPicPr>
            <a:picLocks noChangeAspect="1"/>
          </p:cNvPicPr>
          <p:nvPr/>
        </p:nvPicPr>
        <p:blipFill>
          <a:blip r:embed="rId3"/>
          <a:stretch>
            <a:fillRect/>
          </a:stretch>
        </p:blipFill>
        <p:spPr>
          <a:xfrm>
            <a:off x="909871" y="2571750"/>
            <a:ext cx="3499018" cy="1127828"/>
          </a:xfrm>
          <a:prstGeom prst="rect">
            <a:avLst/>
          </a:prstGeom>
          <a:ln>
            <a:solidFill>
              <a:schemeClr val="accent1">
                <a:alpha val="99000"/>
              </a:schemeClr>
            </a:solidFill>
          </a:ln>
        </p:spPr>
      </p:pic>
      <p:sp>
        <p:nvSpPr>
          <p:cNvPr id="6" name="CasellaDiTesto 5">
            <a:extLst>
              <a:ext uri="{FF2B5EF4-FFF2-40B4-BE49-F238E27FC236}">
                <a16:creationId xmlns:a16="http://schemas.microsoft.com/office/drawing/2014/main" id="{792105C8-0BBA-6180-3428-4493EAD3DFC6}"/>
              </a:ext>
            </a:extLst>
          </p:cNvPr>
          <p:cNvSpPr txBox="1"/>
          <p:nvPr/>
        </p:nvSpPr>
        <p:spPr>
          <a:xfrm>
            <a:off x="909871" y="1792802"/>
            <a:ext cx="4320540" cy="400110"/>
          </a:xfrm>
          <a:prstGeom prst="rect">
            <a:avLst/>
          </a:prstGeom>
          <a:noFill/>
        </p:spPr>
        <p:txBody>
          <a:bodyPr wrap="square" rtlCol="0">
            <a:spAutoFit/>
          </a:bodyPr>
          <a:lstStyle/>
          <a:p>
            <a:pPr algn="just">
              <a:spcBef>
                <a:spcPts val="600"/>
              </a:spcBef>
            </a:pPr>
            <a:r>
              <a:rPr lang="en-US" sz="2000" b="1" dirty="0">
                <a:latin typeface="Outfit" panose="020B0604020202020204" charset="0"/>
              </a:rPr>
              <a:t>All tests successfully passed</a:t>
            </a:r>
            <a:endParaRPr lang="en-US" b="1" dirty="0">
              <a:latin typeface="Outfit" panose="020B0604020202020204" charset="0"/>
            </a:endParaRPr>
          </a:p>
        </p:txBody>
      </p:sp>
      <p:sp>
        <p:nvSpPr>
          <p:cNvPr id="2" name="CasellaDiTesto 1">
            <a:extLst>
              <a:ext uri="{FF2B5EF4-FFF2-40B4-BE49-F238E27FC236}">
                <a16:creationId xmlns:a16="http://schemas.microsoft.com/office/drawing/2014/main" id="{9E8E28B9-6E97-B723-FDC6-D1961ABFCE49}"/>
              </a:ext>
            </a:extLst>
          </p:cNvPr>
          <p:cNvSpPr txBox="1"/>
          <p:nvPr/>
        </p:nvSpPr>
        <p:spPr>
          <a:xfrm>
            <a:off x="5230411" y="1792802"/>
            <a:ext cx="3128729" cy="400110"/>
          </a:xfrm>
          <a:prstGeom prst="rect">
            <a:avLst/>
          </a:prstGeom>
          <a:noFill/>
        </p:spPr>
        <p:txBody>
          <a:bodyPr wrap="square" rtlCol="0">
            <a:spAutoFit/>
          </a:bodyPr>
          <a:lstStyle/>
          <a:p>
            <a:pPr algn="just">
              <a:spcBef>
                <a:spcPts val="600"/>
              </a:spcBef>
            </a:pPr>
            <a:r>
              <a:rPr lang="en-US" sz="2000" b="1" dirty="0">
                <a:latin typeface="Outfit" panose="020B0604020202020204" charset="0"/>
              </a:rPr>
              <a:t>Complete UML diagram</a:t>
            </a:r>
            <a:endParaRPr lang="en-US" b="1" dirty="0">
              <a:latin typeface="Outfit" panose="020B0604020202020204" charset="0"/>
            </a:endParaRPr>
          </a:p>
        </p:txBody>
      </p:sp>
      <p:pic>
        <p:nvPicPr>
          <p:cNvPr id="7" name="Immagine 6" descr="Immagine che contiene simbolo, schermata, Simmetria, Elementi grafici&#10;&#10;Il contenuto generato dall'IA potrebbe non essere corretto.">
            <a:hlinkClick r:id="rId4"/>
            <a:extLst>
              <a:ext uri="{FF2B5EF4-FFF2-40B4-BE49-F238E27FC236}">
                <a16:creationId xmlns:a16="http://schemas.microsoft.com/office/drawing/2014/main" id="{4CA31033-4A16-8A86-CD5D-1E1F2C59F419}"/>
              </a:ext>
            </a:extLst>
          </p:cNvPr>
          <p:cNvPicPr>
            <a:picLocks noChangeAspect="1"/>
          </p:cNvPicPr>
          <p:nvPr/>
        </p:nvPicPr>
        <p:blipFill>
          <a:blip r:embed="rId5"/>
          <a:stretch>
            <a:fillRect/>
          </a:stretch>
        </p:blipFill>
        <p:spPr>
          <a:xfrm>
            <a:off x="6374670" y="2715559"/>
            <a:ext cx="840210" cy="840210"/>
          </a:xfrm>
          <a:prstGeom prst="rect">
            <a:avLst/>
          </a:prstGeom>
        </p:spPr>
      </p:pic>
      <p:sp>
        <p:nvSpPr>
          <p:cNvPr id="8" name="CasellaDiTesto 7">
            <a:extLst>
              <a:ext uri="{FF2B5EF4-FFF2-40B4-BE49-F238E27FC236}">
                <a16:creationId xmlns:a16="http://schemas.microsoft.com/office/drawing/2014/main" id="{92A15357-9977-A034-8632-FE68046CB90F}"/>
              </a:ext>
            </a:extLst>
          </p:cNvPr>
          <p:cNvSpPr txBox="1"/>
          <p:nvPr/>
        </p:nvSpPr>
        <p:spPr>
          <a:xfrm>
            <a:off x="6374670" y="3568773"/>
            <a:ext cx="867545" cy="261610"/>
          </a:xfrm>
          <a:prstGeom prst="rect">
            <a:avLst/>
          </a:prstGeom>
          <a:noFill/>
        </p:spPr>
        <p:txBody>
          <a:bodyPr wrap="none" rtlCol="0">
            <a:spAutoFit/>
          </a:bodyPr>
          <a:lstStyle/>
          <a:p>
            <a:r>
              <a:rPr lang="it-IT" sz="1050" b="1" dirty="0">
                <a:latin typeface="Outfit" panose="020B0604020202020204" charset="0"/>
              </a:rPr>
              <a:t>Click </a:t>
            </a:r>
            <a:r>
              <a:rPr lang="it-IT" sz="1050" b="1" dirty="0" err="1">
                <a:latin typeface="Outfit" panose="020B0604020202020204" charset="0"/>
              </a:rPr>
              <a:t>here</a:t>
            </a:r>
            <a:r>
              <a:rPr lang="it-IT" sz="1050" b="1" dirty="0">
                <a:latin typeface="Outfit" panose="020B0604020202020204" charset="0"/>
              </a:rPr>
              <a:t>!</a:t>
            </a:r>
          </a:p>
        </p:txBody>
      </p:sp>
    </p:spTree>
    <p:extLst>
      <p:ext uri="{BB962C8B-B14F-4D97-AF65-F5344CB8AC3E}">
        <p14:creationId xmlns:p14="http://schemas.microsoft.com/office/powerpoint/2010/main" val="3295330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D9CF6AA3-682E-BF33-AD7F-3369939BB8FF}"/>
            </a:ext>
          </a:extLst>
        </p:cNvPr>
        <p:cNvGrpSpPr/>
        <p:nvPr/>
      </p:nvGrpSpPr>
      <p:grpSpPr>
        <a:xfrm>
          <a:off x="0" y="0"/>
          <a:ext cx="0" cy="0"/>
          <a:chOff x="0" y="0"/>
          <a:chExt cx="0" cy="0"/>
        </a:xfrm>
      </p:grpSpPr>
      <p:sp>
        <p:nvSpPr>
          <p:cNvPr id="1430" name="Google Shape;1430;p40">
            <a:extLst>
              <a:ext uri="{FF2B5EF4-FFF2-40B4-BE49-F238E27FC236}">
                <a16:creationId xmlns:a16="http://schemas.microsoft.com/office/drawing/2014/main" id="{9B9D134B-9952-8BFA-52CD-EB1EFEE6819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err="1"/>
              <a:t>Final</a:t>
            </a:r>
            <a:r>
              <a:rPr lang="it-IT" dirty="0"/>
              <a:t> </a:t>
            </a:r>
            <a:r>
              <a:rPr lang="it-IT" dirty="0" err="1"/>
              <a:t>Burndown</a:t>
            </a:r>
            <a:r>
              <a:rPr lang="it-IT" dirty="0"/>
              <a:t> Chart</a:t>
            </a:r>
            <a:endParaRPr dirty="0"/>
          </a:p>
        </p:txBody>
      </p:sp>
      <p:pic>
        <p:nvPicPr>
          <p:cNvPr id="2050" name="Picture 2">
            <a:extLst>
              <a:ext uri="{FF2B5EF4-FFF2-40B4-BE49-F238E27FC236}">
                <a16:creationId xmlns:a16="http://schemas.microsoft.com/office/drawing/2014/main" id="{FB3C653C-7F53-558D-17B2-5A4E61C16B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120" y="1521721"/>
            <a:ext cx="4542273" cy="2806439"/>
          </a:xfrm>
          <a:prstGeom prst="rect">
            <a:avLst/>
          </a:prstGeom>
          <a:noFill/>
          <a:extLst>
            <a:ext uri="{909E8E84-426E-40DD-AFC4-6F175D3DCCD1}">
              <a14:hiddenFill xmlns:a14="http://schemas.microsoft.com/office/drawing/2010/main">
                <a:solidFill>
                  <a:srgbClr val="FFFFFF"/>
                </a:solidFill>
              </a14:hiddenFill>
            </a:ext>
          </a:extLst>
        </p:spPr>
      </p:pic>
      <p:sp>
        <p:nvSpPr>
          <p:cNvPr id="2" name="CasellaDiTesto 1">
            <a:extLst>
              <a:ext uri="{FF2B5EF4-FFF2-40B4-BE49-F238E27FC236}">
                <a16:creationId xmlns:a16="http://schemas.microsoft.com/office/drawing/2014/main" id="{4FC6B97C-E318-85FE-FB4E-542BE069D46E}"/>
              </a:ext>
            </a:extLst>
          </p:cNvPr>
          <p:cNvSpPr txBox="1"/>
          <p:nvPr/>
        </p:nvSpPr>
        <p:spPr>
          <a:xfrm>
            <a:off x="5334000" y="1771531"/>
            <a:ext cx="3162300" cy="1600438"/>
          </a:xfrm>
          <a:prstGeom prst="rect">
            <a:avLst/>
          </a:prstGeom>
          <a:noFill/>
        </p:spPr>
        <p:txBody>
          <a:bodyPr wrap="square" rtlCol="0">
            <a:spAutoFit/>
          </a:bodyPr>
          <a:lstStyle/>
          <a:p>
            <a:pPr algn="just"/>
            <a:r>
              <a:rPr lang="en-US" b="1" dirty="0">
                <a:latin typeface="Outfit" panose="020B0604020202020204" charset="0"/>
              </a:rPr>
              <a:t>Project Win: </a:t>
            </a:r>
          </a:p>
          <a:p>
            <a:pPr algn="just"/>
            <a:r>
              <a:rPr lang="en-US" dirty="0">
                <a:latin typeface="Outfit" panose="020B0604020202020204" charset="0"/>
              </a:rPr>
              <a:t>The biggest success of this project was the alignment between the planning phase and the final delivery. We proved that a well-refined backlog leads to a predictable and successful outcome.</a:t>
            </a:r>
            <a:endParaRPr lang="it-IT" dirty="0">
              <a:latin typeface="Outfit" panose="020B0604020202020204" charset="0"/>
            </a:endParaRPr>
          </a:p>
        </p:txBody>
      </p:sp>
    </p:spTree>
    <p:extLst>
      <p:ext uri="{BB962C8B-B14F-4D97-AF65-F5344CB8AC3E}">
        <p14:creationId xmlns:p14="http://schemas.microsoft.com/office/powerpoint/2010/main" val="2200621295"/>
      </p:ext>
    </p:extLst>
  </p:cSld>
  <p:clrMapOvr>
    <a:masterClrMapping/>
  </p:clrMapOvr>
</p:sld>
</file>

<file path=ppt/theme/theme1.xml><?xml version="1.0" encoding="utf-8"?>
<a:theme xmlns:a="http://schemas.openxmlformats.org/drawingml/2006/main" name="Automotive Industry Agency by Slidesgo">
  <a:themeElements>
    <a:clrScheme name="Simple Light">
      <a:dk1>
        <a:srgbClr val="191919"/>
      </a:dk1>
      <a:lt1>
        <a:srgbClr val="595959"/>
      </a:lt1>
      <a:dk2>
        <a:srgbClr val="EEEEEE"/>
      </a:dk2>
      <a:lt2>
        <a:srgbClr val="17499C"/>
      </a:lt2>
      <a:accent1>
        <a:srgbClr val="B2BCE7"/>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796</TotalTime>
  <Words>1885</Words>
  <Application>Microsoft Office PowerPoint</Application>
  <PresentationFormat>Presentazione su schermo (16:9)</PresentationFormat>
  <Paragraphs>158</Paragraphs>
  <Slides>25</Slides>
  <Notes>23</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25</vt:i4>
      </vt:variant>
    </vt:vector>
  </HeadingPairs>
  <TitlesOfParts>
    <vt:vector size="31" baseType="lpstr">
      <vt:lpstr>Calibri</vt:lpstr>
      <vt:lpstr>Arial</vt:lpstr>
      <vt:lpstr>Raleway</vt:lpstr>
      <vt:lpstr>Barlow</vt:lpstr>
      <vt:lpstr>Outfit</vt:lpstr>
      <vt:lpstr>Automotive Industry Agency by Slidesgo</vt:lpstr>
      <vt:lpstr>Third Sprint  presentation Group n. 04 </vt:lpstr>
      <vt:lpstr>More triggers</vt:lpstr>
      <vt:lpstr>Triggers related to dates</vt:lpstr>
      <vt:lpstr>Triggers related to files</vt:lpstr>
      <vt:lpstr>Strategy pattern</vt:lpstr>
      <vt:lpstr>More Actions</vt:lpstr>
      <vt:lpstr>Delete Specified File</vt:lpstr>
      <vt:lpstr>Move File Between Directories</vt:lpstr>
      <vt:lpstr>More Actions</vt:lpstr>
      <vt:lpstr>Append String to File</vt:lpstr>
      <vt:lpstr>Copy File Between Directories</vt:lpstr>
      <vt:lpstr>Execution of an External Program</vt:lpstr>
      <vt:lpstr>Command pattern</vt:lpstr>
      <vt:lpstr>Factory pattern</vt:lpstr>
      <vt:lpstr>Details section and Modify Rule</vt:lpstr>
      <vt:lpstr>Details section</vt:lpstr>
      <vt:lpstr>Modify Rule</vt:lpstr>
      <vt:lpstr>Singleton pattern</vt:lpstr>
      <vt:lpstr>Observer pattern</vt:lpstr>
      <vt:lpstr>Sprint Burndown Chart</vt:lpstr>
      <vt:lpstr>Sprint review report</vt:lpstr>
      <vt:lpstr>Third sprint retrospective Advices for future projects</vt:lpstr>
      <vt:lpstr>Project recap</vt:lpstr>
      <vt:lpstr>Project recap</vt:lpstr>
      <vt:lpstr>Final Burndown Chart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Industry Agency</dc:title>
  <cp:lastModifiedBy>Mattia D'Argenio</cp:lastModifiedBy>
  <cp:revision>45</cp:revision>
  <dcterms:modified xsi:type="dcterms:W3CDTF">2026-01-09T07:24:48Z</dcterms:modified>
</cp:coreProperties>
</file>